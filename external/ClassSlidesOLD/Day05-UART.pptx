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1" r:id="rId4"/>
    <p:sldMasterId id="2147483722" r:id="rId5"/>
    <p:sldMasterId id="214748372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6858000" cx="9144000"/>
  <p:notesSz cx="6858000" cy="9144000"/>
  <p:embeddedFontLst>
    <p:embeddedFont>
      <p:font typeface="Roboto"/>
      <p:regular r:id="rId56"/>
      <p:bold r:id="rId57"/>
      <p:italic r:id="rId58"/>
      <p:boldItalic r:id="rId59"/>
    </p:embeddedFont>
    <p:embeddedFont>
      <p:font typeface="Proxima Nova"/>
      <p:regular r:id="rId60"/>
      <p:bold r:id="rId61"/>
      <p:italic r:id="rId62"/>
      <p:boldItalic r:id="rId63"/>
    </p:embeddedFont>
    <p:embeddedFont>
      <p:font typeface="Helvetica Neue"/>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405E08-EC01-44EE-92DF-2D28D43843B5}">
  <a:tblStyle styleId="{AE405E08-EC01-44EE-92DF-2D28D43843B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ProximaNova-italic.fntdata"/><Relationship Id="rId61" Type="http://schemas.openxmlformats.org/officeDocument/2006/relationships/font" Target="fonts/ProximaNova-bold.fntdata"/><Relationship Id="rId20" Type="http://schemas.openxmlformats.org/officeDocument/2006/relationships/slide" Target="slides/slide13.xml"/><Relationship Id="rId64" Type="http://schemas.openxmlformats.org/officeDocument/2006/relationships/font" Target="fonts/HelveticaNeue-regular.fntdata"/><Relationship Id="rId63" Type="http://schemas.openxmlformats.org/officeDocument/2006/relationships/font" Target="fonts/ProximaNova-boldItalic.fntdata"/><Relationship Id="rId22" Type="http://schemas.openxmlformats.org/officeDocument/2006/relationships/slide" Target="slides/slide15.xml"/><Relationship Id="rId66" Type="http://schemas.openxmlformats.org/officeDocument/2006/relationships/font" Target="fonts/HelveticaNeue-italic.fntdata"/><Relationship Id="rId21" Type="http://schemas.openxmlformats.org/officeDocument/2006/relationships/slide" Target="slides/slide14.xml"/><Relationship Id="rId65" Type="http://schemas.openxmlformats.org/officeDocument/2006/relationships/font" Target="fonts/HelveticaNeue-bold.fntdata"/><Relationship Id="rId24" Type="http://schemas.openxmlformats.org/officeDocument/2006/relationships/slide" Target="slides/slide17.xml"/><Relationship Id="rId23" Type="http://schemas.openxmlformats.org/officeDocument/2006/relationships/slide" Target="slides/slide16.xml"/><Relationship Id="rId67" Type="http://schemas.openxmlformats.org/officeDocument/2006/relationships/font" Target="fonts/HelveticaNeue-boldItalic.fntdata"/><Relationship Id="rId60" Type="http://schemas.openxmlformats.org/officeDocument/2006/relationships/font" Target="fonts/ProximaNova-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font" Target="fonts/Roboto-bold.fntdata"/><Relationship Id="rId12" Type="http://schemas.openxmlformats.org/officeDocument/2006/relationships/slide" Target="slides/slide5.xml"/><Relationship Id="rId56" Type="http://schemas.openxmlformats.org/officeDocument/2006/relationships/font" Target="fonts/Roboto-regular.fntdata"/><Relationship Id="rId15" Type="http://schemas.openxmlformats.org/officeDocument/2006/relationships/slide" Target="slides/slide8.xml"/><Relationship Id="rId59" Type="http://schemas.openxmlformats.org/officeDocument/2006/relationships/font" Target="fonts/Roboto-boldItalic.fntdata"/><Relationship Id="rId14" Type="http://schemas.openxmlformats.org/officeDocument/2006/relationships/slide" Target="slides/slide7.xml"/><Relationship Id="rId58" Type="http://schemas.openxmlformats.org/officeDocument/2006/relationships/font" Target="fonts/Robot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d6d71ed86c_0_5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d6d71ed86c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26e21d4ecf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
              <a:t>benefits students AND you. </a:t>
            </a:r>
            <a:endParaRPr/>
          </a:p>
        </p:txBody>
      </p:sp>
      <p:sp>
        <p:nvSpPr>
          <p:cNvPr id="596" name="Google Shape;596;g326e21d4ecf_0_0:notes"/>
          <p:cNvSpPr/>
          <p:nvPr>
            <p:ph idx="2" type="sldImg"/>
          </p:nvPr>
        </p:nvSpPr>
        <p:spPr>
          <a:xfrm>
            <a:off x="1143094"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ef33e97c82_0_15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ef33e97c82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b8d5708db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b8d5708d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78c9c42af2_0_90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78c9c42af2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bb9ee12d1b_0_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bb9ee12d1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78c9c42af2_0_8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78c9c42af2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d5f21c8da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2d5f21c8d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78c9c42af2_0_8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78c9c42af2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78c9c42af2_0_1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78c9c42af2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78c9c42af2_0_8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78c9c42af2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1fa27bebf8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1fa27bebf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1fa27bebf8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1fa27bebf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78c9c42af2_0_8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78c9c42af2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78c9c42af2_0_8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78c9c42af2_0_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78c9c42af2_0_2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78c9c42af2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USART2 is the basic USART module, USART1 the full-fledged one. The basic one is more than enough for us. We use all the default settings, disabling most of the more advanced features:</a:t>
            </a:r>
            <a:endParaRPr/>
          </a:p>
          <a:p>
            <a:pPr indent="0" lvl="0" marL="0" rtl="0" algn="l">
              <a:spcBef>
                <a:spcPts val="0"/>
              </a:spcBef>
              <a:spcAft>
                <a:spcPts val="0"/>
              </a:spcAft>
              <a:buNone/>
            </a:pPr>
            <a:r>
              <a:rPr lang="en"/>
              <a:t>Disable interrupts, FIFO mode</a:t>
            </a:r>
            <a:endParaRPr/>
          </a:p>
          <a:p>
            <a:pPr indent="0" lvl="0" marL="0" rtl="0" algn="l">
              <a:spcBef>
                <a:spcPts val="0"/>
              </a:spcBef>
              <a:spcAft>
                <a:spcPts val="0"/>
              </a:spcAft>
              <a:buNone/>
            </a:pPr>
            <a:r>
              <a:rPr lang="en"/>
              <a:t>Word length 1 start bit, 8 data bits, 1 stop bit, oversampling by 16, parity control disabled</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78c9c42af2_0_209:notes"/>
          <p:cNvSpPr txBox="1"/>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 sz="1200" u="none">
                <a:solidFill>
                  <a:srgbClr val="000000"/>
                </a:solidFill>
                <a:latin typeface="Calibri"/>
                <a:ea typeface="Calibri"/>
                <a:cs typeface="Calibri"/>
                <a:sym typeface="Calibri"/>
              </a:rPr>
              <a:t>Engs 31 / CoSc 56 — Digital Electronics</a:t>
            </a:r>
            <a:endParaRPr/>
          </a:p>
        </p:txBody>
      </p:sp>
      <p:sp>
        <p:nvSpPr>
          <p:cNvPr id="716" name="Google Shape;716;g78c9c42af2_0_20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a:solidFill>
                  <a:srgbClr val="000000"/>
                </a:solidFill>
                <a:latin typeface="Calibri"/>
                <a:ea typeface="Calibri"/>
                <a:cs typeface="Calibri"/>
                <a:sym typeface="Calibri"/>
              </a:rPr>
              <a:t>‹#›</a:t>
            </a:fld>
            <a:endParaRPr/>
          </a:p>
        </p:txBody>
      </p:sp>
      <p:sp>
        <p:nvSpPr>
          <p:cNvPr id="717" name="Google Shape;717;g78c9c42af2_0_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8" name="Google Shape;718;g78c9c42af2_0_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For UART: baud rate = bits/second since each bit transmits one symbol. </a:t>
            </a:r>
            <a:endParaRPr/>
          </a:p>
          <a:p>
            <a:pPr indent="0" lvl="0" marL="0" rtl="0" algn="l">
              <a:spcBef>
                <a:spcPts val="0"/>
              </a:spcBef>
              <a:spcAft>
                <a:spcPts val="0"/>
              </a:spcAft>
              <a:buNone/>
            </a:pPr>
            <a:r>
              <a:rPr lang="en"/>
              <a:t>Historical note, Mars Sojourner/Pathfinder used 9600 baud for communication.</a:t>
            </a:r>
            <a:endParaRPr/>
          </a:p>
        </p:txBody>
      </p:sp>
      <p:sp>
        <p:nvSpPr>
          <p:cNvPr id="719" name="Google Shape;719;g78c9c42af2_0_209:notes"/>
          <p:cNvSpPr txBox="1"/>
          <p:nvPr/>
        </p:nvSpPr>
        <p:spPr>
          <a:xfrm>
            <a:off x="3884612" y="0"/>
            <a:ext cx="29718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r>
              <a:rPr b="0" i="0" lang="en" sz="1200" u="none">
                <a:solidFill>
                  <a:srgbClr val="000000"/>
                </a:solidFill>
                <a:latin typeface="Calibri"/>
                <a:ea typeface="Calibri"/>
                <a:cs typeface="Calibri"/>
                <a:sym typeface="Calibri"/>
              </a:rPr>
              <a:t>17.  Serial communication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bb9ee12d1b_0_3:notes"/>
          <p:cNvSpPr txBox="1"/>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 sz="1200" u="none">
                <a:solidFill>
                  <a:srgbClr val="000000"/>
                </a:solidFill>
                <a:latin typeface="Calibri"/>
                <a:ea typeface="Calibri"/>
                <a:cs typeface="Calibri"/>
                <a:sym typeface="Calibri"/>
              </a:rPr>
              <a:t>Engs 31 / CoSc 56 — Digital Electronics</a:t>
            </a:r>
            <a:endParaRPr/>
          </a:p>
        </p:txBody>
      </p:sp>
      <p:sp>
        <p:nvSpPr>
          <p:cNvPr id="734" name="Google Shape;734;g3bb9ee12d1b_0_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a:solidFill>
                  <a:srgbClr val="000000"/>
                </a:solidFill>
                <a:latin typeface="Calibri"/>
                <a:ea typeface="Calibri"/>
                <a:cs typeface="Calibri"/>
                <a:sym typeface="Calibri"/>
              </a:rPr>
              <a:t>‹#›</a:t>
            </a:fld>
            <a:endParaRPr/>
          </a:p>
        </p:txBody>
      </p:sp>
      <p:sp>
        <p:nvSpPr>
          <p:cNvPr id="735" name="Google Shape;735;g3bb9ee12d1b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6" name="Google Shape;736;g3bb9ee12d1b_0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For UART: baud rate = bits/second since each bit transmits one symbol. </a:t>
            </a:r>
            <a:endParaRPr/>
          </a:p>
          <a:p>
            <a:pPr indent="0" lvl="0" marL="0" rtl="0" algn="l">
              <a:spcBef>
                <a:spcPts val="0"/>
              </a:spcBef>
              <a:spcAft>
                <a:spcPts val="0"/>
              </a:spcAft>
              <a:buNone/>
            </a:pPr>
            <a:r>
              <a:rPr lang="en"/>
              <a:t>Historical note, Mars Sojourner/Pathfinder used 9600 baud for communication.</a:t>
            </a:r>
            <a:endParaRPr/>
          </a:p>
        </p:txBody>
      </p:sp>
      <p:sp>
        <p:nvSpPr>
          <p:cNvPr id="737" name="Google Shape;737;g3bb9ee12d1b_0_3:notes"/>
          <p:cNvSpPr txBox="1"/>
          <p:nvPr/>
        </p:nvSpPr>
        <p:spPr>
          <a:xfrm>
            <a:off x="3884612" y="0"/>
            <a:ext cx="29718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r>
              <a:rPr b="0" i="0" lang="en" sz="1200" u="none">
                <a:solidFill>
                  <a:srgbClr val="000000"/>
                </a:solidFill>
                <a:latin typeface="Calibri"/>
                <a:ea typeface="Calibri"/>
                <a:cs typeface="Calibri"/>
                <a:sym typeface="Calibri"/>
              </a:rPr>
              <a:t>17.  Serial communication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b070e7a38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b070e7a3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b070e7a38c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b070e7a3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070e7a38c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b070e7a38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ed8d5f9dc8_0_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g2ed8d5f9dc8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2ed8d5f9dc8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2ed8d5f9dc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ed8d5f9dc8_0_9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ed8d5f9dc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0ea96606f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0ea96606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b070e7a38c_0_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b070e7a38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b070e7a38c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b070e7a38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b070e7a38c_0_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b070e7a38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78c9c42af2_0_2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78c9c42af2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2ed8d5f9dc8_0_3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2ed8d5f9dc8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24.8 is the section about USART registers. We are using the USART in non-FIFO mode.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ed8d5f9dc8_0_30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ed8d5f9dc8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24.8 is the section about USART registers. We are using the USART in non-FIFO mode.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ed8d5f9dc8_0_4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2ed8d5f9dc8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b070e7a38c_0_1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3b070e7a38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many other registers that we won't need to touch. We are using non FIFO mode.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Should we point out any kind of interrupt we may be using later?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78c9c42af2_0_5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78c9c42af2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12 * 10^6 / 9600 = 1250</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b070e7a38c_0_19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b070e7a38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12 * 10^6 / 9600 = 1250</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b070e7a38c_0_17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b070e7a38c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78c9c42af2_0_5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78c9c42af2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78c9c42af2_0_5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78c9c42af2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ed8d5f9dc8_0_5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ed8d5f9dc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78c9c42af2_0_5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78c9c42af2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b070e7a38c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b070e7a38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78c9c42af2_0_302:notes"/>
          <p:cNvSpPr txBox="1"/>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 sz="1200" u="none">
                <a:solidFill>
                  <a:srgbClr val="000000"/>
                </a:solidFill>
                <a:latin typeface="Calibri"/>
                <a:ea typeface="Calibri"/>
                <a:cs typeface="Calibri"/>
                <a:sym typeface="Calibri"/>
              </a:rPr>
              <a:t>Engs 31 / CoSc 56 — Digital Electronics</a:t>
            </a:r>
            <a:endParaRPr/>
          </a:p>
        </p:txBody>
      </p:sp>
      <p:sp>
        <p:nvSpPr>
          <p:cNvPr id="1072" name="Google Shape;1072;g78c9c42af2_0_30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a:solidFill>
                  <a:srgbClr val="000000"/>
                </a:solidFill>
                <a:latin typeface="Calibri"/>
                <a:ea typeface="Calibri"/>
                <a:cs typeface="Calibri"/>
                <a:sym typeface="Calibri"/>
              </a:rPr>
              <a:t>‹#›</a:t>
            </a:fld>
            <a:endParaRPr/>
          </a:p>
        </p:txBody>
      </p:sp>
      <p:sp>
        <p:nvSpPr>
          <p:cNvPr id="1073" name="Google Shape;1073;g78c9c42af2_0_3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74" name="Google Shape;1074;g78c9c42af2_0_3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5" name="Google Shape;1075;g78c9c42af2_0_302:notes"/>
          <p:cNvSpPr txBox="1"/>
          <p:nvPr/>
        </p:nvSpPr>
        <p:spPr>
          <a:xfrm>
            <a:off x="3884612" y="0"/>
            <a:ext cx="29718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r>
              <a:rPr b="0" i="0" lang="en" sz="1200" u="none">
                <a:solidFill>
                  <a:srgbClr val="000000"/>
                </a:solidFill>
                <a:latin typeface="Calibri"/>
                <a:ea typeface="Calibri"/>
                <a:cs typeface="Calibri"/>
                <a:sym typeface="Calibri"/>
              </a:rPr>
              <a:t>17.  Serial communication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78c9c42af2_0_5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78c9c42af2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78c9c42af2_0_57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78c9c42af2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78c9c42af2_0_5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78c9c42af2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78c9c42af2_0_7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78c9c42af2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10e91b51c4f_0_2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10e91b51c4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10e91b51c4f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10e91b51c4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600"/>
              </a:spcBef>
              <a:spcAft>
                <a:spcPts val="0"/>
              </a:spcAft>
              <a:buSzPts val="1400"/>
              <a:buNone/>
              <a:defRPr i="1" sz="1200">
                <a:solidFill>
                  <a:schemeClr val="lt2"/>
                </a:solidFill>
                <a:latin typeface="Helvetica Neue"/>
                <a:ea typeface="Helvetica Neue"/>
                <a:cs typeface="Helvetica Neue"/>
                <a:sym typeface="Helvetica Neu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chemeClr val="lt2"/>
              </a:buClr>
              <a:buSzPts val="1200"/>
              <a:buFont typeface="Helvetica Neue"/>
              <a:buNone/>
              <a:defRPr b="0" i="1" sz="1200" u="non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i="0"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1" name="Google Shape;61;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5" name="Google Shape;6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3" name="Google Shape;73;p18"/>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4" name="Google Shape;7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20"/>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1" name="Google Shape;8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4" name="Google Shape;8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 name="Google Shape;88;p22"/>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90" name="Google Shape;9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97" name="Google Shape;9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_Cover Slide">
  <p:cSld name="0_Cover Slide">
    <p:bg>
      <p:bgPr>
        <a:solidFill>
          <a:srgbClr val="000000">
            <a:alpha val="0"/>
          </a:srgbClr>
        </a:solidFill>
      </p:bgPr>
    </p:bg>
    <p:spTree>
      <p:nvGrpSpPr>
        <p:cNvPr id="101" name="Shape 101"/>
        <p:cNvGrpSpPr/>
        <p:nvPr/>
      </p:nvGrpSpPr>
      <p:grpSpPr>
        <a:xfrm>
          <a:off x="0" y="0"/>
          <a:ext cx="0" cy="0"/>
          <a:chOff x="0" y="0"/>
          <a:chExt cx="0" cy="0"/>
        </a:xfrm>
      </p:grpSpPr>
      <p:sp>
        <p:nvSpPr>
          <p:cNvPr id="102" name="Google Shape;102;p27"/>
          <p:cNvSpPr/>
          <p:nvPr/>
        </p:nvSpPr>
        <p:spPr>
          <a:xfrm>
            <a:off x="1161115" y="1142776"/>
            <a:ext cx="6821700" cy="4572300"/>
          </a:xfrm>
          <a:prstGeom prst="rect">
            <a:avLst/>
          </a:prstGeom>
          <a:solidFill>
            <a:srgbClr val="F7F2ED">
              <a:alpha val="84310"/>
            </a:srgbClr>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Layout Slide">
  <p:cSld name="29_Layout Slide">
    <p:spTree>
      <p:nvGrpSpPr>
        <p:cNvPr id="103" name="Shape 103"/>
        <p:cNvGrpSpPr/>
        <p:nvPr/>
      </p:nvGrpSpPr>
      <p:grpSpPr>
        <a:xfrm>
          <a:off x="0" y="0"/>
          <a:ext cx="0" cy="0"/>
          <a:chOff x="0" y="0"/>
          <a:chExt cx="0" cy="0"/>
        </a:xfrm>
      </p:grpSpPr>
      <p:sp>
        <p:nvSpPr>
          <p:cNvPr id="104" name="Google Shape;104;p28"/>
          <p:cNvSpPr/>
          <p:nvPr>
            <p:ph idx="2" type="pic"/>
          </p:nvPr>
        </p:nvSpPr>
        <p:spPr>
          <a:xfrm>
            <a:off x="0" y="2929055"/>
            <a:ext cx="1863300" cy="3929100"/>
          </a:xfrm>
          <a:prstGeom prst="rect">
            <a:avLst/>
          </a:prstGeom>
          <a:solidFill>
            <a:schemeClr val="lt1"/>
          </a:solidFill>
          <a:ln>
            <a:noFill/>
          </a:ln>
        </p:spPr>
      </p:sp>
      <p:sp>
        <p:nvSpPr>
          <p:cNvPr id="105" name="Google Shape;105;p28"/>
          <p:cNvSpPr/>
          <p:nvPr/>
        </p:nvSpPr>
        <p:spPr>
          <a:xfrm>
            <a:off x="5375787" y="1072094"/>
            <a:ext cx="3768000" cy="12855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106" name="Google Shape;106;p28"/>
          <p:cNvSpPr/>
          <p:nvPr>
            <p:ph idx="3" type="pic"/>
          </p:nvPr>
        </p:nvSpPr>
        <p:spPr>
          <a:xfrm>
            <a:off x="8179983" y="1072094"/>
            <a:ext cx="963900" cy="963900"/>
          </a:xfrm>
          <a:prstGeom prst="rect">
            <a:avLst/>
          </a:prstGeom>
          <a:solidFill>
            <a:schemeClr val="lt1"/>
          </a:solidFill>
          <a:ln>
            <a:noFill/>
          </a:ln>
        </p:spPr>
      </p:sp>
      <p:sp>
        <p:nvSpPr>
          <p:cNvPr id="107" name="Google Shape;107;p28"/>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ayout Slide">
  <p:cSld name="3_Layout Slide">
    <p:spTree>
      <p:nvGrpSpPr>
        <p:cNvPr id="108" name="Shape 108"/>
        <p:cNvGrpSpPr/>
        <p:nvPr/>
      </p:nvGrpSpPr>
      <p:grpSpPr>
        <a:xfrm>
          <a:off x="0" y="0"/>
          <a:ext cx="0" cy="0"/>
          <a:chOff x="0" y="0"/>
          <a:chExt cx="0" cy="0"/>
        </a:xfrm>
      </p:grpSpPr>
      <p:sp>
        <p:nvSpPr>
          <p:cNvPr id="109" name="Google Shape;109;p29"/>
          <p:cNvSpPr/>
          <p:nvPr>
            <p:ph idx="2" type="pic"/>
          </p:nvPr>
        </p:nvSpPr>
        <p:spPr>
          <a:xfrm>
            <a:off x="-1" y="0"/>
            <a:ext cx="9143400" cy="6858000"/>
          </a:xfrm>
          <a:prstGeom prst="rect">
            <a:avLst/>
          </a:prstGeom>
          <a:solidFill>
            <a:schemeClr val="lt1"/>
          </a:solidFill>
          <a:ln>
            <a:noFill/>
          </a:ln>
        </p:spPr>
      </p:sp>
      <p:sp>
        <p:nvSpPr>
          <p:cNvPr id="110" name="Google Shape;110;p29"/>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Layout Slide">
  <p:cSld name="39_Layout Slide">
    <p:spTree>
      <p:nvGrpSpPr>
        <p:cNvPr id="111" name="Shape 111"/>
        <p:cNvGrpSpPr/>
        <p:nvPr/>
      </p:nvGrpSpPr>
      <p:grpSpPr>
        <a:xfrm>
          <a:off x="0" y="0"/>
          <a:ext cx="0" cy="0"/>
          <a:chOff x="0" y="0"/>
          <a:chExt cx="0" cy="0"/>
        </a:xfrm>
      </p:grpSpPr>
      <p:sp>
        <p:nvSpPr>
          <p:cNvPr id="112" name="Google Shape;112;p30"/>
          <p:cNvSpPr/>
          <p:nvPr/>
        </p:nvSpPr>
        <p:spPr>
          <a:xfrm>
            <a:off x="5322202" y="1500623"/>
            <a:ext cx="3161400" cy="5357400"/>
          </a:xfrm>
          <a:prstGeom prst="rect">
            <a:avLst/>
          </a:prstGeom>
          <a:solidFill>
            <a:schemeClr val="dk2"/>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113" name="Google Shape;113;p30"/>
          <p:cNvSpPr/>
          <p:nvPr>
            <p:ph idx="2" type="pic"/>
          </p:nvPr>
        </p:nvSpPr>
        <p:spPr>
          <a:xfrm>
            <a:off x="981774" y="4500330"/>
            <a:ext cx="1232400" cy="1428600"/>
          </a:xfrm>
          <a:prstGeom prst="rect">
            <a:avLst/>
          </a:prstGeom>
          <a:solidFill>
            <a:schemeClr val="lt1"/>
          </a:solidFill>
          <a:ln>
            <a:noFill/>
          </a:ln>
        </p:spPr>
      </p:sp>
      <p:sp>
        <p:nvSpPr>
          <p:cNvPr id="114" name="Google Shape;114;p30"/>
          <p:cNvSpPr/>
          <p:nvPr>
            <p:ph idx="3" type="pic"/>
          </p:nvPr>
        </p:nvSpPr>
        <p:spPr>
          <a:xfrm>
            <a:off x="2321412" y="4500330"/>
            <a:ext cx="1232400" cy="1428600"/>
          </a:xfrm>
          <a:prstGeom prst="rect">
            <a:avLst/>
          </a:prstGeom>
          <a:solidFill>
            <a:schemeClr val="lt1"/>
          </a:solidFill>
          <a:ln>
            <a:noFill/>
          </a:ln>
        </p:spPr>
      </p:sp>
      <p:sp>
        <p:nvSpPr>
          <p:cNvPr id="115" name="Google Shape;115;p30"/>
          <p:cNvSpPr/>
          <p:nvPr>
            <p:ph idx="4" type="pic"/>
          </p:nvPr>
        </p:nvSpPr>
        <p:spPr>
          <a:xfrm>
            <a:off x="3661050" y="4500330"/>
            <a:ext cx="1232400" cy="1428600"/>
          </a:xfrm>
          <a:prstGeom prst="rect">
            <a:avLst/>
          </a:prstGeom>
          <a:solidFill>
            <a:schemeClr val="lt1"/>
          </a:solidFill>
          <a:ln>
            <a:noFill/>
          </a:ln>
        </p:spPr>
      </p:sp>
      <p:sp>
        <p:nvSpPr>
          <p:cNvPr id="116" name="Google Shape;116;p30"/>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7" name="Shape 117"/>
        <p:cNvGrpSpPr/>
        <p:nvPr/>
      </p:nvGrpSpPr>
      <p:grpSpPr>
        <a:xfrm>
          <a:off x="0" y="0"/>
          <a:ext cx="0" cy="0"/>
          <a:chOff x="0" y="0"/>
          <a:chExt cx="0" cy="0"/>
        </a:xfrm>
      </p:grpSpPr>
      <p:sp>
        <p:nvSpPr>
          <p:cNvPr id="118" name="Google Shape;118;p31"/>
          <p:cNvSpPr txBox="1"/>
          <p:nvPr>
            <p:ph type="title"/>
          </p:nvPr>
        </p:nvSpPr>
        <p:spPr>
          <a:xfrm>
            <a:off x="629842" y="457201"/>
            <a:ext cx="2949300" cy="1600200"/>
          </a:xfrm>
          <a:prstGeom prst="rect">
            <a:avLst/>
          </a:prstGeom>
          <a:noFill/>
          <a:ln>
            <a:noFill/>
          </a:ln>
        </p:spPr>
        <p:txBody>
          <a:bodyPr anchorCtr="0" anchor="b" bIns="38075" lIns="76175" spcFirstLastPara="1" rIns="76175" wrap="square" tIns="38075">
            <a:noAutofit/>
          </a:bodyPr>
          <a:lstStyle>
            <a:lvl1pPr lvl="0" marR="0" algn="l">
              <a:lnSpc>
                <a:spcPct val="100000"/>
              </a:lnSpc>
              <a:spcBef>
                <a:spcPts val="0"/>
              </a:spcBef>
              <a:spcAft>
                <a:spcPts val="0"/>
              </a:spcAft>
              <a:buClr>
                <a:srgbClr val="000000"/>
              </a:buClr>
              <a:buSzPts val="1200"/>
              <a:buFont typeface="Arial"/>
              <a:buNone/>
              <a:defRPr b="0" i="0" sz="27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119" name="Google Shape;119;p31"/>
          <p:cNvSpPr txBox="1"/>
          <p:nvPr>
            <p:ph idx="1" type="body"/>
          </p:nvPr>
        </p:nvSpPr>
        <p:spPr>
          <a:xfrm>
            <a:off x="3887395" y="987427"/>
            <a:ext cx="4629000" cy="4873500"/>
          </a:xfrm>
          <a:prstGeom prst="rect">
            <a:avLst/>
          </a:prstGeom>
          <a:noFill/>
          <a:ln>
            <a:noFill/>
          </a:ln>
        </p:spPr>
        <p:txBody>
          <a:bodyPr anchorCtr="0" anchor="t" bIns="38075" lIns="76175" spcFirstLastPara="1" rIns="76175" wrap="square" tIns="38075">
            <a:noAutofit/>
          </a:bodyPr>
          <a:lstStyle>
            <a:lvl1pPr indent="-228600" lvl="0" marL="457200" marR="0" algn="l">
              <a:lnSpc>
                <a:spcPct val="100000"/>
              </a:lnSpc>
              <a:spcBef>
                <a:spcPts val="0"/>
              </a:spcBef>
              <a:spcAft>
                <a:spcPts val="0"/>
              </a:spcAft>
              <a:buClr>
                <a:srgbClr val="000000"/>
              </a:buClr>
              <a:buSzPts val="1200"/>
              <a:buFont typeface="Arial"/>
              <a:buNone/>
              <a:defRPr b="0" i="0" sz="27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200"/>
              <a:buFont typeface="Arial"/>
              <a:buNone/>
              <a:defRPr b="0" i="0" sz="23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200"/>
              <a:buFont typeface="Arial"/>
              <a:buNone/>
              <a:defRPr b="0" i="0" sz="20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200"/>
              <a:buFont typeface="Arial"/>
              <a:buNone/>
              <a:defRPr b="0" i="0" sz="17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200"/>
              <a:buFont typeface="Arial"/>
              <a:buNone/>
              <a:defRPr b="0" i="0" sz="17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200"/>
              <a:buFont typeface="Arial"/>
              <a:buNone/>
              <a:defRPr b="0" i="0" sz="17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200"/>
              <a:buFont typeface="Arial"/>
              <a:buNone/>
              <a:defRPr b="0" i="0" sz="17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200"/>
              <a:buFont typeface="Arial"/>
              <a:buNone/>
              <a:defRPr b="0" i="0" sz="17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200"/>
              <a:buFont typeface="Arial"/>
              <a:buNone/>
              <a:defRPr b="0" i="0" sz="1700" u="none" cap="none" strike="noStrike">
                <a:solidFill>
                  <a:srgbClr val="000000"/>
                </a:solidFill>
                <a:latin typeface="Arial"/>
                <a:ea typeface="Arial"/>
                <a:cs typeface="Arial"/>
                <a:sym typeface="Arial"/>
              </a:defRPr>
            </a:lvl9pPr>
          </a:lstStyle>
          <a:p/>
        </p:txBody>
      </p:sp>
      <p:sp>
        <p:nvSpPr>
          <p:cNvPr id="120" name="Google Shape;120;p31"/>
          <p:cNvSpPr txBox="1"/>
          <p:nvPr>
            <p:ph idx="2" type="body"/>
          </p:nvPr>
        </p:nvSpPr>
        <p:spPr>
          <a:xfrm>
            <a:off x="629842" y="2057404"/>
            <a:ext cx="2949300" cy="3811500"/>
          </a:xfrm>
          <a:prstGeom prst="rect">
            <a:avLst/>
          </a:prstGeom>
          <a:noFill/>
          <a:ln>
            <a:noFill/>
          </a:ln>
        </p:spPr>
        <p:txBody>
          <a:bodyPr anchorCtr="0" anchor="t" bIns="38075" lIns="76175" spcFirstLastPara="1" rIns="76175" wrap="square" tIns="38075">
            <a:noAutofit/>
          </a:bodyPr>
          <a:lstStyle>
            <a:lvl1pPr indent="-228600" lvl="0" marL="457200" marR="0" algn="l">
              <a:lnSpc>
                <a:spcPct val="100000"/>
              </a:lnSpc>
              <a:spcBef>
                <a:spcPts val="0"/>
              </a:spcBef>
              <a:spcAft>
                <a:spcPts val="0"/>
              </a:spcAft>
              <a:buClr>
                <a:srgbClr val="000000"/>
              </a:buClr>
              <a:buSzPts val="1300"/>
              <a:buFont typeface="Arial"/>
              <a:buNone/>
              <a:defRPr b="0" i="0" sz="1300" u="none" cap="none" strike="noStrike">
                <a:solidFill>
                  <a:srgbClr val="000000"/>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000"/>
              <a:buFont typeface="Arial"/>
              <a:buNone/>
              <a:defRPr b="0" i="0" sz="10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p:txBody>
      </p:sp>
      <p:sp>
        <p:nvSpPr>
          <p:cNvPr id="121" name="Google Shape;121;p31"/>
          <p:cNvSpPr txBox="1"/>
          <p:nvPr>
            <p:ph idx="10" type="dt"/>
          </p:nvPr>
        </p:nvSpPr>
        <p:spPr>
          <a:xfrm>
            <a:off x="0" y="0"/>
            <a:ext cx="2250300" cy="2999400"/>
          </a:xfrm>
          <a:prstGeom prst="rect">
            <a:avLst/>
          </a:prstGeom>
          <a:noFill/>
          <a:ln>
            <a:noFill/>
          </a:ln>
        </p:spPr>
        <p:txBody>
          <a:bodyPr anchorCtr="0" anchor="t" bIns="38075" lIns="76175" spcFirstLastPara="1" rIns="76175" wrap="square" tIns="38075">
            <a:noAutofit/>
          </a:bodyPr>
          <a:lstStyle>
            <a:lvl1pPr lv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122" name="Google Shape;122;p31"/>
          <p:cNvSpPr txBox="1"/>
          <p:nvPr>
            <p:ph idx="11" type="ftr"/>
          </p:nvPr>
        </p:nvSpPr>
        <p:spPr>
          <a:xfrm>
            <a:off x="0" y="0"/>
            <a:ext cx="2250300" cy="2999400"/>
          </a:xfrm>
          <a:prstGeom prst="rect">
            <a:avLst/>
          </a:prstGeom>
          <a:noFill/>
          <a:ln>
            <a:noFill/>
          </a:ln>
        </p:spPr>
        <p:txBody>
          <a:bodyPr anchorCtr="0" anchor="t" bIns="38075" lIns="76175" spcFirstLastPara="1" rIns="76175" wrap="square" tIns="38075">
            <a:noAutofit/>
          </a:bodyPr>
          <a:lstStyle>
            <a:lvl1pPr lv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123" name="Google Shape;123;p31"/>
          <p:cNvSpPr txBox="1"/>
          <p:nvPr>
            <p:ph idx="12" type="sldNum"/>
          </p:nvPr>
        </p:nvSpPr>
        <p:spPr>
          <a:xfrm>
            <a:off x="0" y="0"/>
            <a:ext cx="2250300" cy="2999400"/>
          </a:xfrm>
          <a:prstGeom prst="rect">
            <a:avLst/>
          </a:prstGeom>
          <a:noFill/>
          <a:ln>
            <a:noFill/>
          </a:ln>
        </p:spPr>
        <p:txBody>
          <a:bodyPr anchorCtr="0" anchor="t" bIns="38075" lIns="76175" spcFirstLastPara="1" rIns="76175" wrap="square" tIns="38075">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
  <p:cSld name="36">
    <p:spTree>
      <p:nvGrpSpPr>
        <p:cNvPr id="124" name="Shape 124"/>
        <p:cNvGrpSpPr/>
        <p:nvPr/>
      </p:nvGrpSpPr>
      <p:grpSpPr>
        <a:xfrm>
          <a:off x="0" y="0"/>
          <a:ext cx="0" cy="0"/>
          <a:chOff x="0" y="0"/>
          <a:chExt cx="0" cy="0"/>
        </a:xfrm>
      </p:grpSpPr>
      <p:sp>
        <p:nvSpPr>
          <p:cNvPr id="125" name="Google Shape;125;p32"/>
          <p:cNvSpPr/>
          <p:nvPr/>
        </p:nvSpPr>
        <p:spPr>
          <a:xfrm>
            <a:off x="3285952" y="0"/>
            <a:ext cx="5858100" cy="6858000"/>
          </a:xfrm>
          <a:prstGeom prst="rect">
            <a:avLst/>
          </a:prstGeom>
          <a:solidFill>
            <a:schemeClr val="lt1"/>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595959"/>
              </a:solidFill>
              <a:latin typeface="Roboto"/>
              <a:ea typeface="Roboto"/>
              <a:cs typeface="Roboto"/>
              <a:sym typeface="Roboto"/>
            </a:endParaRPr>
          </a:p>
        </p:txBody>
      </p:sp>
      <p:sp>
        <p:nvSpPr>
          <p:cNvPr id="126" name="Google Shape;126;p32"/>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ayout Slide" type="blank">
  <p:cSld name="BLANK">
    <p:bg>
      <p:bgPr>
        <a:solidFill>
          <a:srgbClr val="1C1F26"/>
        </a:solidFill>
      </p:bgPr>
    </p:bg>
    <p:spTree>
      <p:nvGrpSpPr>
        <p:cNvPr id="127" name="Shape 127"/>
        <p:cNvGrpSpPr/>
        <p:nvPr/>
      </p:nvGrpSpPr>
      <p:grpSpPr>
        <a:xfrm>
          <a:off x="0" y="0"/>
          <a:ext cx="0" cy="0"/>
          <a:chOff x="0" y="0"/>
          <a:chExt cx="0" cy="0"/>
        </a:xfrm>
      </p:grpSpPr>
      <p:sp>
        <p:nvSpPr>
          <p:cNvPr id="128" name="Google Shape;128;p33"/>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rgbClr val="FFFFFF"/>
                </a:solidFill>
                <a:latin typeface="Proxima Nova"/>
                <a:ea typeface="Proxima Nova"/>
                <a:cs typeface="Proxima Nova"/>
                <a:sym typeface="Proxima Nova"/>
              </a:rPr>
              <a:t>Student Wellness Center</a:t>
            </a:r>
            <a:endParaRPr b="0" i="0" sz="700" u="none" cap="none" strike="noStrike">
              <a:solidFill>
                <a:srgbClr val="FFFFFF"/>
              </a:solidFill>
              <a:latin typeface="Proxima Nova"/>
              <a:ea typeface="Proxima Nova"/>
              <a:cs typeface="Proxima Nova"/>
              <a:sym typeface="Proxima Nova"/>
            </a:endParaRP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cSld name="41">
    <p:spTree>
      <p:nvGrpSpPr>
        <p:cNvPr id="129" name="Shape 129"/>
        <p:cNvGrpSpPr/>
        <p:nvPr/>
      </p:nvGrpSpPr>
      <p:grpSpPr>
        <a:xfrm>
          <a:off x="0" y="0"/>
          <a:ext cx="0" cy="0"/>
          <a:chOff x="0" y="0"/>
          <a:chExt cx="0" cy="0"/>
        </a:xfrm>
      </p:grpSpPr>
      <p:sp>
        <p:nvSpPr>
          <p:cNvPr id="130" name="Google Shape;130;p34"/>
          <p:cNvSpPr/>
          <p:nvPr>
            <p:ph idx="2" type="pic"/>
          </p:nvPr>
        </p:nvSpPr>
        <p:spPr>
          <a:xfrm>
            <a:off x="1338260" y="2956989"/>
            <a:ext cx="1815900" cy="1647000"/>
          </a:xfrm>
          <a:prstGeom prst="rect">
            <a:avLst/>
          </a:prstGeom>
          <a:solidFill>
            <a:schemeClr val="lt1"/>
          </a:solidFill>
          <a:ln>
            <a:noFill/>
          </a:ln>
        </p:spPr>
      </p:sp>
      <p:sp>
        <p:nvSpPr>
          <p:cNvPr id="131" name="Google Shape;131;p34"/>
          <p:cNvSpPr/>
          <p:nvPr>
            <p:ph idx="3" type="pic"/>
          </p:nvPr>
        </p:nvSpPr>
        <p:spPr>
          <a:xfrm>
            <a:off x="3663961" y="2956989"/>
            <a:ext cx="1815900" cy="1647000"/>
          </a:xfrm>
          <a:prstGeom prst="rect">
            <a:avLst/>
          </a:prstGeom>
          <a:solidFill>
            <a:schemeClr val="lt1"/>
          </a:solidFill>
          <a:ln>
            <a:noFill/>
          </a:ln>
        </p:spPr>
      </p:sp>
      <p:sp>
        <p:nvSpPr>
          <p:cNvPr id="132" name="Google Shape;132;p34"/>
          <p:cNvSpPr/>
          <p:nvPr>
            <p:ph idx="4" type="pic"/>
          </p:nvPr>
        </p:nvSpPr>
        <p:spPr>
          <a:xfrm>
            <a:off x="5993056" y="2956989"/>
            <a:ext cx="1815900" cy="1647000"/>
          </a:xfrm>
          <a:prstGeom prst="rect">
            <a:avLst/>
          </a:prstGeom>
          <a:solidFill>
            <a:schemeClr val="lt1"/>
          </a:solidFill>
          <a:ln>
            <a:noFill/>
          </a:ln>
        </p:spPr>
      </p:sp>
      <p:sp>
        <p:nvSpPr>
          <p:cNvPr id="133" name="Google Shape;133;p34"/>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Layout Slide">
  <p:cSld name="11_Layout Slide">
    <p:spTree>
      <p:nvGrpSpPr>
        <p:cNvPr id="134" name="Shape 134"/>
        <p:cNvGrpSpPr/>
        <p:nvPr/>
      </p:nvGrpSpPr>
      <p:grpSpPr>
        <a:xfrm>
          <a:off x="0" y="0"/>
          <a:ext cx="0" cy="0"/>
          <a:chOff x="0" y="0"/>
          <a:chExt cx="0" cy="0"/>
        </a:xfrm>
      </p:grpSpPr>
      <p:sp>
        <p:nvSpPr>
          <p:cNvPr id="135" name="Google Shape;135;p35"/>
          <p:cNvSpPr/>
          <p:nvPr>
            <p:ph idx="2" type="pic"/>
          </p:nvPr>
        </p:nvSpPr>
        <p:spPr>
          <a:xfrm>
            <a:off x="-1" y="0"/>
            <a:ext cx="9143400" cy="3500400"/>
          </a:xfrm>
          <a:prstGeom prst="rect">
            <a:avLst/>
          </a:prstGeom>
          <a:solidFill>
            <a:schemeClr val="lt1"/>
          </a:solidFill>
          <a:ln>
            <a:noFill/>
          </a:ln>
        </p:spPr>
      </p:sp>
      <p:sp>
        <p:nvSpPr>
          <p:cNvPr id="136" name="Google Shape;136;p35"/>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_Layout Slide">
  <p:cSld name="47_Layout Slide">
    <p:spTree>
      <p:nvGrpSpPr>
        <p:cNvPr id="137" name="Shape 137"/>
        <p:cNvGrpSpPr/>
        <p:nvPr/>
      </p:nvGrpSpPr>
      <p:grpSpPr>
        <a:xfrm>
          <a:off x="0" y="0"/>
          <a:ext cx="0" cy="0"/>
          <a:chOff x="0" y="0"/>
          <a:chExt cx="0" cy="0"/>
        </a:xfrm>
      </p:grpSpPr>
      <p:pic>
        <p:nvPicPr>
          <p:cNvPr descr="Phone.png" id="138" name="Google Shape;138;p36"/>
          <p:cNvPicPr preferRelativeResize="0"/>
          <p:nvPr/>
        </p:nvPicPr>
        <p:blipFill rotWithShape="1">
          <a:blip r:embed="rId2">
            <a:alphaModFix/>
          </a:blip>
          <a:srcRect b="0" l="0" r="0" t="0"/>
          <a:stretch/>
        </p:blipFill>
        <p:spPr>
          <a:xfrm>
            <a:off x="3684218" y="1261886"/>
            <a:ext cx="1775575" cy="3555005"/>
          </a:xfrm>
          <a:prstGeom prst="rect">
            <a:avLst/>
          </a:prstGeom>
          <a:noFill/>
          <a:ln>
            <a:noFill/>
          </a:ln>
        </p:spPr>
      </p:pic>
      <p:sp>
        <p:nvSpPr>
          <p:cNvPr id="139" name="Google Shape;139;p36"/>
          <p:cNvSpPr/>
          <p:nvPr>
            <p:ph idx="2" type="pic"/>
          </p:nvPr>
        </p:nvSpPr>
        <p:spPr>
          <a:xfrm>
            <a:off x="3779024" y="1809458"/>
            <a:ext cx="1586100" cy="3540600"/>
          </a:xfrm>
          <a:prstGeom prst="rect">
            <a:avLst/>
          </a:prstGeom>
          <a:solidFill>
            <a:schemeClr val="lt1"/>
          </a:solidFill>
          <a:ln>
            <a:noFill/>
          </a:ln>
        </p:spPr>
      </p:sp>
      <p:sp>
        <p:nvSpPr>
          <p:cNvPr id="140" name="Google Shape;140;p36"/>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Layout Slide">
  <p:cSld name="13_Layout Slide">
    <p:spTree>
      <p:nvGrpSpPr>
        <p:cNvPr id="141" name="Shape 141"/>
        <p:cNvGrpSpPr/>
        <p:nvPr/>
      </p:nvGrpSpPr>
      <p:grpSpPr>
        <a:xfrm>
          <a:off x="0" y="0"/>
          <a:ext cx="0" cy="0"/>
          <a:chOff x="0" y="0"/>
          <a:chExt cx="0" cy="0"/>
        </a:xfrm>
      </p:grpSpPr>
      <p:sp>
        <p:nvSpPr>
          <p:cNvPr id="142" name="Google Shape;142;p37"/>
          <p:cNvSpPr/>
          <p:nvPr/>
        </p:nvSpPr>
        <p:spPr>
          <a:xfrm>
            <a:off x="3125194" y="1714887"/>
            <a:ext cx="6018900" cy="51432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43" name="Google Shape;143;p37"/>
          <p:cNvSpPr/>
          <p:nvPr>
            <p:ph idx="2" type="pic"/>
          </p:nvPr>
        </p:nvSpPr>
        <p:spPr>
          <a:xfrm>
            <a:off x="3125195" y="1714888"/>
            <a:ext cx="1566300" cy="5143200"/>
          </a:xfrm>
          <a:prstGeom prst="rect">
            <a:avLst/>
          </a:prstGeom>
          <a:solidFill>
            <a:schemeClr val="lt1"/>
          </a:solidFill>
          <a:ln>
            <a:noFill/>
          </a:ln>
        </p:spPr>
      </p:sp>
      <p:sp>
        <p:nvSpPr>
          <p:cNvPr id="144" name="Google Shape;144;p37"/>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Layout Slide">
  <p:cSld name="19_Layout Slide">
    <p:spTree>
      <p:nvGrpSpPr>
        <p:cNvPr id="145" name="Shape 145"/>
        <p:cNvGrpSpPr/>
        <p:nvPr/>
      </p:nvGrpSpPr>
      <p:grpSpPr>
        <a:xfrm>
          <a:off x="0" y="0"/>
          <a:ext cx="0" cy="0"/>
          <a:chOff x="0" y="0"/>
          <a:chExt cx="0" cy="0"/>
        </a:xfrm>
      </p:grpSpPr>
      <p:sp>
        <p:nvSpPr>
          <p:cNvPr id="146" name="Google Shape;146;p38"/>
          <p:cNvSpPr/>
          <p:nvPr/>
        </p:nvSpPr>
        <p:spPr>
          <a:xfrm>
            <a:off x="4572005" y="0"/>
            <a:ext cx="45720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595959"/>
              </a:solidFill>
              <a:latin typeface="Roboto"/>
              <a:ea typeface="Roboto"/>
              <a:cs typeface="Roboto"/>
              <a:sym typeface="Roboto"/>
            </a:endParaRPr>
          </a:p>
        </p:txBody>
      </p:sp>
      <p:sp>
        <p:nvSpPr>
          <p:cNvPr id="147" name="Google Shape;147;p38"/>
          <p:cNvSpPr/>
          <p:nvPr>
            <p:ph idx="2" type="pic"/>
          </p:nvPr>
        </p:nvSpPr>
        <p:spPr>
          <a:xfrm>
            <a:off x="4572005" y="3714693"/>
            <a:ext cx="1523700" cy="3143400"/>
          </a:xfrm>
          <a:prstGeom prst="rect">
            <a:avLst/>
          </a:prstGeom>
          <a:solidFill>
            <a:schemeClr val="lt1"/>
          </a:solidFill>
          <a:ln>
            <a:noFill/>
          </a:ln>
        </p:spPr>
      </p:sp>
      <p:sp>
        <p:nvSpPr>
          <p:cNvPr id="148" name="Google Shape;148;p38"/>
          <p:cNvSpPr/>
          <p:nvPr>
            <p:ph idx="3" type="pic"/>
          </p:nvPr>
        </p:nvSpPr>
        <p:spPr>
          <a:xfrm>
            <a:off x="6096171" y="3714693"/>
            <a:ext cx="1523700" cy="3143400"/>
          </a:xfrm>
          <a:prstGeom prst="rect">
            <a:avLst/>
          </a:prstGeom>
          <a:solidFill>
            <a:schemeClr val="lt1"/>
          </a:solidFill>
          <a:ln>
            <a:noFill/>
          </a:ln>
        </p:spPr>
      </p:sp>
      <p:sp>
        <p:nvSpPr>
          <p:cNvPr id="149" name="Google Shape;149;p38"/>
          <p:cNvSpPr/>
          <p:nvPr>
            <p:ph idx="4" type="pic"/>
          </p:nvPr>
        </p:nvSpPr>
        <p:spPr>
          <a:xfrm>
            <a:off x="7620338" y="3714693"/>
            <a:ext cx="1523700" cy="3143400"/>
          </a:xfrm>
          <a:prstGeom prst="rect">
            <a:avLst/>
          </a:prstGeom>
          <a:solidFill>
            <a:schemeClr val="lt1"/>
          </a:solidFill>
          <a:ln>
            <a:noFill/>
          </a:ln>
        </p:spPr>
      </p:sp>
      <p:sp>
        <p:nvSpPr>
          <p:cNvPr id="150" name="Google Shape;150;p38"/>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_Layout Slide">
  <p:cSld name="48_Layout Slide">
    <p:spTree>
      <p:nvGrpSpPr>
        <p:cNvPr id="151" name="Shape 151"/>
        <p:cNvGrpSpPr/>
        <p:nvPr/>
      </p:nvGrpSpPr>
      <p:grpSpPr>
        <a:xfrm>
          <a:off x="0" y="0"/>
          <a:ext cx="0" cy="0"/>
          <a:chOff x="0" y="0"/>
          <a:chExt cx="0" cy="0"/>
        </a:xfrm>
      </p:grpSpPr>
      <p:pic>
        <p:nvPicPr>
          <p:cNvPr descr="Phone.png" id="152" name="Google Shape;152;p39"/>
          <p:cNvPicPr preferRelativeResize="0"/>
          <p:nvPr/>
        </p:nvPicPr>
        <p:blipFill rotWithShape="1">
          <a:blip r:embed="rId2">
            <a:alphaModFix/>
          </a:blip>
          <a:srcRect b="0" l="0" r="0" t="0"/>
          <a:stretch/>
        </p:blipFill>
        <p:spPr>
          <a:xfrm>
            <a:off x="6018814" y="1261886"/>
            <a:ext cx="1775575" cy="3555005"/>
          </a:xfrm>
          <a:prstGeom prst="rect">
            <a:avLst/>
          </a:prstGeom>
          <a:noFill/>
          <a:ln>
            <a:noFill/>
          </a:ln>
        </p:spPr>
      </p:pic>
      <p:sp>
        <p:nvSpPr>
          <p:cNvPr id="153" name="Google Shape;153;p39"/>
          <p:cNvSpPr/>
          <p:nvPr>
            <p:ph idx="2" type="pic"/>
          </p:nvPr>
        </p:nvSpPr>
        <p:spPr>
          <a:xfrm>
            <a:off x="6113620" y="1809458"/>
            <a:ext cx="1586100" cy="3540600"/>
          </a:xfrm>
          <a:prstGeom prst="rect">
            <a:avLst/>
          </a:prstGeom>
          <a:solidFill>
            <a:schemeClr val="lt1"/>
          </a:solidFill>
          <a:ln>
            <a:noFill/>
          </a:ln>
        </p:spPr>
      </p:sp>
      <p:sp>
        <p:nvSpPr>
          <p:cNvPr id="154" name="Google Shape;154;p39"/>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Layout Slide">
  <p:cSld name="33_Layout Slide">
    <p:spTree>
      <p:nvGrpSpPr>
        <p:cNvPr id="155" name="Shape 155"/>
        <p:cNvGrpSpPr/>
        <p:nvPr/>
      </p:nvGrpSpPr>
      <p:grpSpPr>
        <a:xfrm>
          <a:off x="0" y="0"/>
          <a:ext cx="0" cy="0"/>
          <a:chOff x="0" y="0"/>
          <a:chExt cx="0" cy="0"/>
        </a:xfrm>
      </p:grpSpPr>
      <p:sp>
        <p:nvSpPr>
          <p:cNvPr id="156" name="Google Shape;156;p40"/>
          <p:cNvSpPr/>
          <p:nvPr>
            <p:ph idx="2" type="pic"/>
          </p:nvPr>
        </p:nvSpPr>
        <p:spPr>
          <a:xfrm>
            <a:off x="6649194" y="2000575"/>
            <a:ext cx="1620300" cy="2645400"/>
          </a:xfrm>
          <a:prstGeom prst="rect">
            <a:avLst/>
          </a:prstGeom>
          <a:solidFill>
            <a:schemeClr val="lt1"/>
          </a:solidFill>
          <a:ln>
            <a:noFill/>
          </a:ln>
        </p:spPr>
      </p:sp>
      <p:sp>
        <p:nvSpPr>
          <p:cNvPr id="157" name="Google Shape;157;p40"/>
          <p:cNvSpPr/>
          <p:nvPr>
            <p:ph idx="3" type="pic"/>
          </p:nvPr>
        </p:nvSpPr>
        <p:spPr>
          <a:xfrm>
            <a:off x="4988686" y="2000575"/>
            <a:ext cx="1620300" cy="2645400"/>
          </a:xfrm>
          <a:prstGeom prst="rect">
            <a:avLst/>
          </a:prstGeom>
          <a:solidFill>
            <a:schemeClr val="lt1"/>
          </a:solidFill>
          <a:ln>
            <a:noFill/>
          </a:ln>
        </p:spPr>
      </p:sp>
      <p:sp>
        <p:nvSpPr>
          <p:cNvPr id="158" name="Google Shape;158;p40"/>
          <p:cNvSpPr/>
          <p:nvPr>
            <p:ph idx="4" type="pic"/>
          </p:nvPr>
        </p:nvSpPr>
        <p:spPr>
          <a:xfrm>
            <a:off x="3335322" y="2000575"/>
            <a:ext cx="1620300" cy="2645400"/>
          </a:xfrm>
          <a:prstGeom prst="rect">
            <a:avLst/>
          </a:prstGeom>
          <a:solidFill>
            <a:schemeClr val="lt1"/>
          </a:solidFill>
          <a:ln>
            <a:noFill/>
          </a:ln>
        </p:spPr>
      </p:sp>
      <p:sp>
        <p:nvSpPr>
          <p:cNvPr id="159" name="Google Shape;159;p40"/>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Layout Slide">
  <p:cSld name="16_Layout Slide">
    <p:spTree>
      <p:nvGrpSpPr>
        <p:cNvPr id="160" name="Shape 160"/>
        <p:cNvGrpSpPr/>
        <p:nvPr/>
      </p:nvGrpSpPr>
      <p:grpSpPr>
        <a:xfrm>
          <a:off x="0" y="0"/>
          <a:ext cx="0" cy="0"/>
          <a:chOff x="0" y="0"/>
          <a:chExt cx="0" cy="0"/>
        </a:xfrm>
      </p:grpSpPr>
      <p:sp>
        <p:nvSpPr>
          <p:cNvPr id="161" name="Google Shape;161;p41"/>
          <p:cNvSpPr/>
          <p:nvPr>
            <p:ph idx="2" type="pic"/>
          </p:nvPr>
        </p:nvSpPr>
        <p:spPr>
          <a:xfrm>
            <a:off x="6447498" y="1072094"/>
            <a:ext cx="1982700" cy="5786100"/>
          </a:xfrm>
          <a:prstGeom prst="rect">
            <a:avLst/>
          </a:prstGeom>
          <a:solidFill>
            <a:schemeClr val="lt1"/>
          </a:solidFill>
          <a:ln>
            <a:noFill/>
          </a:ln>
        </p:spPr>
      </p:sp>
      <p:sp>
        <p:nvSpPr>
          <p:cNvPr id="162" name="Google Shape;162;p41"/>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Layout Slide">
  <p:cSld name="23_Layout Slide">
    <p:spTree>
      <p:nvGrpSpPr>
        <p:cNvPr id="163" name="Shape 163"/>
        <p:cNvGrpSpPr/>
        <p:nvPr/>
      </p:nvGrpSpPr>
      <p:grpSpPr>
        <a:xfrm>
          <a:off x="0" y="0"/>
          <a:ext cx="0" cy="0"/>
          <a:chOff x="0" y="0"/>
          <a:chExt cx="0" cy="0"/>
        </a:xfrm>
      </p:grpSpPr>
      <p:sp>
        <p:nvSpPr>
          <p:cNvPr id="164" name="Google Shape;164;p42"/>
          <p:cNvSpPr/>
          <p:nvPr>
            <p:ph idx="2" type="pic"/>
          </p:nvPr>
        </p:nvSpPr>
        <p:spPr>
          <a:xfrm>
            <a:off x="7412037" y="2429104"/>
            <a:ext cx="1732200" cy="3785400"/>
          </a:xfrm>
          <a:prstGeom prst="rect">
            <a:avLst/>
          </a:prstGeom>
          <a:solidFill>
            <a:schemeClr val="lt1"/>
          </a:solidFill>
          <a:ln>
            <a:noFill/>
          </a:ln>
        </p:spPr>
      </p:sp>
      <p:sp>
        <p:nvSpPr>
          <p:cNvPr id="165" name="Google Shape;165;p42"/>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Layout Slide">
  <p:cSld name="27_Layout Slide">
    <p:spTree>
      <p:nvGrpSpPr>
        <p:cNvPr id="166" name="Shape 166"/>
        <p:cNvGrpSpPr/>
        <p:nvPr/>
      </p:nvGrpSpPr>
      <p:grpSpPr>
        <a:xfrm>
          <a:off x="0" y="0"/>
          <a:ext cx="0" cy="0"/>
          <a:chOff x="0" y="0"/>
          <a:chExt cx="0" cy="0"/>
        </a:xfrm>
      </p:grpSpPr>
      <p:sp>
        <p:nvSpPr>
          <p:cNvPr id="167" name="Google Shape;167;p43"/>
          <p:cNvSpPr/>
          <p:nvPr/>
        </p:nvSpPr>
        <p:spPr>
          <a:xfrm>
            <a:off x="0" y="4500330"/>
            <a:ext cx="5322300" cy="23577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168" name="Google Shape;168;p43"/>
          <p:cNvSpPr/>
          <p:nvPr>
            <p:ph idx="2" type="pic"/>
          </p:nvPr>
        </p:nvSpPr>
        <p:spPr>
          <a:xfrm>
            <a:off x="0" y="3143320"/>
            <a:ext cx="1892700" cy="3714600"/>
          </a:xfrm>
          <a:prstGeom prst="rect">
            <a:avLst/>
          </a:prstGeom>
          <a:solidFill>
            <a:schemeClr val="lt1"/>
          </a:solidFill>
          <a:ln>
            <a:noFill/>
          </a:ln>
        </p:spPr>
      </p:sp>
      <p:sp>
        <p:nvSpPr>
          <p:cNvPr id="169" name="Google Shape;169;p43"/>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Layout Slide">
  <p:cSld name="18_Layout Slide">
    <p:spTree>
      <p:nvGrpSpPr>
        <p:cNvPr id="170" name="Shape 170"/>
        <p:cNvGrpSpPr/>
        <p:nvPr/>
      </p:nvGrpSpPr>
      <p:grpSpPr>
        <a:xfrm>
          <a:off x="0" y="0"/>
          <a:ext cx="0" cy="0"/>
          <a:chOff x="0" y="0"/>
          <a:chExt cx="0" cy="0"/>
        </a:xfrm>
      </p:grpSpPr>
      <p:sp>
        <p:nvSpPr>
          <p:cNvPr id="171" name="Google Shape;171;p44"/>
          <p:cNvSpPr/>
          <p:nvPr>
            <p:ph idx="2" type="pic"/>
          </p:nvPr>
        </p:nvSpPr>
        <p:spPr>
          <a:xfrm>
            <a:off x="2319035" y="2571948"/>
            <a:ext cx="1825500" cy="1642800"/>
          </a:xfrm>
          <a:prstGeom prst="rect">
            <a:avLst/>
          </a:prstGeom>
          <a:solidFill>
            <a:schemeClr val="lt1"/>
          </a:solidFill>
          <a:ln>
            <a:noFill/>
          </a:ln>
        </p:spPr>
      </p:sp>
      <p:sp>
        <p:nvSpPr>
          <p:cNvPr id="172" name="Google Shape;172;p44"/>
          <p:cNvSpPr/>
          <p:nvPr>
            <p:ph idx="3" type="pic"/>
          </p:nvPr>
        </p:nvSpPr>
        <p:spPr>
          <a:xfrm>
            <a:off x="6876023" y="2570733"/>
            <a:ext cx="1393500" cy="3357900"/>
          </a:xfrm>
          <a:prstGeom prst="rect">
            <a:avLst/>
          </a:prstGeom>
          <a:solidFill>
            <a:schemeClr val="lt1"/>
          </a:solidFill>
          <a:ln>
            <a:noFill/>
          </a:ln>
        </p:spPr>
      </p:sp>
      <p:sp>
        <p:nvSpPr>
          <p:cNvPr id="173" name="Google Shape;173;p44"/>
          <p:cNvSpPr/>
          <p:nvPr>
            <p:ph idx="4" type="pic"/>
          </p:nvPr>
        </p:nvSpPr>
        <p:spPr>
          <a:xfrm>
            <a:off x="2319035" y="4286066"/>
            <a:ext cx="1339500" cy="1642800"/>
          </a:xfrm>
          <a:prstGeom prst="rect">
            <a:avLst/>
          </a:prstGeom>
          <a:solidFill>
            <a:schemeClr val="lt1"/>
          </a:solidFill>
          <a:ln>
            <a:noFill/>
          </a:ln>
        </p:spPr>
      </p:sp>
      <p:sp>
        <p:nvSpPr>
          <p:cNvPr id="174" name="Google Shape;174;p44"/>
          <p:cNvSpPr/>
          <p:nvPr>
            <p:ph idx="5" type="pic"/>
          </p:nvPr>
        </p:nvSpPr>
        <p:spPr>
          <a:xfrm>
            <a:off x="4786347" y="4286066"/>
            <a:ext cx="858600" cy="1642800"/>
          </a:xfrm>
          <a:prstGeom prst="rect">
            <a:avLst/>
          </a:prstGeom>
          <a:solidFill>
            <a:schemeClr val="lt1"/>
          </a:solidFill>
          <a:ln>
            <a:noFill/>
          </a:ln>
        </p:spPr>
      </p:sp>
      <p:sp>
        <p:nvSpPr>
          <p:cNvPr id="175" name="Google Shape;175;p44"/>
          <p:cNvSpPr/>
          <p:nvPr/>
        </p:nvSpPr>
        <p:spPr>
          <a:xfrm>
            <a:off x="979396" y="2571947"/>
            <a:ext cx="1288500" cy="33567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76" name="Google Shape;176;p44"/>
          <p:cNvSpPr/>
          <p:nvPr/>
        </p:nvSpPr>
        <p:spPr>
          <a:xfrm>
            <a:off x="4196906" y="2571948"/>
            <a:ext cx="2625600" cy="16413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77" name="Google Shape;177;p44"/>
          <p:cNvSpPr/>
          <p:nvPr/>
        </p:nvSpPr>
        <p:spPr>
          <a:xfrm>
            <a:off x="5697301" y="4287538"/>
            <a:ext cx="1125300" cy="16413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78" name="Google Shape;178;p44"/>
          <p:cNvSpPr/>
          <p:nvPr/>
        </p:nvSpPr>
        <p:spPr>
          <a:xfrm>
            <a:off x="3714636" y="4287539"/>
            <a:ext cx="1017900" cy="16413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79" name="Google Shape;179;p44"/>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Layout Slide">
  <p:cSld name="22_Layout Slide">
    <p:spTree>
      <p:nvGrpSpPr>
        <p:cNvPr id="180" name="Shape 180"/>
        <p:cNvGrpSpPr/>
        <p:nvPr/>
      </p:nvGrpSpPr>
      <p:grpSpPr>
        <a:xfrm>
          <a:off x="0" y="0"/>
          <a:ext cx="0" cy="0"/>
          <a:chOff x="0" y="0"/>
          <a:chExt cx="0" cy="0"/>
        </a:xfrm>
      </p:grpSpPr>
      <p:sp>
        <p:nvSpPr>
          <p:cNvPr id="181" name="Google Shape;181;p45"/>
          <p:cNvSpPr/>
          <p:nvPr/>
        </p:nvSpPr>
        <p:spPr>
          <a:xfrm>
            <a:off x="-1" y="2429104"/>
            <a:ext cx="9144000" cy="44289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82" name="Google Shape;182;p45"/>
          <p:cNvSpPr/>
          <p:nvPr>
            <p:ph idx="2" type="pic"/>
          </p:nvPr>
        </p:nvSpPr>
        <p:spPr>
          <a:xfrm>
            <a:off x="7412037" y="2429104"/>
            <a:ext cx="1732200" cy="3785400"/>
          </a:xfrm>
          <a:prstGeom prst="rect">
            <a:avLst/>
          </a:prstGeom>
          <a:solidFill>
            <a:schemeClr val="lt1"/>
          </a:solidFill>
          <a:ln>
            <a:noFill/>
          </a:ln>
        </p:spPr>
      </p:sp>
      <p:sp>
        <p:nvSpPr>
          <p:cNvPr id="183" name="Google Shape;183;p45"/>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Layout Slide">
  <p:cSld name="30_Layout Slide">
    <p:spTree>
      <p:nvGrpSpPr>
        <p:cNvPr id="184" name="Shape 184"/>
        <p:cNvGrpSpPr/>
        <p:nvPr/>
      </p:nvGrpSpPr>
      <p:grpSpPr>
        <a:xfrm>
          <a:off x="0" y="0"/>
          <a:ext cx="0" cy="0"/>
          <a:chOff x="0" y="0"/>
          <a:chExt cx="0" cy="0"/>
        </a:xfrm>
      </p:grpSpPr>
      <p:sp>
        <p:nvSpPr>
          <p:cNvPr id="185" name="Google Shape;185;p46"/>
          <p:cNvSpPr/>
          <p:nvPr>
            <p:ph idx="2" type="pic"/>
          </p:nvPr>
        </p:nvSpPr>
        <p:spPr>
          <a:xfrm>
            <a:off x="4572310" y="0"/>
            <a:ext cx="4571700" cy="6858000"/>
          </a:xfrm>
          <a:prstGeom prst="rect">
            <a:avLst/>
          </a:prstGeom>
          <a:solidFill>
            <a:schemeClr val="lt1"/>
          </a:solidFill>
          <a:ln>
            <a:noFill/>
          </a:ln>
        </p:spPr>
      </p:sp>
      <p:sp>
        <p:nvSpPr>
          <p:cNvPr id="186" name="Google Shape;186;p46"/>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Layout Slide">
  <p:cSld name="28_Layout Slide">
    <p:spTree>
      <p:nvGrpSpPr>
        <p:cNvPr id="187" name="Shape 187"/>
        <p:cNvGrpSpPr/>
        <p:nvPr/>
      </p:nvGrpSpPr>
      <p:grpSpPr>
        <a:xfrm>
          <a:off x="0" y="0"/>
          <a:ext cx="0" cy="0"/>
          <a:chOff x="0" y="0"/>
          <a:chExt cx="0" cy="0"/>
        </a:xfrm>
      </p:grpSpPr>
      <p:sp>
        <p:nvSpPr>
          <p:cNvPr id="188" name="Google Shape;188;p47"/>
          <p:cNvSpPr/>
          <p:nvPr>
            <p:ph idx="2" type="pic"/>
          </p:nvPr>
        </p:nvSpPr>
        <p:spPr>
          <a:xfrm>
            <a:off x="0" y="3143320"/>
            <a:ext cx="1890300" cy="3714600"/>
          </a:xfrm>
          <a:prstGeom prst="rect">
            <a:avLst/>
          </a:prstGeom>
          <a:solidFill>
            <a:schemeClr val="lt1"/>
          </a:solidFill>
          <a:ln>
            <a:noFill/>
          </a:ln>
        </p:spPr>
      </p:sp>
      <p:sp>
        <p:nvSpPr>
          <p:cNvPr id="189" name="Google Shape;189;p47"/>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yout Slide">
  <p:cSld name="10_Layout Slide">
    <p:spTree>
      <p:nvGrpSpPr>
        <p:cNvPr id="190" name="Shape 190"/>
        <p:cNvGrpSpPr/>
        <p:nvPr/>
      </p:nvGrpSpPr>
      <p:grpSpPr>
        <a:xfrm>
          <a:off x="0" y="0"/>
          <a:ext cx="0" cy="0"/>
          <a:chOff x="0" y="0"/>
          <a:chExt cx="0" cy="0"/>
        </a:xfrm>
      </p:grpSpPr>
      <p:sp>
        <p:nvSpPr>
          <p:cNvPr id="191" name="Google Shape;191;p48"/>
          <p:cNvSpPr/>
          <p:nvPr/>
        </p:nvSpPr>
        <p:spPr>
          <a:xfrm>
            <a:off x="3339537" y="1"/>
            <a:ext cx="58044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192" name="Google Shape;192;p48"/>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Layout Slide">
  <p:cSld name="24_Layout Slide">
    <p:spTree>
      <p:nvGrpSpPr>
        <p:cNvPr id="193" name="Shape 193"/>
        <p:cNvGrpSpPr/>
        <p:nvPr/>
      </p:nvGrpSpPr>
      <p:grpSpPr>
        <a:xfrm>
          <a:off x="0" y="0"/>
          <a:ext cx="0" cy="0"/>
          <a:chOff x="0" y="0"/>
          <a:chExt cx="0" cy="0"/>
        </a:xfrm>
      </p:grpSpPr>
      <p:sp>
        <p:nvSpPr>
          <p:cNvPr id="194" name="Google Shape;194;p49"/>
          <p:cNvSpPr/>
          <p:nvPr/>
        </p:nvSpPr>
        <p:spPr>
          <a:xfrm>
            <a:off x="3821807" y="1286501"/>
            <a:ext cx="5322300" cy="16197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195" name="Google Shape;195;p49"/>
          <p:cNvSpPr/>
          <p:nvPr>
            <p:ph idx="2" type="pic"/>
          </p:nvPr>
        </p:nvSpPr>
        <p:spPr>
          <a:xfrm>
            <a:off x="6125985" y="1286359"/>
            <a:ext cx="3018000" cy="1619700"/>
          </a:xfrm>
          <a:prstGeom prst="rect">
            <a:avLst/>
          </a:prstGeom>
          <a:solidFill>
            <a:schemeClr val="lt1"/>
          </a:solidFill>
          <a:ln>
            <a:noFill/>
          </a:ln>
        </p:spPr>
      </p:sp>
      <p:sp>
        <p:nvSpPr>
          <p:cNvPr id="196" name="Google Shape;196;p49"/>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Layout Slide">
  <p:cSld name="37_Layout Slide">
    <p:spTree>
      <p:nvGrpSpPr>
        <p:cNvPr id="197" name="Shape 197"/>
        <p:cNvGrpSpPr/>
        <p:nvPr/>
      </p:nvGrpSpPr>
      <p:grpSpPr>
        <a:xfrm>
          <a:off x="0" y="0"/>
          <a:ext cx="0" cy="0"/>
          <a:chOff x="0" y="0"/>
          <a:chExt cx="0" cy="0"/>
        </a:xfrm>
      </p:grpSpPr>
      <p:sp>
        <p:nvSpPr>
          <p:cNvPr id="198" name="Google Shape;198;p50"/>
          <p:cNvSpPr/>
          <p:nvPr/>
        </p:nvSpPr>
        <p:spPr>
          <a:xfrm>
            <a:off x="2964439" y="0"/>
            <a:ext cx="61794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199" name="Google Shape;199;p50"/>
          <p:cNvSpPr/>
          <p:nvPr>
            <p:ph idx="2" type="pic"/>
          </p:nvPr>
        </p:nvSpPr>
        <p:spPr>
          <a:xfrm>
            <a:off x="3600320" y="1733127"/>
            <a:ext cx="1566300" cy="1338900"/>
          </a:xfrm>
          <a:prstGeom prst="rect">
            <a:avLst/>
          </a:prstGeom>
          <a:solidFill>
            <a:schemeClr val="lt1"/>
          </a:solidFill>
          <a:ln>
            <a:noFill/>
          </a:ln>
        </p:spPr>
      </p:sp>
      <p:sp>
        <p:nvSpPr>
          <p:cNvPr id="200" name="Google Shape;200;p50"/>
          <p:cNvSpPr/>
          <p:nvPr>
            <p:ph idx="3" type="pic"/>
          </p:nvPr>
        </p:nvSpPr>
        <p:spPr>
          <a:xfrm>
            <a:off x="6790978" y="1733127"/>
            <a:ext cx="1566300" cy="1338900"/>
          </a:xfrm>
          <a:prstGeom prst="rect">
            <a:avLst/>
          </a:prstGeom>
          <a:solidFill>
            <a:schemeClr val="lt1"/>
          </a:solidFill>
          <a:ln>
            <a:noFill/>
          </a:ln>
        </p:spPr>
      </p:sp>
      <p:sp>
        <p:nvSpPr>
          <p:cNvPr id="201" name="Google Shape;201;p50"/>
          <p:cNvSpPr/>
          <p:nvPr>
            <p:ph idx="4" type="pic"/>
          </p:nvPr>
        </p:nvSpPr>
        <p:spPr>
          <a:xfrm>
            <a:off x="5195649" y="1733127"/>
            <a:ext cx="1566300" cy="1338900"/>
          </a:xfrm>
          <a:prstGeom prst="rect">
            <a:avLst/>
          </a:prstGeom>
          <a:solidFill>
            <a:schemeClr val="lt1"/>
          </a:solidFill>
          <a:ln>
            <a:noFill/>
          </a:ln>
        </p:spPr>
      </p:sp>
      <p:sp>
        <p:nvSpPr>
          <p:cNvPr id="202" name="Google Shape;202;p50"/>
          <p:cNvSpPr/>
          <p:nvPr>
            <p:ph idx="5" type="pic"/>
          </p:nvPr>
        </p:nvSpPr>
        <p:spPr>
          <a:xfrm>
            <a:off x="3600320" y="4018618"/>
            <a:ext cx="1566300" cy="1338900"/>
          </a:xfrm>
          <a:prstGeom prst="rect">
            <a:avLst/>
          </a:prstGeom>
          <a:solidFill>
            <a:schemeClr val="lt1"/>
          </a:solidFill>
          <a:ln>
            <a:noFill/>
          </a:ln>
        </p:spPr>
      </p:sp>
      <p:sp>
        <p:nvSpPr>
          <p:cNvPr id="203" name="Google Shape;203;p50"/>
          <p:cNvSpPr/>
          <p:nvPr>
            <p:ph idx="6" type="pic"/>
          </p:nvPr>
        </p:nvSpPr>
        <p:spPr>
          <a:xfrm>
            <a:off x="6790978" y="4018618"/>
            <a:ext cx="1566300" cy="1338900"/>
          </a:xfrm>
          <a:prstGeom prst="rect">
            <a:avLst/>
          </a:prstGeom>
          <a:solidFill>
            <a:schemeClr val="lt1"/>
          </a:solidFill>
          <a:ln>
            <a:noFill/>
          </a:ln>
        </p:spPr>
      </p:sp>
      <p:sp>
        <p:nvSpPr>
          <p:cNvPr id="204" name="Google Shape;204;p50"/>
          <p:cNvSpPr/>
          <p:nvPr>
            <p:ph idx="7" type="pic"/>
          </p:nvPr>
        </p:nvSpPr>
        <p:spPr>
          <a:xfrm>
            <a:off x="5195649" y="4018618"/>
            <a:ext cx="1566300" cy="1338900"/>
          </a:xfrm>
          <a:prstGeom prst="rect">
            <a:avLst/>
          </a:prstGeom>
          <a:solidFill>
            <a:schemeClr val="lt1"/>
          </a:solidFill>
          <a:ln>
            <a:noFill/>
          </a:ln>
        </p:spPr>
      </p:sp>
      <p:sp>
        <p:nvSpPr>
          <p:cNvPr id="205" name="Google Shape;205;p50"/>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Layout Slide">
  <p:cSld name="35_Layout Slide">
    <p:spTree>
      <p:nvGrpSpPr>
        <p:cNvPr id="206" name="Shape 206"/>
        <p:cNvGrpSpPr/>
        <p:nvPr/>
      </p:nvGrpSpPr>
      <p:grpSpPr>
        <a:xfrm>
          <a:off x="0" y="0"/>
          <a:ext cx="0" cy="0"/>
          <a:chOff x="0" y="0"/>
          <a:chExt cx="0" cy="0"/>
        </a:xfrm>
      </p:grpSpPr>
      <p:sp>
        <p:nvSpPr>
          <p:cNvPr id="207" name="Google Shape;207;p51"/>
          <p:cNvSpPr/>
          <p:nvPr>
            <p:ph idx="2" type="pic"/>
          </p:nvPr>
        </p:nvSpPr>
        <p:spPr>
          <a:xfrm>
            <a:off x="5911643" y="893540"/>
            <a:ext cx="2482200" cy="5070900"/>
          </a:xfrm>
          <a:prstGeom prst="rect">
            <a:avLst/>
          </a:prstGeom>
          <a:solidFill>
            <a:schemeClr val="lt1"/>
          </a:solidFill>
          <a:ln>
            <a:noFill/>
          </a:ln>
        </p:spPr>
      </p:sp>
      <p:sp>
        <p:nvSpPr>
          <p:cNvPr id="208" name="Google Shape;208;p51"/>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Layout Slide">
  <p:cSld name="32_Layout Slide">
    <p:spTree>
      <p:nvGrpSpPr>
        <p:cNvPr id="209" name="Shape 209"/>
        <p:cNvGrpSpPr/>
        <p:nvPr/>
      </p:nvGrpSpPr>
      <p:grpSpPr>
        <a:xfrm>
          <a:off x="0" y="0"/>
          <a:ext cx="0" cy="0"/>
          <a:chOff x="0" y="0"/>
          <a:chExt cx="0" cy="0"/>
        </a:xfrm>
      </p:grpSpPr>
      <p:sp>
        <p:nvSpPr>
          <p:cNvPr id="210" name="Google Shape;210;p52"/>
          <p:cNvSpPr/>
          <p:nvPr/>
        </p:nvSpPr>
        <p:spPr>
          <a:xfrm>
            <a:off x="1999900" y="714601"/>
            <a:ext cx="7143900" cy="54288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211" name="Google Shape;211;p52"/>
          <p:cNvSpPr/>
          <p:nvPr>
            <p:ph idx="2" type="pic"/>
          </p:nvPr>
        </p:nvSpPr>
        <p:spPr>
          <a:xfrm>
            <a:off x="6770784" y="714601"/>
            <a:ext cx="2373300" cy="5427600"/>
          </a:xfrm>
          <a:prstGeom prst="rect">
            <a:avLst/>
          </a:prstGeom>
          <a:solidFill>
            <a:schemeClr val="lt1"/>
          </a:solidFill>
          <a:ln>
            <a:noFill/>
          </a:ln>
        </p:spPr>
      </p:sp>
      <p:sp>
        <p:nvSpPr>
          <p:cNvPr id="212" name="Google Shape;212;p52"/>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_Layout Slide">
  <p:cSld name="45_Layout Slide">
    <p:spTree>
      <p:nvGrpSpPr>
        <p:cNvPr id="213" name="Shape 213"/>
        <p:cNvGrpSpPr/>
        <p:nvPr/>
      </p:nvGrpSpPr>
      <p:grpSpPr>
        <a:xfrm>
          <a:off x="0" y="0"/>
          <a:ext cx="0" cy="0"/>
          <a:chOff x="0" y="0"/>
          <a:chExt cx="0" cy="0"/>
        </a:xfrm>
      </p:grpSpPr>
      <p:sp>
        <p:nvSpPr>
          <p:cNvPr id="214" name="Google Shape;214;p53"/>
          <p:cNvSpPr/>
          <p:nvPr>
            <p:ph idx="2" type="pic"/>
          </p:nvPr>
        </p:nvSpPr>
        <p:spPr>
          <a:xfrm>
            <a:off x="2589340" y="4786017"/>
            <a:ext cx="571500" cy="571800"/>
          </a:xfrm>
          <a:prstGeom prst="ellipse">
            <a:avLst/>
          </a:prstGeom>
          <a:solidFill>
            <a:schemeClr val="lt1"/>
          </a:solidFill>
          <a:ln>
            <a:noFill/>
          </a:ln>
        </p:spPr>
      </p:sp>
      <p:sp>
        <p:nvSpPr>
          <p:cNvPr id="215" name="Google Shape;215;p53"/>
          <p:cNvSpPr/>
          <p:nvPr>
            <p:ph idx="3" type="pic"/>
          </p:nvPr>
        </p:nvSpPr>
        <p:spPr>
          <a:xfrm>
            <a:off x="6501084" y="4786017"/>
            <a:ext cx="571500" cy="571800"/>
          </a:xfrm>
          <a:prstGeom prst="ellipse">
            <a:avLst/>
          </a:prstGeom>
          <a:solidFill>
            <a:schemeClr val="lt1"/>
          </a:solidFill>
          <a:ln>
            <a:noFill/>
          </a:ln>
        </p:spPr>
      </p:sp>
      <p:sp>
        <p:nvSpPr>
          <p:cNvPr id="216" name="Google Shape;216;p53"/>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_Layout Slide">
  <p:cSld name="46_Layout Slide">
    <p:spTree>
      <p:nvGrpSpPr>
        <p:cNvPr id="217" name="Shape 217"/>
        <p:cNvGrpSpPr/>
        <p:nvPr/>
      </p:nvGrpSpPr>
      <p:grpSpPr>
        <a:xfrm>
          <a:off x="0" y="0"/>
          <a:ext cx="0" cy="0"/>
          <a:chOff x="0" y="0"/>
          <a:chExt cx="0" cy="0"/>
        </a:xfrm>
      </p:grpSpPr>
      <p:sp>
        <p:nvSpPr>
          <p:cNvPr id="218" name="Google Shape;218;p54"/>
          <p:cNvSpPr/>
          <p:nvPr>
            <p:ph idx="2" type="pic"/>
          </p:nvPr>
        </p:nvSpPr>
        <p:spPr>
          <a:xfrm>
            <a:off x="1142530" y="3357585"/>
            <a:ext cx="756000" cy="756000"/>
          </a:xfrm>
          <a:prstGeom prst="ellipse">
            <a:avLst/>
          </a:prstGeom>
          <a:solidFill>
            <a:schemeClr val="lt1"/>
          </a:solidFill>
          <a:ln>
            <a:noFill/>
          </a:ln>
        </p:spPr>
      </p:sp>
      <p:sp>
        <p:nvSpPr>
          <p:cNvPr id="219" name="Google Shape;219;p54"/>
          <p:cNvSpPr/>
          <p:nvPr>
            <p:ph idx="3" type="pic"/>
          </p:nvPr>
        </p:nvSpPr>
        <p:spPr>
          <a:xfrm>
            <a:off x="4893518" y="3357585"/>
            <a:ext cx="756000" cy="756000"/>
          </a:xfrm>
          <a:prstGeom prst="ellipse">
            <a:avLst/>
          </a:prstGeom>
          <a:solidFill>
            <a:schemeClr val="lt1"/>
          </a:solidFill>
          <a:ln>
            <a:noFill/>
          </a:ln>
        </p:spPr>
      </p:sp>
      <p:sp>
        <p:nvSpPr>
          <p:cNvPr id="220" name="Google Shape;220;p54"/>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_Layout Slide">
  <p:cSld name="44_Layout Slide">
    <p:spTree>
      <p:nvGrpSpPr>
        <p:cNvPr id="221" name="Shape 221"/>
        <p:cNvGrpSpPr/>
        <p:nvPr/>
      </p:nvGrpSpPr>
      <p:grpSpPr>
        <a:xfrm>
          <a:off x="0" y="0"/>
          <a:ext cx="0" cy="0"/>
          <a:chOff x="0" y="0"/>
          <a:chExt cx="0" cy="0"/>
        </a:xfrm>
      </p:grpSpPr>
      <p:sp>
        <p:nvSpPr>
          <p:cNvPr id="222" name="Google Shape;222;p55"/>
          <p:cNvSpPr/>
          <p:nvPr/>
        </p:nvSpPr>
        <p:spPr>
          <a:xfrm>
            <a:off x="3821807" y="1"/>
            <a:ext cx="53223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223" name="Google Shape;223;p55"/>
          <p:cNvSpPr/>
          <p:nvPr>
            <p:ph idx="2" type="pic"/>
          </p:nvPr>
        </p:nvSpPr>
        <p:spPr>
          <a:xfrm>
            <a:off x="4357662" y="1429202"/>
            <a:ext cx="659100" cy="659100"/>
          </a:xfrm>
          <a:prstGeom prst="ellipse">
            <a:avLst/>
          </a:prstGeom>
          <a:solidFill>
            <a:schemeClr val="lt1"/>
          </a:solidFill>
          <a:ln>
            <a:noFill/>
          </a:ln>
        </p:spPr>
      </p:sp>
      <p:sp>
        <p:nvSpPr>
          <p:cNvPr id="224" name="Google Shape;224;p55"/>
          <p:cNvSpPr/>
          <p:nvPr>
            <p:ph idx="3" type="pic"/>
          </p:nvPr>
        </p:nvSpPr>
        <p:spPr>
          <a:xfrm>
            <a:off x="4357662" y="3143320"/>
            <a:ext cx="659100" cy="659100"/>
          </a:xfrm>
          <a:prstGeom prst="ellipse">
            <a:avLst/>
          </a:prstGeom>
          <a:solidFill>
            <a:schemeClr val="lt1"/>
          </a:solidFill>
          <a:ln>
            <a:noFill/>
          </a:ln>
        </p:spPr>
      </p:sp>
      <p:sp>
        <p:nvSpPr>
          <p:cNvPr id="225" name="Google Shape;225;p55"/>
          <p:cNvSpPr/>
          <p:nvPr>
            <p:ph idx="4" type="pic"/>
          </p:nvPr>
        </p:nvSpPr>
        <p:spPr>
          <a:xfrm>
            <a:off x="4357662" y="4857438"/>
            <a:ext cx="659100" cy="659100"/>
          </a:xfrm>
          <a:prstGeom prst="ellipse">
            <a:avLst/>
          </a:prstGeom>
          <a:solidFill>
            <a:schemeClr val="lt1"/>
          </a:solidFill>
          <a:ln>
            <a:noFill/>
          </a:ln>
        </p:spPr>
      </p:sp>
      <p:sp>
        <p:nvSpPr>
          <p:cNvPr id="226" name="Google Shape;226;p55"/>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_Layout Slide">
  <p:cSld name="52_Layout Slide">
    <p:spTree>
      <p:nvGrpSpPr>
        <p:cNvPr id="227" name="Shape 227"/>
        <p:cNvGrpSpPr/>
        <p:nvPr/>
      </p:nvGrpSpPr>
      <p:grpSpPr>
        <a:xfrm>
          <a:off x="0" y="0"/>
          <a:ext cx="0" cy="0"/>
          <a:chOff x="0" y="0"/>
          <a:chExt cx="0" cy="0"/>
        </a:xfrm>
      </p:grpSpPr>
      <p:sp>
        <p:nvSpPr>
          <p:cNvPr id="228" name="Google Shape;228;p56"/>
          <p:cNvSpPr/>
          <p:nvPr/>
        </p:nvSpPr>
        <p:spPr>
          <a:xfrm>
            <a:off x="5804472" y="0"/>
            <a:ext cx="33393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595959"/>
              </a:solidFill>
              <a:latin typeface="Roboto"/>
              <a:ea typeface="Roboto"/>
              <a:cs typeface="Roboto"/>
              <a:sym typeface="Roboto"/>
            </a:endParaRPr>
          </a:p>
        </p:txBody>
      </p:sp>
      <p:sp>
        <p:nvSpPr>
          <p:cNvPr id="229" name="Google Shape;229;p56"/>
          <p:cNvSpPr/>
          <p:nvPr>
            <p:ph idx="2" type="pic"/>
          </p:nvPr>
        </p:nvSpPr>
        <p:spPr>
          <a:xfrm>
            <a:off x="4947103" y="0"/>
            <a:ext cx="3161400" cy="5714700"/>
          </a:xfrm>
          <a:prstGeom prst="rect">
            <a:avLst/>
          </a:prstGeom>
          <a:solidFill>
            <a:schemeClr val="lt1"/>
          </a:solidFill>
          <a:ln>
            <a:noFill/>
          </a:ln>
        </p:spPr>
      </p:sp>
      <p:sp>
        <p:nvSpPr>
          <p:cNvPr id="230" name="Google Shape;230;p56"/>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Layout Slide">
  <p:cSld name="5_Layout Slide">
    <p:spTree>
      <p:nvGrpSpPr>
        <p:cNvPr id="231" name="Shape 231"/>
        <p:cNvGrpSpPr/>
        <p:nvPr/>
      </p:nvGrpSpPr>
      <p:grpSpPr>
        <a:xfrm>
          <a:off x="0" y="0"/>
          <a:ext cx="0" cy="0"/>
          <a:chOff x="0" y="0"/>
          <a:chExt cx="0" cy="0"/>
        </a:xfrm>
      </p:grpSpPr>
      <p:sp>
        <p:nvSpPr>
          <p:cNvPr id="232" name="Google Shape;232;p57"/>
          <p:cNvSpPr/>
          <p:nvPr/>
        </p:nvSpPr>
        <p:spPr>
          <a:xfrm>
            <a:off x="-1" y="1"/>
            <a:ext cx="91440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595959"/>
              </a:solidFill>
              <a:latin typeface="Roboto"/>
              <a:ea typeface="Roboto"/>
              <a:cs typeface="Roboto"/>
              <a:sym typeface="Roboto"/>
            </a:endParaRPr>
          </a:p>
        </p:txBody>
      </p:sp>
      <p:sp>
        <p:nvSpPr>
          <p:cNvPr id="233" name="Google Shape;233;p57"/>
          <p:cNvSpPr/>
          <p:nvPr>
            <p:ph idx="2" type="pic"/>
          </p:nvPr>
        </p:nvSpPr>
        <p:spPr>
          <a:xfrm>
            <a:off x="5268616" y="1045968"/>
            <a:ext cx="2465100" cy="4766100"/>
          </a:xfrm>
          <a:prstGeom prst="rect">
            <a:avLst/>
          </a:prstGeom>
          <a:solidFill>
            <a:schemeClr val="lt1"/>
          </a:solidFill>
          <a:ln>
            <a:noFill/>
          </a:ln>
        </p:spPr>
      </p:sp>
      <p:sp>
        <p:nvSpPr>
          <p:cNvPr id="234" name="Google Shape;234;p57"/>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Layout Slide">
  <p:cSld name="20_Layout Slide">
    <p:spTree>
      <p:nvGrpSpPr>
        <p:cNvPr id="235" name="Shape 235"/>
        <p:cNvGrpSpPr/>
        <p:nvPr/>
      </p:nvGrpSpPr>
      <p:grpSpPr>
        <a:xfrm>
          <a:off x="0" y="0"/>
          <a:ext cx="0" cy="0"/>
          <a:chOff x="0" y="0"/>
          <a:chExt cx="0" cy="0"/>
        </a:xfrm>
      </p:grpSpPr>
      <p:sp>
        <p:nvSpPr>
          <p:cNvPr id="236" name="Google Shape;236;p58"/>
          <p:cNvSpPr/>
          <p:nvPr/>
        </p:nvSpPr>
        <p:spPr>
          <a:xfrm>
            <a:off x="4679176" y="2143418"/>
            <a:ext cx="4464900" cy="47145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237" name="Google Shape;237;p58"/>
          <p:cNvSpPr/>
          <p:nvPr>
            <p:ph idx="2" type="pic"/>
          </p:nvPr>
        </p:nvSpPr>
        <p:spPr>
          <a:xfrm>
            <a:off x="7304867" y="2143418"/>
            <a:ext cx="1839300" cy="1571400"/>
          </a:xfrm>
          <a:prstGeom prst="rect">
            <a:avLst/>
          </a:prstGeom>
          <a:solidFill>
            <a:schemeClr val="lt1"/>
          </a:solidFill>
          <a:ln>
            <a:noFill/>
          </a:ln>
        </p:spPr>
      </p:sp>
      <p:sp>
        <p:nvSpPr>
          <p:cNvPr id="238" name="Google Shape;238;p58"/>
          <p:cNvSpPr/>
          <p:nvPr>
            <p:ph idx="3" type="pic"/>
          </p:nvPr>
        </p:nvSpPr>
        <p:spPr>
          <a:xfrm>
            <a:off x="7304867" y="4214644"/>
            <a:ext cx="1839300" cy="1571400"/>
          </a:xfrm>
          <a:prstGeom prst="rect">
            <a:avLst/>
          </a:prstGeom>
          <a:solidFill>
            <a:schemeClr val="lt1"/>
          </a:solidFill>
          <a:ln>
            <a:noFill/>
          </a:ln>
        </p:spPr>
      </p:sp>
      <p:sp>
        <p:nvSpPr>
          <p:cNvPr id="239" name="Google Shape;239;p58"/>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Layout Slide">
  <p:cSld name="17_Layout Slide">
    <p:spTree>
      <p:nvGrpSpPr>
        <p:cNvPr id="240" name="Shape 240"/>
        <p:cNvGrpSpPr/>
        <p:nvPr/>
      </p:nvGrpSpPr>
      <p:grpSpPr>
        <a:xfrm>
          <a:off x="0" y="0"/>
          <a:ext cx="0" cy="0"/>
          <a:chOff x="0" y="0"/>
          <a:chExt cx="0" cy="0"/>
        </a:xfrm>
      </p:grpSpPr>
      <p:sp>
        <p:nvSpPr>
          <p:cNvPr id="241" name="Google Shape;241;p59"/>
          <p:cNvSpPr/>
          <p:nvPr>
            <p:ph idx="2" type="pic"/>
          </p:nvPr>
        </p:nvSpPr>
        <p:spPr>
          <a:xfrm>
            <a:off x="4572005" y="1072094"/>
            <a:ext cx="1982700" cy="5786100"/>
          </a:xfrm>
          <a:prstGeom prst="rect">
            <a:avLst/>
          </a:prstGeom>
          <a:solidFill>
            <a:schemeClr val="lt1"/>
          </a:solidFill>
          <a:ln>
            <a:noFill/>
          </a:ln>
        </p:spPr>
      </p:sp>
      <p:sp>
        <p:nvSpPr>
          <p:cNvPr id="242" name="Google Shape;242;p59"/>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_Layout Slide">
  <p:cSld name="51_Layout Slide">
    <p:spTree>
      <p:nvGrpSpPr>
        <p:cNvPr id="243" name="Shape 243"/>
        <p:cNvGrpSpPr/>
        <p:nvPr/>
      </p:nvGrpSpPr>
      <p:grpSpPr>
        <a:xfrm>
          <a:off x="0" y="0"/>
          <a:ext cx="0" cy="0"/>
          <a:chOff x="0" y="0"/>
          <a:chExt cx="0" cy="0"/>
        </a:xfrm>
      </p:grpSpPr>
      <p:grpSp>
        <p:nvGrpSpPr>
          <p:cNvPr id="244" name="Google Shape;244;p60"/>
          <p:cNvGrpSpPr/>
          <p:nvPr/>
        </p:nvGrpSpPr>
        <p:grpSpPr>
          <a:xfrm>
            <a:off x="1234916" y="2314307"/>
            <a:ext cx="6674456" cy="4043022"/>
            <a:chOff x="4309256" y="2501100"/>
            <a:chExt cx="7145333" cy="3247407"/>
          </a:xfrm>
        </p:grpSpPr>
        <p:sp>
          <p:nvSpPr>
            <p:cNvPr id="245" name="Google Shape;245;p60"/>
            <p:cNvSpPr/>
            <p:nvPr/>
          </p:nvSpPr>
          <p:spPr>
            <a:xfrm>
              <a:off x="6416993" y="5449216"/>
              <a:ext cx="8389" cy="14337"/>
            </a:xfrm>
            <a:custGeom>
              <a:rect b="b" l="l" r="r" t="t"/>
              <a:pathLst>
                <a:path extrusionOk="0" h="10" w="6">
                  <a:moveTo>
                    <a:pt x="0" y="0"/>
                  </a:moveTo>
                  <a:lnTo>
                    <a:pt x="0" y="8"/>
                  </a:lnTo>
                  <a:lnTo>
                    <a:pt x="2" y="8"/>
                  </a:lnTo>
                  <a:lnTo>
                    <a:pt x="6" y="10"/>
                  </a:lnTo>
                  <a:lnTo>
                    <a:pt x="6" y="4"/>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46" name="Google Shape;246;p60"/>
            <p:cNvSpPr/>
            <p:nvPr/>
          </p:nvSpPr>
          <p:spPr>
            <a:xfrm>
              <a:off x="8191268" y="4854216"/>
              <a:ext cx="144710" cy="145166"/>
            </a:xfrm>
            <a:custGeom>
              <a:rect b="b" l="l" r="r" t="t"/>
              <a:pathLst>
                <a:path extrusionOk="0" h="102" w="88">
                  <a:moveTo>
                    <a:pt x="60" y="0"/>
                  </a:moveTo>
                  <a:lnTo>
                    <a:pt x="58" y="8"/>
                  </a:lnTo>
                  <a:lnTo>
                    <a:pt x="64" y="10"/>
                  </a:lnTo>
                  <a:lnTo>
                    <a:pt x="70" y="12"/>
                  </a:lnTo>
                  <a:lnTo>
                    <a:pt x="76" y="16"/>
                  </a:lnTo>
                  <a:lnTo>
                    <a:pt x="84" y="20"/>
                  </a:lnTo>
                  <a:lnTo>
                    <a:pt x="86" y="24"/>
                  </a:lnTo>
                  <a:lnTo>
                    <a:pt x="86" y="26"/>
                  </a:lnTo>
                  <a:lnTo>
                    <a:pt x="84" y="28"/>
                  </a:lnTo>
                  <a:lnTo>
                    <a:pt x="84" y="32"/>
                  </a:lnTo>
                  <a:lnTo>
                    <a:pt x="82" y="36"/>
                  </a:lnTo>
                  <a:lnTo>
                    <a:pt x="84" y="40"/>
                  </a:lnTo>
                  <a:lnTo>
                    <a:pt x="88" y="46"/>
                  </a:lnTo>
                  <a:lnTo>
                    <a:pt x="84" y="50"/>
                  </a:lnTo>
                  <a:lnTo>
                    <a:pt x="82" y="52"/>
                  </a:lnTo>
                  <a:lnTo>
                    <a:pt x="82" y="54"/>
                  </a:lnTo>
                  <a:lnTo>
                    <a:pt x="82" y="56"/>
                  </a:lnTo>
                  <a:lnTo>
                    <a:pt x="84" y="58"/>
                  </a:lnTo>
                  <a:lnTo>
                    <a:pt x="84" y="60"/>
                  </a:lnTo>
                  <a:lnTo>
                    <a:pt x="84" y="64"/>
                  </a:lnTo>
                  <a:lnTo>
                    <a:pt x="84" y="68"/>
                  </a:lnTo>
                  <a:lnTo>
                    <a:pt x="82" y="70"/>
                  </a:lnTo>
                  <a:lnTo>
                    <a:pt x="84" y="72"/>
                  </a:lnTo>
                  <a:lnTo>
                    <a:pt x="84" y="76"/>
                  </a:lnTo>
                  <a:lnTo>
                    <a:pt x="82" y="80"/>
                  </a:lnTo>
                  <a:lnTo>
                    <a:pt x="84" y="82"/>
                  </a:lnTo>
                  <a:lnTo>
                    <a:pt x="86" y="82"/>
                  </a:lnTo>
                  <a:lnTo>
                    <a:pt x="86" y="84"/>
                  </a:lnTo>
                  <a:lnTo>
                    <a:pt x="80" y="92"/>
                  </a:lnTo>
                  <a:lnTo>
                    <a:pt x="72" y="102"/>
                  </a:lnTo>
                  <a:lnTo>
                    <a:pt x="70" y="100"/>
                  </a:lnTo>
                  <a:lnTo>
                    <a:pt x="66" y="100"/>
                  </a:lnTo>
                  <a:lnTo>
                    <a:pt x="62" y="100"/>
                  </a:lnTo>
                  <a:lnTo>
                    <a:pt x="62" y="98"/>
                  </a:lnTo>
                  <a:lnTo>
                    <a:pt x="58" y="98"/>
                  </a:lnTo>
                  <a:lnTo>
                    <a:pt x="54" y="100"/>
                  </a:lnTo>
                  <a:lnTo>
                    <a:pt x="50" y="98"/>
                  </a:lnTo>
                  <a:lnTo>
                    <a:pt x="48" y="98"/>
                  </a:lnTo>
                  <a:lnTo>
                    <a:pt x="46" y="98"/>
                  </a:lnTo>
                  <a:lnTo>
                    <a:pt x="44" y="94"/>
                  </a:lnTo>
                  <a:lnTo>
                    <a:pt x="42" y="94"/>
                  </a:lnTo>
                  <a:lnTo>
                    <a:pt x="40" y="94"/>
                  </a:lnTo>
                  <a:lnTo>
                    <a:pt x="38" y="94"/>
                  </a:lnTo>
                  <a:lnTo>
                    <a:pt x="36" y="92"/>
                  </a:lnTo>
                  <a:lnTo>
                    <a:pt x="34" y="90"/>
                  </a:lnTo>
                  <a:lnTo>
                    <a:pt x="34" y="84"/>
                  </a:lnTo>
                  <a:lnTo>
                    <a:pt x="36" y="82"/>
                  </a:lnTo>
                  <a:lnTo>
                    <a:pt x="36" y="80"/>
                  </a:lnTo>
                  <a:lnTo>
                    <a:pt x="34" y="80"/>
                  </a:lnTo>
                  <a:lnTo>
                    <a:pt x="32" y="78"/>
                  </a:lnTo>
                  <a:lnTo>
                    <a:pt x="30" y="76"/>
                  </a:lnTo>
                  <a:lnTo>
                    <a:pt x="28" y="74"/>
                  </a:lnTo>
                  <a:lnTo>
                    <a:pt x="28" y="68"/>
                  </a:lnTo>
                  <a:lnTo>
                    <a:pt x="24" y="66"/>
                  </a:lnTo>
                  <a:lnTo>
                    <a:pt x="20" y="62"/>
                  </a:lnTo>
                  <a:lnTo>
                    <a:pt x="18" y="64"/>
                  </a:lnTo>
                  <a:lnTo>
                    <a:pt x="16" y="64"/>
                  </a:lnTo>
                  <a:lnTo>
                    <a:pt x="14" y="62"/>
                  </a:lnTo>
                  <a:lnTo>
                    <a:pt x="14" y="60"/>
                  </a:lnTo>
                  <a:lnTo>
                    <a:pt x="12" y="60"/>
                  </a:lnTo>
                  <a:lnTo>
                    <a:pt x="8" y="54"/>
                  </a:lnTo>
                  <a:lnTo>
                    <a:pt x="6" y="50"/>
                  </a:lnTo>
                  <a:lnTo>
                    <a:pt x="6" y="48"/>
                  </a:lnTo>
                  <a:lnTo>
                    <a:pt x="4" y="46"/>
                  </a:lnTo>
                  <a:lnTo>
                    <a:pt x="4" y="44"/>
                  </a:lnTo>
                  <a:lnTo>
                    <a:pt x="2" y="44"/>
                  </a:lnTo>
                  <a:lnTo>
                    <a:pt x="0" y="40"/>
                  </a:lnTo>
                  <a:lnTo>
                    <a:pt x="0" y="36"/>
                  </a:lnTo>
                  <a:lnTo>
                    <a:pt x="2" y="38"/>
                  </a:lnTo>
                  <a:lnTo>
                    <a:pt x="6" y="38"/>
                  </a:lnTo>
                  <a:lnTo>
                    <a:pt x="8" y="38"/>
                  </a:lnTo>
                  <a:lnTo>
                    <a:pt x="12" y="36"/>
                  </a:lnTo>
                  <a:lnTo>
                    <a:pt x="16" y="36"/>
                  </a:lnTo>
                  <a:lnTo>
                    <a:pt x="18" y="36"/>
                  </a:lnTo>
                  <a:lnTo>
                    <a:pt x="26" y="34"/>
                  </a:lnTo>
                  <a:lnTo>
                    <a:pt x="30" y="34"/>
                  </a:lnTo>
                  <a:lnTo>
                    <a:pt x="34" y="32"/>
                  </a:lnTo>
                  <a:lnTo>
                    <a:pt x="34" y="26"/>
                  </a:lnTo>
                  <a:lnTo>
                    <a:pt x="36" y="22"/>
                  </a:lnTo>
                  <a:lnTo>
                    <a:pt x="36" y="20"/>
                  </a:lnTo>
                  <a:lnTo>
                    <a:pt x="38" y="20"/>
                  </a:lnTo>
                  <a:lnTo>
                    <a:pt x="40" y="18"/>
                  </a:lnTo>
                  <a:lnTo>
                    <a:pt x="42" y="16"/>
                  </a:lnTo>
                  <a:lnTo>
                    <a:pt x="42" y="14"/>
                  </a:lnTo>
                  <a:lnTo>
                    <a:pt x="44" y="10"/>
                  </a:lnTo>
                  <a:lnTo>
                    <a:pt x="46" y="8"/>
                  </a:lnTo>
                  <a:lnTo>
                    <a:pt x="50" y="6"/>
                  </a:lnTo>
                  <a:lnTo>
                    <a:pt x="6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47" name="Google Shape;247;p60"/>
            <p:cNvSpPr/>
            <p:nvPr/>
          </p:nvSpPr>
          <p:spPr>
            <a:xfrm>
              <a:off x="8130447" y="4716219"/>
              <a:ext cx="213920" cy="191762"/>
            </a:xfrm>
            <a:custGeom>
              <a:rect b="b" l="l" r="r" t="t"/>
              <a:pathLst>
                <a:path extrusionOk="0" h="136" w="130">
                  <a:moveTo>
                    <a:pt x="16" y="132"/>
                  </a:moveTo>
                  <a:lnTo>
                    <a:pt x="28" y="130"/>
                  </a:lnTo>
                  <a:lnTo>
                    <a:pt x="30" y="130"/>
                  </a:lnTo>
                  <a:lnTo>
                    <a:pt x="32" y="132"/>
                  </a:lnTo>
                  <a:lnTo>
                    <a:pt x="34" y="134"/>
                  </a:lnTo>
                  <a:lnTo>
                    <a:pt x="36" y="134"/>
                  </a:lnTo>
                  <a:lnTo>
                    <a:pt x="38" y="136"/>
                  </a:lnTo>
                  <a:lnTo>
                    <a:pt x="42" y="136"/>
                  </a:lnTo>
                  <a:lnTo>
                    <a:pt x="44" y="136"/>
                  </a:lnTo>
                  <a:lnTo>
                    <a:pt x="48" y="134"/>
                  </a:lnTo>
                  <a:lnTo>
                    <a:pt x="52" y="134"/>
                  </a:lnTo>
                  <a:lnTo>
                    <a:pt x="54" y="134"/>
                  </a:lnTo>
                  <a:lnTo>
                    <a:pt x="62" y="132"/>
                  </a:lnTo>
                  <a:lnTo>
                    <a:pt x="66" y="132"/>
                  </a:lnTo>
                  <a:lnTo>
                    <a:pt x="70" y="130"/>
                  </a:lnTo>
                  <a:lnTo>
                    <a:pt x="70" y="124"/>
                  </a:lnTo>
                  <a:lnTo>
                    <a:pt x="72" y="120"/>
                  </a:lnTo>
                  <a:lnTo>
                    <a:pt x="72" y="118"/>
                  </a:lnTo>
                  <a:lnTo>
                    <a:pt x="74" y="118"/>
                  </a:lnTo>
                  <a:lnTo>
                    <a:pt x="76" y="116"/>
                  </a:lnTo>
                  <a:lnTo>
                    <a:pt x="78" y="114"/>
                  </a:lnTo>
                  <a:lnTo>
                    <a:pt x="78" y="112"/>
                  </a:lnTo>
                  <a:lnTo>
                    <a:pt x="80" y="108"/>
                  </a:lnTo>
                  <a:lnTo>
                    <a:pt x="82" y="106"/>
                  </a:lnTo>
                  <a:lnTo>
                    <a:pt x="86" y="104"/>
                  </a:lnTo>
                  <a:lnTo>
                    <a:pt x="96" y="100"/>
                  </a:lnTo>
                  <a:lnTo>
                    <a:pt x="96" y="98"/>
                  </a:lnTo>
                  <a:lnTo>
                    <a:pt x="96" y="96"/>
                  </a:lnTo>
                  <a:lnTo>
                    <a:pt x="94" y="94"/>
                  </a:lnTo>
                  <a:lnTo>
                    <a:pt x="92" y="92"/>
                  </a:lnTo>
                  <a:lnTo>
                    <a:pt x="118" y="84"/>
                  </a:lnTo>
                  <a:lnTo>
                    <a:pt x="118" y="76"/>
                  </a:lnTo>
                  <a:lnTo>
                    <a:pt x="118" y="72"/>
                  </a:lnTo>
                  <a:lnTo>
                    <a:pt x="118" y="68"/>
                  </a:lnTo>
                  <a:lnTo>
                    <a:pt x="118" y="64"/>
                  </a:lnTo>
                  <a:lnTo>
                    <a:pt x="120" y="60"/>
                  </a:lnTo>
                  <a:lnTo>
                    <a:pt x="124" y="56"/>
                  </a:lnTo>
                  <a:lnTo>
                    <a:pt x="126" y="54"/>
                  </a:lnTo>
                  <a:lnTo>
                    <a:pt x="128" y="52"/>
                  </a:lnTo>
                  <a:lnTo>
                    <a:pt x="126" y="50"/>
                  </a:lnTo>
                  <a:lnTo>
                    <a:pt x="124" y="50"/>
                  </a:lnTo>
                  <a:lnTo>
                    <a:pt x="122" y="40"/>
                  </a:lnTo>
                  <a:lnTo>
                    <a:pt x="124" y="40"/>
                  </a:lnTo>
                  <a:lnTo>
                    <a:pt x="124" y="38"/>
                  </a:lnTo>
                  <a:lnTo>
                    <a:pt x="128" y="36"/>
                  </a:lnTo>
                  <a:lnTo>
                    <a:pt x="130" y="32"/>
                  </a:lnTo>
                  <a:lnTo>
                    <a:pt x="130" y="30"/>
                  </a:lnTo>
                  <a:lnTo>
                    <a:pt x="128" y="28"/>
                  </a:lnTo>
                  <a:lnTo>
                    <a:pt x="128" y="24"/>
                  </a:lnTo>
                  <a:lnTo>
                    <a:pt x="128" y="20"/>
                  </a:lnTo>
                  <a:lnTo>
                    <a:pt x="124" y="16"/>
                  </a:lnTo>
                  <a:lnTo>
                    <a:pt x="122" y="14"/>
                  </a:lnTo>
                  <a:lnTo>
                    <a:pt x="118" y="12"/>
                  </a:lnTo>
                  <a:lnTo>
                    <a:pt x="116" y="10"/>
                  </a:lnTo>
                  <a:lnTo>
                    <a:pt x="114" y="10"/>
                  </a:lnTo>
                  <a:lnTo>
                    <a:pt x="112" y="8"/>
                  </a:lnTo>
                  <a:lnTo>
                    <a:pt x="112" y="6"/>
                  </a:lnTo>
                  <a:lnTo>
                    <a:pt x="112" y="4"/>
                  </a:lnTo>
                  <a:lnTo>
                    <a:pt x="108" y="2"/>
                  </a:lnTo>
                  <a:lnTo>
                    <a:pt x="108" y="4"/>
                  </a:lnTo>
                  <a:lnTo>
                    <a:pt x="104" y="6"/>
                  </a:lnTo>
                  <a:lnTo>
                    <a:pt x="100" y="6"/>
                  </a:lnTo>
                  <a:lnTo>
                    <a:pt x="98" y="4"/>
                  </a:lnTo>
                  <a:lnTo>
                    <a:pt x="96" y="0"/>
                  </a:lnTo>
                  <a:lnTo>
                    <a:pt x="78" y="4"/>
                  </a:lnTo>
                  <a:lnTo>
                    <a:pt x="72" y="10"/>
                  </a:lnTo>
                  <a:lnTo>
                    <a:pt x="70" y="14"/>
                  </a:lnTo>
                  <a:lnTo>
                    <a:pt x="68" y="14"/>
                  </a:lnTo>
                  <a:lnTo>
                    <a:pt x="68" y="20"/>
                  </a:lnTo>
                  <a:lnTo>
                    <a:pt x="70" y="22"/>
                  </a:lnTo>
                  <a:lnTo>
                    <a:pt x="70" y="24"/>
                  </a:lnTo>
                  <a:lnTo>
                    <a:pt x="72" y="28"/>
                  </a:lnTo>
                  <a:lnTo>
                    <a:pt x="72" y="32"/>
                  </a:lnTo>
                  <a:lnTo>
                    <a:pt x="70" y="38"/>
                  </a:lnTo>
                  <a:lnTo>
                    <a:pt x="72" y="40"/>
                  </a:lnTo>
                  <a:lnTo>
                    <a:pt x="76" y="44"/>
                  </a:lnTo>
                  <a:lnTo>
                    <a:pt x="80" y="46"/>
                  </a:lnTo>
                  <a:lnTo>
                    <a:pt x="84" y="48"/>
                  </a:lnTo>
                  <a:lnTo>
                    <a:pt x="86" y="52"/>
                  </a:lnTo>
                  <a:lnTo>
                    <a:pt x="88" y="50"/>
                  </a:lnTo>
                  <a:lnTo>
                    <a:pt x="94" y="50"/>
                  </a:lnTo>
                  <a:lnTo>
                    <a:pt x="94" y="64"/>
                  </a:lnTo>
                  <a:lnTo>
                    <a:pt x="88" y="62"/>
                  </a:lnTo>
                  <a:lnTo>
                    <a:pt x="84" y="64"/>
                  </a:lnTo>
                  <a:lnTo>
                    <a:pt x="80" y="64"/>
                  </a:lnTo>
                  <a:lnTo>
                    <a:pt x="78" y="62"/>
                  </a:lnTo>
                  <a:lnTo>
                    <a:pt x="78" y="58"/>
                  </a:lnTo>
                  <a:lnTo>
                    <a:pt x="78" y="56"/>
                  </a:lnTo>
                  <a:lnTo>
                    <a:pt x="76" y="54"/>
                  </a:lnTo>
                  <a:lnTo>
                    <a:pt x="74" y="54"/>
                  </a:lnTo>
                  <a:lnTo>
                    <a:pt x="72" y="52"/>
                  </a:lnTo>
                  <a:lnTo>
                    <a:pt x="70" y="52"/>
                  </a:lnTo>
                  <a:lnTo>
                    <a:pt x="68" y="48"/>
                  </a:lnTo>
                  <a:lnTo>
                    <a:pt x="66" y="46"/>
                  </a:lnTo>
                  <a:lnTo>
                    <a:pt x="66" y="44"/>
                  </a:lnTo>
                  <a:lnTo>
                    <a:pt x="64" y="42"/>
                  </a:lnTo>
                  <a:lnTo>
                    <a:pt x="60" y="42"/>
                  </a:lnTo>
                  <a:lnTo>
                    <a:pt x="58" y="42"/>
                  </a:lnTo>
                  <a:lnTo>
                    <a:pt x="56" y="46"/>
                  </a:lnTo>
                  <a:lnTo>
                    <a:pt x="54" y="46"/>
                  </a:lnTo>
                  <a:lnTo>
                    <a:pt x="44" y="46"/>
                  </a:lnTo>
                  <a:lnTo>
                    <a:pt x="42" y="44"/>
                  </a:lnTo>
                  <a:lnTo>
                    <a:pt x="42" y="40"/>
                  </a:lnTo>
                  <a:lnTo>
                    <a:pt x="40" y="36"/>
                  </a:lnTo>
                  <a:lnTo>
                    <a:pt x="38" y="38"/>
                  </a:lnTo>
                  <a:lnTo>
                    <a:pt x="34" y="40"/>
                  </a:lnTo>
                  <a:lnTo>
                    <a:pt x="34" y="38"/>
                  </a:lnTo>
                  <a:lnTo>
                    <a:pt x="32" y="32"/>
                  </a:lnTo>
                  <a:lnTo>
                    <a:pt x="26" y="32"/>
                  </a:lnTo>
                  <a:lnTo>
                    <a:pt x="28" y="42"/>
                  </a:lnTo>
                  <a:lnTo>
                    <a:pt x="26" y="44"/>
                  </a:lnTo>
                  <a:lnTo>
                    <a:pt x="26" y="48"/>
                  </a:lnTo>
                  <a:lnTo>
                    <a:pt x="26" y="54"/>
                  </a:lnTo>
                  <a:lnTo>
                    <a:pt x="26" y="58"/>
                  </a:lnTo>
                  <a:lnTo>
                    <a:pt x="0" y="58"/>
                  </a:lnTo>
                  <a:lnTo>
                    <a:pt x="0" y="108"/>
                  </a:lnTo>
                  <a:lnTo>
                    <a:pt x="2" y="110"/>
                  </a:lnTo>
                  <a:lnTo>
                    <a:pt x="4" y="114"/>
                  </a:lnTo>
                  <a:lnTo>
                    <a:pt x="4" y="120"/>
                  </a:lnTo>
                  <a:lnTo>
                    <a:pt x="8" y="124"/>
                  </a:lnTo>
                  <a:lnTo>
                    <a:pt x="12" y="126"/>
                  </a:lnTo>
                  <a:lnTo>
                    <a:pt x="12" y="130"/>
                  </a:lnTo>
                  <a:lnTo>
                    <a:pt x="14" y="132"/>
                  </a:lnTo>
                  <a:lnTo>
                    <a:pt x="16" y="1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48" name="Google Shape;248;p60"/>
            <p:cNvSpPr/>
            <p:nvPr/>
          </p:nvSpPr>
          <p:spPr>
            <a:xfrm>
              <a:off x="7939597" y="4434849"/>
              <a:ext cx="373311" cy="372771"/>
            </a:xfrm>
            <a:custGeom>
              <a:rect b="b" l="l" r="r" t="t"/>
              <a:pathLst>
                <a:path extrusionOk="0" h="264" w="226">
                  <a:moveTo>
                    <a:pt x="78" y="26"/>
                  </a:moveTo>
                  <a:lnTo>
                    <a:pt x="78" y="14"/>
                  </a:lnTo>
                  <a:lnTo>
                    <a:pt x="82" y="14"/>
                  </a:lnTo>
                  <a:lnTo>
                    <a:pt x="84" y="12"/>
                  </a:lnTo>
                  <a:lnTo>
                    <a:pt x="84" y="10"/>
                  </a:lnTo>
                  <a:lnTo>
                    <a:pt x="86" y="4"/>
                  </a:lnTo>
                  <a:lnTo>
                    <a:pt x="88" y="2"/>
                  </a:lnTo>
                  <a:lnTo>
                    <a:pt x="92" y="2"/>
                  </a:lnTo>
                  <a:lnTo>
                    <a:pt x="98" y="4"/>
                  </a:lnTo>
                  <a:lnTo>
                    <a:pt x="102" y="6"/>
                  </a:lnTo>
                  <a:lnTo>
                    <a:pt x="104" y="10"/>
                  </a:lnTo>
                  <a:lnTo>
                    <a:pt x="110" y="10"/>
                  </a:lnTo>
                  <a:lnTo>
                    <a:pt x="114" y="10"/>
                  </a:lnTo>
                  <a:lnTo>
                    <a:pt x="122" y="12"/>
                  </a:lnTo>
                  <a:lnTo>
                    <a:pt x="128" y="14"/>
                  </a:lnTo>
                  <a:lnTo>
                    <a:pt x="128" y="10"/>
                  </a:lnTo>
                  <a:lnTo>
                    <a:pt x="130" y="8"/>
                  </a:lnTo>
                  <a:lnTo>
                    <a:pt x="130" y="6"/>
                  </a:lnTo>
                  <a:lnTo>
                    <a:pt x="134" y="8"/>
                  </a:lnTo>
                  <a:lnTo>
                    <a:pt x="136" y="10"/>
                  </a:lnTo>
                  <a:lnTo>
                    <a:pt x="138" y="10"/>
                  </a:lnTo>
                  <a:lnTo>
                    <a:pt x="144" y="8"/>
                  </a:lnTo>
                  <a:lnTo>
                    <a:pt x="144" y="6"/>
                  </a:lnTo>
                  <a:lnTo>
                    <a:pt x="146" y="4"/>
                  </a:lnTo>
                  <a:lnTo>
                    <a:pt x="148" y="4"/>
                  </a:lnTo>
                  <a:lnTo>
                    <a:pt x="148" y="6"/>
                  </a:lnTo>
                  <a:lnTo>
                    <a:pt x="150" y="6"/>
                  </a:lnTo>
                  <a:lnTo>
                    <a:pt x="152" y="4"/>
                  </a:lnTo>
                  <a:lnTo>
                    <a:pt x="154" y="2"/>
                  </a:lnTo>
                  <a:lnTo>
                    <a:pt x="156" y="0"/>
                  </a:lnTo>
                  <a:lnTo>
                    <a:pt x="166" y="0"/>
                  </a:lnTo>
                  <a:lnTo>
                    <a:pt x="168" y="2"/>
                  </a:lnTo>
                  <a:lnTo>
                    <a:pt x="170" y="2"/>
                  </a:lnTo>
                  <a:lnTo>
                    <a:pt x="176" y="2"/>
                  </a:lnTo>
                  <a:lnTo>
                    <a:pt x="180" y="8"/>
                  </a:lnTo>
                  <a:lnTo>
                    <a:pt x="180" y="10"/>
                  </a:lnTo>
                  <a:lnTo>
                    <a:pt x="182" y="14"/>
                  </a:lnTo>
                  <a:lnTo>
                    <a:pt x="184" y="14"/>
                  </a:lnTo>
                  <a:lnTo>
                    <a:pt x="186" y="10"/>
                  </a:lnTo>
                  <a:lnTo>
                    <a:pt x="188" y="10"/>
                  </a:lnTo>
                  <a:lnTo>
                    <a:pt x="190" y="10"/>
                  </a:lnTo>
                  <a:lnTo>
                    <a:pt x="194" y="14"/>
                  </a:lnTo>
                  <a:lnTo>
                    <a:pt x="196" y="14"/>
                  </a:lnTo>
                  <a:lnTo>
                    <a:pt x="198" y="12"/>
                  </a:lnTo>
                  <a:lnTo>
                    <a:pt x="200" y="10"/>
                  </a:lnTo>
                  <a:lnTo>
                    <a:pt x="202" y="10"/>
                  </a:lnTo>
                  <a:lnTo>
                    <a:pt x="204" y="14"/>
                  </a:lnTo>
                  <a:lnTo>
                    <a:pt x="208" y="20"/>
                  </a:lnTo>
                  <a:lnTo>
                    <a:pt x="216" y="24"/>
                  </a:lnTo>
                  <a:lnTo>
                    <a:pt x="218" y="26"/>
                  </a:lnTo>
                  <a:lnTo>
                    <a:pt x="220" y="24"/>
                  </a:lnTo>
                  <a:lnTo>
                    <a:pt x="226" y="28"/>
                  </a:lnTo>
                  <a:lnTo>
                    <a:pt x="226" y="30"/>
                  </a:lnTo>
                  <a:lnTo>
                    <a:pt x="226" y="34"/>
                  </a:lnTo>
                  <a:lnTo>
                    <a:pt x="224" y="38"/>
                  </a:lnTo>
                  <a:lnTo>
                    <a:pt x="222" y="40"/>
                  </a:lnTo>
                  <a:lnTo>
                    <a:pt x="224" y="42"/>
                  </a:lnTo>
                  <a:lnTo>
                    <a:pt x="220" y="46"/>
                  </a:lnTo>
                  <a:lnTo>
                    <a:pt x="220" y="50"/>
                  </a:lnTo>
                  <a:lnTo>
                    <a:pt x="220" y="52"/>
                  </a:lnTo>
                  <a:lnTo>
                    <a:pt x="220" y="54"/>
                  </a:lnTo>
                  <a:lnTo>
                    <a:pt x="222" y="54"/>
                  </a:lnTo>
                  <a:lnTo>
                    <a:pt x="222" y="58"/>
                  </a:lnTo>
                  <a:lnTo>
                    <a:pt x="218" y="62"/>
                  </a:lnTo>
                  <a:lnTo>
                    <a:pt x="220" y="58"/>
                  </a:lnTo>
                  <a:lnTo>
                    <a:pt x="216" y="62"/>
                  </a:lnTo>
                  <a:lnTo>
                    <a:pt x="212" y="64"/>
                  </a:lnTo>
                  <a:lnTo>
                    <a:pt x="212" y="70"/>
                  </a:lnTo>
                  <a:lnTo>
                    <a:pt x="206" y="72"/>
                  </a:lnTo>
                  <a:lnTo>
                    <a:pt x="206" y="74"/>
                  </a:lnTo>
                  <a:lnTo>
                    <a:pt x="204" y="78"/>
                  </a:lnTo>
                  <a:lnTo>
                    <a:pt x="202" y="84"/>
                  </a:lnTo>
                  <a:lnTo>
                    <a:pt x="200" y="90"/>
                  </a:lnTo>
                  <a:lnTo>
                    <a:pt x="200" y="88"/>
                  </a:lnTo>
                  <a:lnTo>
                    <a:pt x="198" y="90"/>
                  </a:lnTo>
                  <a:lnTo>
                    <a:pt x="194" y="92"/>
                  </a:lnTo>
                  <a:lnTo>
                    <a:pt x="194" y="94"/>
                  </a:lnTo>
                  <a:lnTo>
                    <a:pt x="194" y="98"/>
                  </a:lnTo>
                  <a:lnTo>
                    <a:pt x="198" y="98"/>
                  </a:lnTo>
                  <a:lnTo>
                    <a:pt x="198" y="94"/>
                  </a:lnTo>
                  <a:lnTo>
                    <a:pt x="198" y="98"/>
                  </a:lnTo>
                  <a:lnTo>
                    <a:pt x="196" y="102"/>
                  </a:lnTo>
                  <a:lnTo>
                    <a:pt x="196" y="104"/>
                  </a:lnTo>
                  <a:lnTo>
                    <a:pt x="198" y="106"/>
                  </a:lnTo>
                  <a:lnTo>
                    <a:pt x="198" y="112"/>
                  </a:lnTo>
                  <a:lnTo>
                    <a:pt x="192" y="106"/>
                  </a:lnTo>
                  <a:lnTo>
                    <a:pt x="190" y="114"/>
                  </a:lnTo>
                  <a:lnTo>
                    <a:pt x="188" y="118"/>
                  </a:lnTo>
                  <a:lnTo>
                    <a:pt x="190" y="118"/>
                  </a:lnTo>
                  <a:lnTo>
                    <a:pt x="192" y="118"/>
                  </a:lnTo>
                  <a:lnTo>
                    <a:pt x="192" y="122"/>
                  </a:lnTo>
                  <a:lnTo>
                    <a:pt x="194" y="124"/>
                  </a:lnTo>
                  <a:lnTo>
                    <a:pt x="198" y="124"/>
                  </a:lnTo>
                  <a:lnTo>
                    <a:pt x="198" y="130"/>
                  </a:lnTo>
                  <a:lnTo>
                    <a:pt x="198" y="132"/>
                  </a:lnTo>
                  <a:lnTo>
                    <a:pt x="196" y="132"/>
                  </a:lnTo>
                  <a:lnTo>
                    <a:pt x="192" y="140"/>
                  </a:lnTo>
                  <a:lnTo>
                    <a:pt x="192" y="144"/>
                  </a:lnTo>
                  <a:lnTo>
                    <a:pt x="194" y="144"/>
                  </a:lnTo>
                  <a:lnTo>
                    <a:pt x="196" y="146"/>
                  </a:lnTo>
                  <a:lnTo>
                    <a:pt x="194" y="148"/>
                  </a:lnTo>
                  <a:lnTo>
                    <a:pt x="194" y="152"/>
                  </a:lnTo>
                  <a:lnTo>
                    <a:pt x="198" y="156"/>
                  </a:lnTo>
                  <a:lnTo>
                    <a:pt x="196" y="160"/>
                  </a:lnTo>
                  <a:lnTo>
                    <a:pt x="194" y="164"/>
                  </a:lnTo>
                  <a:lnTo>
                    <a:pt x="200" y="180"/>
                  </a:lnTo>
                  <a:lnTo>
                    <a:pt x="210" y="186"/>
                  </a:lnTo>
                  <a:lnTo>
                    <a:pt x="210" y="190"/>
                  </a:lnTo>
                  <a:lnTo>
                    <a:pt x="210" y="192"/>
                  </a:lnTo>
                  <a:lnTo>
                    <a:pt x="212" y="200"/>
                  </a:lnTo>
                  <a:lnTo>
                    <a:pt x="194" y="204"/>
                  </a:lnTo>
                  <a:lnTo>
                    <a:pt x="188" y="210"/>
                  </a:lnTo>
                  <a:lnTo>
                    <a:pt x="188" y="206"/>
                  </a:lnTo>
                  <a:lnTo>
                    <a:pt x="180" y="212"/>
                  </a:lnTo>
                  <a:lnTo>
                    <a:pt x="182" y="214"/>
                  </a:lnTo>
                  <a:lnTo>
                    <a:pt x="184" y="214"/>
                  </a:lnTo>
                  <a:lnTo>
                    <a:pt x="184" y="220"/>
                  </a:lnTo>
                  <a:lnTo>
                    <a:pt x="186" y="222"/>
                  </a:lnTo>
                  <a:lnTo>
                    <a:pt x="186" y="224"/>
                  </a:lnTo>
                  <a:lnTo>
                    <a:pt x="188" y="228"/>
                  </a:lnTo>
                  <a:lnTo>
                    <a:pt x="188" y="232"/>
                  </a:lnTo>
                  <a:lnTo>
                    <a:pt x="186" y="238"/>
                  </a:lnTo>
                  <a:lnTo>
                    <a:pt x="188" y="240"/>
                  </a:lnTo>
                  <a:lnTo>
                    <a:pt x="192" y="244"/>
                  </a:lnTo>
                  <a:lnTo>
                    <a:pt x="196" y="246"/>
                  </a:lnTo>
                  <a:lnTo>
                    <a:pt x="200" y="248"/>
                  </a:lnTo>
                  <a:lnTo>
                    <a:pt x="202" y="252"/>
                  </a:lnTo>
                  <a:lnTo>
                    <a:pt x="204" y="250"/>
                  </a:lnTo>
                  <a:lnTo>
                    <a:pt x="210" y="250"/>
                  </a:lnTo>
                  <a:lnTo>
                    <a:pt x="210" y="264"/>
                  </a:lnTo>
                  <a:lnTo>
                    <a:pt x="204" y="262"/>
                  </a:lnTo>
                  <a:lnTo>
                    <a:pt x="200" y="264"/>
                  </a:lnTo>
                  <a:lnTo>
                    <a:pt x="196" y="264"/>
                  </a:lnTo>
                  <a:lnTo>
                    <a:pt x="194" y="262"/>
                  </a:lnTo>
                  <a:lnTo>
                    <a:pt x="194" y="258"/>
                  </a:lnTo>
                  <a:lnTo>
                    <a:pt x="194" y="256"/>
                  </a:lnTo>
                  <a:lnTo>
                    <a:pt x="192" y="254"/>
                  </a:lnTo>
                  <a:lnTo>
                    <a:pt x="190" y="254"/>
                  </a:lnTo>
                  <a:lnTo>
                    <a:pt x="188" y="252"/>
                  </a:lnTo>
                  <a:lnTo>
                    <a:pt x="186" y="252"/>
                  </a:lnTo>
                  <a:lnTo>
                    <a:pt x="184" y="248"/>
                  </a:lnTo>
                  <a:lnTo>
                    <a:pt x="182" y="246"/>
                  </a:lnTo>
                  <a:lnTo>
                    <a:pt x="182" y="244"/>
                  </a:lnTo>
                  <a:lnTo>
                    <a:pt x="180" y="242"/>
                  </a:lnTo>
                  <a:lnTo>
                    <a:pt x="176" y="242"/>
                  </a:lnTo>
                  <a:lnTo>
                    <a:pt x="174" y="242"/>
                  </a:lnTo>
                  <a:lnTo>
                    <a:pt x="172" y="246"/>
                  </a:lnTo>
                  <a:lnTo>
                    <a:pt x="170" y="246"/>
                  </a:lnTo>
                  <a:lnTo>
                    <a:pt x="160" y="246"/>
                  </a:lnTo>
                  <a:lnTo>
                    <a:pt x="158" y="244"/>
                  </a:lnTo>
                  <a:lnTo>
                    <a:pt x="158" y="240"/>
                  </a:lnTo>
                  <a:lnTo>
                    <a:pt x="156" y="236"/>
                  </a:lnTo>
                  <a:lnTo>
                    <a:pt x="154" y="238"/>
                  </a:lnTo>
                  <a:lnTo>
                    <a:pt x="150" y="240"/>
                  </a:lnTo>
                  <a:lnTo>
                    <a:pt x="150" y="238"/>
                  </a:lnTo>
                  <a:lnTo>
                    <a:pt x="148" y="232"/>
                  </a:lnTo>
                  <a:lnTo>
                    <a:pt x="142" y="232"/>
                  </a:lnTo>
                  <a:lnTo>
                    <a:pt x="134" y="232"/>
                  </a:lnTo>
                  <a:lnTo>
                    <a:pt x="130" y="232"/>
                  </a:lnTo>
                  <a:lnTo>
                    <a:pt x="128" y="234"/>
                  </a:lnTo>
                  <a:lnTo>
                    <a:pt x="126" y="236"/>
                  </a:lnTo>
                  <a:lnTo>
                    <a:pt x="124" y="234"/>
                  </a:lnTo>
                  <a:lnTo>
                    <a:pt x="122" y="230"/>
                  </a:lnTo>
                  <a:lnTo>
                    <a:pt x="122" y="226"/>
                  </a:lnTo>
                  <a:lnTo>
                    <a:pt x="120" y="222"/>
                  </a:lnTo>
                  <a:lnTo>
                    <a:pt x="122" y="218"/>
                  </a:lnTo>
                  <a:lnTo>
                    <a:pt x="122" y="216"/>
                  </a:lnTo>
                  <a:lnTo>
                    <a:pt x="120" y="212"/>
                  </a:lnTo>
                  <a:lnTo>
                    <a:pt x="120" y="210"/>
                  </a:lnTo>
                  <a:lnTo>
                    <a:pt x="118" y="206"/>
                  </a:lnTo>
                  <a:lnTo>
                    <a:pt x="116" y="198"/>
                  </a:lnTo>
                  <a:lnTo>
                    <a:pt x="116" y="194"/>
                  </a:lnTo>
                  <a:lnTo>
                    <a:pt x="116" y="192"/>
                  </a:lnTo>
                  <a:lnTo>
                    <a:pt x="116" y="190"/>
                  </a:lnTo>
                  <a:lnTo>
                    <a:pt x="114" y="190"/>
                  </a:lnTo>
                  <a:lnTo>
                    <a:pt x="114" y="188"/>
                  </a:lnTo>
                  <a:lnTo>
                    <a:pt x="114" y="184"/>
                  </a:lnTo>
                  <a:lnTo>
                    <a:pt x="112" y="180"/>
                  </a:lnTo>
                  <a:lnTo>
                    <a:pt x="108" y="180"/>
                  </a:lnTo>
                  <a:lnTo>
                    <a:pt x="104" y="180"/>
                  </a:lnTo>
                  <a:lnTo>
                    <a:pt x="104" y="178"/>
                  </a:lnTo>
                  <a:lnTo>
                    <a:pt x="104" y="176"/>
                  </a:lnTo>
                  <a:lnTo>
                    <a:pt x="102" y="176"/>
                  </a:lnTo>
                  <a:lnTo>
                    <a:pt x="98" y="176"/>
                  </a:lnTo>
                  <a:lnTo>
                    <a:pt x="92" y="176"/>
                  </a:lnTo>
                  <a:lnTo>
                    <a:pt x="90" y="176"/>
                  </a:lnTo>
                  <a:lnTo>
                    <a:pt x="90" y="182"/>
                  </a:lnTo>
                  <a:lnTo>
                    <a:pt x="90" y="186"/>
                  </a:lnTo>
                  <a:lnTo>
                    <a:pt x="90" y="188"/>
                  </a:lnTo>
                  <a:lnTo>
                    <a:pt x="86" y="188"/>
                  </a:lnTo>
                  <a:lnTo>
                    <a:pt x="86" y="186"/>
                  </a:lnTo>
                  <a:lnTo>
                    <a:pt x="84" y="188"/>
                  </a:lnTo>
                  <a:lnTo>
                    <a:pt x="80" y="190"/>
                  </a:lnTo>
                  <a:lnTo>
                    <a:pt x="76" y="190"/>
                  </a:lnTo>
                  <a:lnTo>
                    <a:pt x="72" y="188"/>
                  </a:lnTo>
                  <a:lnTo>
                    <a:pt x="70" y="186"/>
                  </a:lnTo>
                  <a:lnTo>
                    <a:pt x="70" y="182"/>
                  </a:lnTo>
                  <a:lnTo>
                    <a:pt x="68" y="178"/>
                  </a:lnTo>
                  <a:lnTo>
                    <a:pt x="68" y="174"/>
                  </a:lnTo>
                  <a:lnTo>
                    <a:pt x="68" y="170"/>
                  </a:lnTo>
                  <a:lnTo>
                    <a:pt x="68" y="166"/>
                  </a:lnTo>
                  <a:lnTo>
                    <a:pt x="64" y="158"/>
                  </a:lnTo>
                  <a:lnTo>
                    <a:pt x="42" y="160"/>
                  </a:lnTo>
                  <a:lnTo>
                    <a:pt x="28" y="158"/>
                  </a:lnTo>
                  <a:lnTo>
                    <a:pt x="20" y="158"/>
                  </a:lnTo>
                  <a:lnTo>
                    <a:pt x="16" y="162"/>
                  </a:lnTo>
                  <a:lnTo>
                    <a:pt x="6" y="166"/>
                  </a:lnTo>
                  <a:lnTo>
                    <a:pt x="6" y="168"/>
                  </a:lnTo>
                  <a:lnTo>
                    <a:pt x="4" y="160"/>
                  </a:lnTo>
                  <a:lnTo>
                    <a:pt x="0" y="156"/>
                  </a:lnTo>
                  <a:lnTo>
                    <a:pt x="0" y="154"/>
                  </a:lnTo>
                  <a:lnTo>
                    <a:pt x="2" y="154"/>
                  </a:lnTo>
                  <a:lnTo>
                    <a:pt x="10" y="148"/>
                  </a:lnTo>
                  <a:lnTo>
                    <a:pt x="12" y="144"/>
                  </a:lnTo>
                  <a:lnTo>
                    <a:pt x="14" y="140"/>
                  </a:lnTo>
                  <a:lnTo>
                    <a:pt x="16" y="140"/>
                  </a:lnTo>
                  <a:lnTo>
                    <a:pt x="18" y="138"/>
                  </a:lnTo>
                  <a:lnTo>
                    <a:pt x="20" y="138"/>
                  </a:lnTo>
                  <a:lnTo>
                    <a:pt x="26" y="138"/>
                  </a:lnTo>
                  <a:lnTo>
                    <a:pt x="26" y="136"/>
                  </a:lnTo>
                  <a:lnTo>
                    <a:pt x="26" y="134"/>
                  </a:lnTo>
                  <a:lnTo>
                    <a:pt x="30" y="134"/>
                  </a:lnTo>
                  <a:lnTo>
                    <a:pt x="34" y="134"/>
                  </a:lnTo>
                  <a:lnTo>
                    <a:pt x="36" y="132"/>
                  </a:lnTo>
                  <a:lnTo>
                    <a:pt x="36" y="140"/>
                  </a:lnTo>
                  <a:lnTo>
                    <a:pt x="42" y="140"/>
                  </a:lnTo>
                  <a:lnTo>
                    <a:pt x="46" y="140"/>
                  </a:lnTo>
                  <a:lnTo>
                    <a:pt x="48" y="138"/>
                  </a:lnTo>
                  <a:lnTo>
                    <a:pt x="52" y="138"/>
                  </a:lnTo>
                  <a:lnTo>
                    <a:pt x="54" y="136"/>
                  </a:lnTo>
                  <a:lnTo>
                    <a:pt x="54" y="132"/>
                  </a:lnTo>
                  <a:lnTo>
                    <a:pt x="54" y="128"/>
                  </a:lnTo>
                  <a:lnTo>
                    <a:pt x="54" y="126"/>
                  </a:lnTo>
                  <a:lnTo>
                    <a:pt x="56" y="126"/>
                  </a:lnTo>
                  <a:lnTo>
                    <a:pt x="56" y="124"/>
                  </a:lnTo>
                  <a:lnTo>
                    <a:pt x="58" y="122"/>
                  </a:lnTo>
                  <a:lnTo>
                    <a:pt x="60" y="116"/>
                  </a:lnTo>
                  <a:lnTo>
                    <a:pt x="58" y="112"/>
                  </a:lnTo>
                  <a:lnTo>
                    <a:pt x="56" y="108"/>
                  </a:lnTo>
                  <a:lnTo>
                    <a:pt x="58" y="102"/>
                  </a:lnTo>
                  <a:lnTo>
                    <a:pt x="60" y="98"/>
                  </a:lnTo>
                  <a:lnTo>
                    <a:pt x="62" y="96"/>
                  </a:lnTo>
                  <a:lnTo>
                    <a:pt x="64" y="94"/>
                  </a:lnTo>
                  <a:lnTo>
                    <a:pt x="64" y="92"/>
                  </a:lnTo>
                  <a:lnTo>
                    <a:pt x="66" y="86"/>
                  </a:lnTo>
                  <a:lnTo>
                    <a:pt x="68" y="80"/>
                  </a:lnTo>
                  <a:lnTo>
                    <a:pt x="70" y="74"/>
                  </a:lnTo>
                  <a:lnTo>
                    <a:pt x="70" y="68"/>
                  </a:lnTo>
                  <a:lnTo>
                    <a:pt x="70" y="58"/>
                  </a:lnTo>
                  <a:lnTo>
                    <a:pt x="72" y="48"/>
                  </a:lnTo>
                  <a:lnTo>
                    <a:pt x="72" y="42"/>
                  </a:lnTo>
                  <a:lnTo>
                    <a:pt x="74" y="40"/>
                  </a:lnTo>
                  <a:lnTo>
                    <a:pt x="76" y="32"/>
                  </a:lnTo>
                  <a:lnTo>
                    <a:pt x="78" y="26"/>
                  </a:lnTo>
                  <a:close/>
                  <a:moveTo>
                    <a:pt x="198" y="112"/>
                  </a:moveTo>
                  <a:lnTo>
                    <a:pt x="198" y="112"/>
                  </a:lnTo>
                  <a:lnTo>
                    <a:pt x="196" y="114"/>
                  </a:lnTo>
                  <a:lnTo>
                    <a:pt x="196" y="116"/>
                  </a:lnTo>
                  <a:lnTo>
                    <a:pt x="196" y="114"/>
                  </a:lnTo>
                  <a:lnTo>
                    <a:pt x="198" y="1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49" name="Google Shape;249;p60"/>
            <p:cNvSpPr/>
            <p:nvPr/>
          </p:nvSpPr>
          <p:spPr>
            <a:xfrm>
              <a:off x="8065432" y="3597907"/>
              <a:ext cx="98571" cy="93193"/>
            </a:xfrm>
            <a:custGeom>
              <a:rect b="b" l="l" r="r" t="t"/>
              <a:pathLst>
                <a:path extrusionOk="0" h="66" w="60">
                  <a:moveTo>
                    <a:pt x="0" y="58"/>
                  </a:moveTo>
                  <a:lnTo>
                    <a:pt x="0" y="58"/>
                  </a:lnTo>
                  <a:lnTo>
                    <a:pt x="10" y="62"/>
                  </a:lnTo>
                  <a:lnTo>
                    <a:pt x="10" y="60"/>
                  </a:lnTo>
                  <a:lnTo>
                    <a:pt x="16" y="56"/>
                  </a:lnTo>
                  <a:lnTo>
                    <a:pt x="18" y="60"/>
                  </a:lnTo>
                  <a:lnTo>
                    <a:pt x="22" y="56"/>
                  </a:lnTo>
                  <a:lnTo>
                    <a:pt x="26" y="62"/>
                  </a:lnTo>
                  <a:lnTo>
                    <a:pt x="28" y="66"/>
                  </a:lnTo>
                  <a:lnTo>
                    <a:pt x="34" y="62"/>
                  </a:lnTo>
                  <a:lnTo>
                    <a:pt x="38" y="62"/>
                  </a:lnTo>
                  <a:lnTo>
                    <a:pt x="42" y="58"/>
                  </a:lnTo>
                  <a:lnTo>
                    <a:pt x="54" y="54"/>
                  </a:lnTo>
                  <a:lnTo>
                    <a:pt x="54" y="50"/>
                  </a:lnTo>
                  <a:lnTo>
                    <a:pt x="56" y="46"/>
                  </a:lnTo>
                  <a:lnTo>
                    <a:pt x="58" y="42"/>
                  </a:lnTo>
                  <a:lnTo>
                    <a:pt x="58" y="40"/>
                  </a:lnTo>
                  <a:lnTo>
                    <a:pt x="52" y="38"/>
                  </a:lnTo>
                  <a:lnTo>
                    <a:pt x="52" y="36"/>
                  </a:lnTo>
                  <a:lnTo>
                    <a:pt x="52" y="34"/>
                  </a:lnTo>
                  <a:lnTo>
                    <a:pt x="52" y="32"/>
                  </a:lnTo>
                  <a:lnTo>
                    <a:pt x="54" y="30"/>
                  </a:lnTo>
                  <a:lnTo>
                    <a:pt x="58" y="26"/>
                  </a:lnTo>
                  <a:lnTo>
                    <a:pt x="60" y="24"/>
                  </a:lnTo>
                  <a:lnTo>
                    <a:pt x="58" y="24"/>
                  </a:lnTo>
                  <a:lnTo>
                    <a:pt x="54" y="20"/>
                  </a:lnTo>
                  <a:lnTo>
                    <a:pt x="52" y="18"/>
                  </a:lnTo>
                  <a:lnTo>
                    <a:pt x="54" y="16"/>
                  </a:lnTo>
                  <a:lnTo>
                    <a:pt x="58" y="16"/>
                  </a:lnTo>
                  <a:lnTo>
                    <a:pt x="56" y="14"/>
                  </a:lnTo>
                  <a:lnTo>
                    <a:pt x="52" y="12"/>
                  </a:lnTo>
                  <a:lnTo>
                    <a:pt x="50" y="12"/>
                  </a:lnTo>
                  <a:lnTo>
                    <a:pt x="48" y="12"/>
                  </a:lnTo>
                  <a:lnTo>
                    <a:pt x="46" y="16"/>
                  </a:lnTo>
                  <a:lnTo>
                    <a:pt x="44" y="14"/>
                  </a:lnTo>
                  <a:lnTo>
                    <a:pt x="42" y="12"/>
                  </a:lnTo>
                  <a:lnTo>
                    <a:pt x="40" y="12"/>
                  </a:lnTo>
                  <a:lnTo>
                    <a:pt x="38" y="10"/>
                  </a:lnTo>
                  <a:lnTo>
                    <a:pt x="38" y="8"/>
                  </a:lnTo>
                  <a:lnTo>
                    <a:pt x="38" y="6"/>
                  </a:lnTo>
                  <a:lnTo>
                    <a:pt x="36" y="2"/>
                  </a:lnTo>
                  <a:lnTo>
                    <a:pt x="32" y="0"/>
                  </a:lnTo>
                  <a:lnTo>
                    <a:pt x="26" y="0"/>
                  </a:lnTo>
                  <a:lnTo>
                    <a:pt x="22" y="0"/>
                  </a:lnTo>
                  <a:lnTo>
                    <a:pt x="18" y="2"/>
                  </a:lnTo>
                  <a:lnTo>
                    <a:pt x="16" y="4"/>
                  </a:lnTo>
                  <a:lnTo>
                    <a:pt x="14" y="6"/>
                  </a:lnTo>
                  <a:lnTo>
                    <a:pt x="12" y="8"/>
                  </a:lnTo>
                  <a:lnTo>
                    <a:pt x="12" y="10"/>
                  </a:lnTo>
                  <a:lnTo>
                    <a:pt x="12" y="12"/>
                  </a:lnTo>
                  <a:lnTo>
                    <a:pt x="14" y="14"/>
                  </a:lnTo>
                  <a:lnTo>
                    <a:pt x="14" y="16"/>
                  </a:lnTo>
                  <a:lnTo>
                    <a:pt x="12" y="18"/>
                  </a:lnTo>
                  <a:lnTo>
                    <a:pt x="12" y="22"/>
                  </a:lnTo>
                  <a:lnTo>
                    <a:pt x="14" y="26"/>
                  </a:lnTo>
                  <a:lnTo>
                    <a:pt x="14" y="28"/>
                  </a:lnTo>
                  <a:lnTo>
                    <a:pt x="12" y="30"/>
                  </a:lnTo>
                  <a:lnTo>
                    <a:pt x="10" y="30"/>
                  </a:lnTo>
                  <a:lnTo>
                    <a:pt x="10" y="32"/>
                  </a:lnTo>
                  <a:lnTo>
                    <a:pt x="12" y="32"/>
                  </a:lnTo>
                  <a:lnTo>
                    <a:pt x="14" y="34"/>
                  </a:lnTo>
                  <a:lnTo>
                    <a:pt x="16" y="36"/>
                  </a:lnTo>
                  <a:lnTo>
                    <a:pt x="14" y="38"/>
                  </a:lnTo>
                  <a:lnTo>
                    <a:pt x="10" y="38"/>
                  </a:lnTo>
                  <a:lnTo>
                    <a:pt x="8" y="42"/>
                  </a:lnTo>
                  <a:lnTo>
                    <a:pt x="2" y="44"/>
                  </a:lnTo>
                  <a:lnTo>
                    <a:pt x="2" y="46"/>
                  </a:lnTo>
                  <a:lnTo>
                    <a:pt x="2" y="50"/>
                  </a:lnTo>
                  <a:lnTo>
                    <a:pt x="2" y="52"/>
                  </a:lnTo>
                  <a:lnTo>
                    <a:pt x="2" y="56"/>
                  </a:lnTo>
                  <a:lnTo>
                    <a:pt x="0" y="5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0" name="Google Shape;250;p60"/>
            <p:cNvSpPr/>
            <p:nvPr/>
          </p:nvSpPr>
          <p:spPr>
            <a:xfrm>
              <a:off x="8516341" y="4173193"/>
              <a:ext cx="220211" cy="123660"/>
            </a:xfrm>
            <a:custGeom>
              <a:rect b="b" l="l" r="r" t="t"/>
              <a:pathLst>
                <a:path extrusionOk="0" h="88" w="134">
                  <a:moveTo>
                    <a:pt x="2" y="30"/>
                  </a:moveTo>
                  <a:lnTo>
                    <a:pt x="2" y="30"/>
                  </a:lnTo>
                  <a:lnTo>
                    <a:pt x="4" y="28"/>
                  </a:lnTo>
                  <a:lnTo>
                    <a:pt x="6" y="26"/>
                  </a:lnTo>
                  <a:lnTo>
                    <a:pt x="6" y="24"/>
                  </a:lnTo>
                  <a:lnTo>
                    <a:pt x="8" y="22"/>
                  </a:lnTo>
                  <a:lnTo>
                    <a:pt x="8" y="20"/>
                  </a:lnTo>
                  <a:lnTo>
                    <a:pt x="10" y="18"/>
                  </a:lnTo>
                  <a:lnTo>
                    <a:pt x="12" y="16"/>
                  </a:lnTo>
                  <a:lnTo>
                    <a:pt x="14" y="16"/>
                  </a:lnTo>
                  <a:lnTo>
                    <a:pt x="14" y="18"/>
                  </a:lnTo>
                  <a:lnTo>
                    <a:pt x="16" y="20"/>
                  </a:lnTo>
                  <a:lnTo>
                    <a:pt x="18" y="20"/>
                  </a:lnTo>
                  <a:lnTo>
                    <a:pt x="22" y="20"/>
                  </a:lnTo>
                  <a:lnTo>
                    <a:pt x="34" y="22"/>
                  </a:lnTo>
                  <a:lnTo>
                    <a:pt x="42" y="26"/>
                  </a:lnTo>
                  <a:lnTo>
                    <a:pt x="44" y="40"/>
                  </a:lnTo>
                  <a:lnTo>
                    <a:pt x="50" y="32"/>
                  </a:lnTo>
                  <a:lnTo>
                    <a:pt x="66" y="14"/>
                  </a:lnTo>
                  <a:lnTo>
                    <a:pt x="106" y="0"/>
                  </a:lnTo>
                  <a:lnTo>
                    <a:pt x="106" y="2"/>
                  </a:lnTo>
                  <a:lnTo>
                    <a:pt x="116" y="24"/>
                  </a:lnTo>
                  <a:lnTo>
                    <a:pt x="124" y="30"/>
                  </a:lnTo>
                  <a:lnTo>
                    <a:pt x="122" y="30"/>
                  </a:lnTo>
                  <a:lnTo>
                    <a:pt x="114" y="32"/>
                  </a:lnTo>
                  <a:lnTo>
                    <a:pt x="108" y="34"/>
                  </a:lnTo>
                  <a:lnTo>
                    <a:pt x="108" y="36"/>
                  </a:lnTo>
                  <a:lnTo>
                    <a:pt x="108" y="40"/>
                  </a:lnTo>
                  <a:lnTo>
                    <a:pt x="108" y="44"/>
                  </a:lnTo>
                  <a:lnTo>
                    <a:pt x="106" y="44"/>
                  </a:lnTo>
                  <a:lnTo>
                    <a:pt x="104" y="48"/>
                  </a:lnTo>
                  <a:lnTo>
                    <a:pt x="102" y="48"/>
                  </a:lnTo>
                  <a:lnTo>
                    <a:pt x="102" y="50"/>
                  </a:lnTo>
                  <a:lnTo>
                    <a:pt x="94" y="54"/>
                  </a:lnTo>
                  <a:lnTo>
                    <a:pt x="88" y="56"/>
                  </a:lnTo>
                  <a:lnTo>
                    <a:pt x="80" y="60"/>
                  </a:lnTo>
                  <a:lnTo>
                    <a:pt x="72" y="62"/>
                  </a:lnTo>
                  <a:lnTo>
                    <a:pt x="70" y="66"/>
                  </a:lnTo>
                  <a:lnTo>
                    <a:pt x="68" y="70"/>
                  </a:lnTo>
                  <a:lnTo>
                    <a:pt x="62" y="70"/>
                  </a:lnTo>
                  <a:lnTo>
                    <a:pt x="60" y="70"/>
                  </a:lnTo>
                  <a:lnTo>
                    <a:pt x="54" y="68"/>
                  </a:lnTo>
                  <a:lnTo>
                    <a:pt x="50" y="72"/>
                  </a:lnTo>
                  <a:lnTo>
                    <a:pt x="44" y="72"/>
                  </a:lnTo>
                  <a:lnTo>
                    <a:pt x="40" y="72"/>
                  </a:lnTo>
                  <a:lnTo>
                    <a:pt x="34" y="74"/>
                  </a:lnTo>
                  <a:lnTo>
                    <a:pt x="32" y="76"/>
                  </a:lnTo>
                  <a:lnTo>
                    <a:pt x="26" y="80"/>
                  </a:lnTo>
                  <a:lnTo>
                    <a:pt x="22" y="82"/>
                  </a:lnTo>
                  <a:lnTo>
                    <a:pt x="14" y="82"/>
                  </a:lnTo>
                  <a:lnTo>
                    <a:pt x="10" y="78"/>
                  </a:lnTo>
                  <a:lnTo>
                    <a:pt x="8" y="66"/>
                  </a:lnTo>
                  <a:lnTo>
                    <a:pt x="6" y="64"/>
                  </a:lnTo>
                  <a:lnTo>
                    <a:pt x="2" y="60"/>
                  </a:lnTo>
                  <a:lnTo>
                    <a:pt x="2" y="58"/>
                  </a:lnTo>
                  <a:lnTo>
                    <a:pt x="4" y="58"/>
                  </a:lnTo>
                  <a:lnTo>
                    <a:pt x="2" y="46"/>
                  </a:lnTo>
                  <a:lnTo>
                    <a:pt x="0" y="38"/>
                  </a:lnTo>
                  <a:lnTo>
                    <a:pt x="0" y="34"/>
                  </a:lnTo>
                  <a:lnTo>
                    <a:pt x="2" y="32"/>
                  </a:lnTo>
                  <a:lnTo>
                    <a:pt x="2" y="30"/>
                  </a:lnTo>
                  <a:close/>
                  <a:moveTo>
                    <a:pt x="128" y="86"/>
                  </a:moveTo>
                  <a:lnTo>
                    <a:pt x="128" y="86"/>
                  </a:lnTo>
                  <a:lnTo>
                    <a:pt x="126" y="86"/>
                  </a:lnTo>
                  <a:lnTo>
                    <a:pt x="130" y="88"/>
                  </a:lnTo>
                  <a:lnTo>
                    <a:pt x="134" y="88"/>
                  </a:lnTo>
                  <a:lnTo>
                    <a:pt x="134" y="86"/>
                  </a:lnTo>
                  <a:lnTo>
                    <a:pt x="132" y="86"/>
                  </a:lnTo>
                  <a:lnTo>
                    <a:pt x="128" y="8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1" name="Google Shape;251;p60"/>
            <p:cNvSpPr/>
            <p:nvPr/>
          </p:nvSpPr>
          <p:spPr>
            <a:xfrm>
              <a:off x="7402701" y="3992184"/>
              <a:ext cx="167780" cy="136205"/>
            </a:xfrm>
            <a:custGeom>
              <a:rect b="b" l="l" r="r" t="t"/>
              <a:pathLst>
                <a:path extrusionOk="0" h="96" w="102">
                  <a:moveTo>
                    <a:pt x="54" y="0"/>
                  </a:moveTo>
                  <a:lnTo>
                    <a:pt x="54" y="0"/>
                  </a:lnTo>
                  <a:lnTo>
                    <a:pt x="52" y="6"/>
                  </a:lnTo>
                  <a:lnTo>
                    <a:pt x="48" y="6"/>
                  </a:lnTo>
                  <a:lnTo>
                    <a:pt x="46" y="6"/>
                  </a:lnTo>
                  <a:lnTo>
                    <a:pt x="44" y="8"/>
                  </a:lnTo>
                  <a:lnTo>
                    <a:pt x="42" y="12"/>
                  </a:lnTo>
                  <a:lnTo>
                    <a:pt x="40" y="18"/>
                  </a:lnTo>
                  <a:lnTo>
                    <a:pt x="36" y="22"/>
                  </a:lnTo>
                  <a:lnTo>
                    <a:pt x="32" y="24"/>
                  </a:lnTo>
                  <a:lnTo>
                    <a:pt x="30" y="30"/>
                  </a:lnTo>
                  <a:lnTo>
                    <a:pt x="28" y="38"/>
                  </a:lnTo>
                  <a:lnTo>
                    <a:pt x="26" y="44"/>
                  </a:lnTo>
                  <a:lnTo>
                    <a:pt x="22" y="50"/>
                  </a:lnTo>
                  <a:lnTo>
                    <a:pt x="18" y="56"/>
                  </a:lnTo>
                  <a:lnTo>
                    <a:pt x="14" y="60"/>
                  </a:lnTo>
                  <a:lnTo>
                    <a:pt x="10" y="70"/>
                  </a:lnTo>
                  <a:lnTo>
                    <a:pt x="10" y="76"/>
                  </a:lnTo>
                  <a:lnTo>
                    <a:pt x="8" y="80"/>
                  </a:lnTo>
                  <a:lnTo>
                    <a:pt x="2" y="84"/>
                  </a:lnTo>
                  <a:lnTo>
                    <a:pt x="0" y="90"/>
                  </a:lnTo>
                  <a:lnTo>
                    <a:pt x="0" y="96"/>
                  </a:lnTo>
                  <a:lnTo>
                    <a:pt x="4" y="92"/>
                  </a:lnTo>
                  <a:lnTo>
                    <a:pt x="46" y="92"/>
                  </a:lnTo>
                  <a:lnTo>
                    <a:pt x="46" y="70"/>
                  </a:lnTo>
                  <a:lnTo>
                    <a:pt x="46" y="66"/>
                  </a:lnTo>
                  <a:lnTo>
                    <a:pt x="48" y="64"/>
                  </a:lnTo>
                  <a:lnTo>
                    <a:pt x="52" y="62"/>
                  </a:lnTo>
                  <a:lnTo>
                    <a:pt x="58" y="60"/>
                  </a:lnTo>
                  <a:lnTo>
                    <a:pt x="60" y="30"/>
                  </a:lnTo>
                  <a:lnTo>
                    <a:pt x="102" y="30"/>
                  </a:lnTo>
                  <a:lnTo>
                    <a:pt x="102" y="8"/>
                  </a:lnTo>
                  <a:lnTo>
                    <a:pt x="102" y="0"/>
                  </a:lnTo>
                  <a:lnTo>
                    <a:pt x="5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2" name="Google Shape;252;p60"/>
            <p:cNvSpPr/>
            <p:nvPr/>
          </p:nvSpPr>
          <p:spPr>
            <a:xfrm>
              <a:off x="9638371" y="4094337"/>
              <a:ext cx="123738" cy="286747"/>
            </a:xfrm>
            <a:custGeom>
              <a:rect b="b" l="l" r="r" t="t"/>
              <a:pathLst>
                <a:path extrusionOk="0" h="204" w="76">
                  <a:moveTo>
                    <a:pt x="60" y="22"/>
                  </a:moveTo>
                  <a:lnTo>
                    <a:pt x="56" y="20"/>
                  </a:lnTo>
                  <a:lnTo>
                    <a:pt x="50" y="20"/>
                  </a:lnTo>
                  <a:lnTo>
                    <a:pt x="44" y="22"/>
                  </a:lnTo>
                  <a:lnTo>
                    <a:pt x="38" y="16"/>
                  </a:lnTo>
                  <a:lnTo>
                    <a:pt x="42" y="10"/>
                  </a:lnTo>
                  <a:lnTo>
                    <a:pt x="42" y="8"/>
                  </a:lnTo>
                  <a:lnTo>
                    <a:pt x="38" y="6"/>
                  </a:lnTo>
                  <a:lnTo>
                    <a:pt x="32" y="2"/>
                  </a:lnTo>
                  <a:lnTo>
                    <a:pt x="28" y="0"/>
                  </a:lnTo>
                  <a:lnTo>
                    <a:pt x="24" y="2"/>
                  </a:lnTo>
                  <a:lnTo>
                    <a:pt x="16" y="4"/>
                  </a:lnTo>
                  <a:lnTo>
                    <a:pt x="12" y="8"/>
                  </a:lnTo>
                  <a:lnTo>
                    <a:pt x="6" y="2"/>
                  </a:lnTo>
                  <a:lnTo>
                    <a:pt x="2" y="4"/>
                  </a:lnTo>
                  <a:lnTo>
                    <a:pt x="0" y="8"/>
                  </a:lnTo>
                  <a:lnTo>
                    <a:pt x="4" y="12"/>
                  </a:lnTo>
                  <a:lnTo>
                    <a:pt x="8" y="16"/>
                  </a:lnTo>
                  <a:lnTo>
                    <a:pt x="10" y="18"/>
                  </a:lnTo>
                  <a:lnTo>
                    <a:pt x="14" y="20"/>
                  </a:lnTo>
                  <a:lnTo>
                    <a:pt x="18" y="16"/>
                  </a:lnTo>
                  <a:lnTo>
                    <a:pt x="24" y="18"/>
                  </a:lnTo>
                  <a:lnTo>
                    <a:pt x="28" y="22"/>
                  </a:lnTo>
                  <a:lnTo>
                    <a:pt x="28" y="30"/>
                  </a:lnTo>
                  <a:lnTo>
                    <a:pt x="24" y="32"/>
                  </a:lnTo>
                  <a:lnTo>
                    <a:pt x="24" y="42"/>
                  </a:lnTo>
                  <a:lnTo>
                    <a:pt x="22" y="44"/>
                  </a:lnTo>
                  <a:lnTo>
                    <a:pt x="16" y="44"/>
                  </a:lnTo>
                  <a:lnTo>
                    <a:pt x="12" y="46"/>
                  </a:lnTo>
                  <a:lnTo>
                    <a:pt x="14" y="52"/>
                  </a:lnTo>
                  <a:lnTo>
                    <a:pt x="22" y="56"/>
                  </a:lnTo>
                  <a:lnTo>
                    <a:pt x="24" y="64"/>
                  </a:lnTo>
                  <a:lnTo>
                    <a:pt x="30" y="72"/>
                  </a:lnTo>
                  <a:lnTo>
                    <a:pt x="34" y="74"/>
                  </a:lnTo>
                  <a:lnTo>
                    <a:pt x="34" y="78"/>
                  </a:lnTo>
                  <a:lnTo>
                    <a:pt x="38" y="84"/>
                  </a:lnTo>
                  <a:lnTo>
                    <a:pt x="42" y="88"/>
                  </a:lnTo>
                  <a:lnTo>
                    <a:pt x="44" y="92"/>
                  </a:lnTo>
                  <a:lnTo>
                    <a:pt x="48" y="98"/>
                  </a:lnTo>
                  <a:lnTo>
                    <a:pt x="52" y="100"/>
                  </a:lnTo>
                  <a:lnTo>
                    <a:pt x="52" y="106"/>
                  </a:lnTo>
                  <a:lnTo>
                    <a:pt x="52" y="114"/>
                  </a:lnTo>
                  <a:lnTo>
                    <a:pt x="52" y="118"/>
                  </a:lnTo>
                  <a:lnTo>
                    <a:pt x="52" y="124"/>
                  </a:lnTo>
                  <a:lnTo>
                    <a:pt x="54" y="130"/>
                  </a:lnTo>
                  <a:lnTo>
                    <a:pt x="54" y="134"/>
                  </a:lnTo>
                  <a:lnTo>
                    <a:pt x="56" y="138"/>
                  </a:lnTo>
                  <a:lnTo>
                    <a:pt x="58" y="144"/>
                  </a:lnTo>
                  <a:lnTo>
                    <a:pt x="56" y="152"/>
                  </a:lnTo>
                  <a:lnTo>
                    <a:pt x="54" y="160"/>
                  </a:lnTo>
                  <a:lnTo>
                    <a:pt x="46" y="164"/>
                  </a:lnTo>
                  <a:lnTo>
                    <a:pt x="42" y="168"/>
                  </a:lnTo>
                  <a:lnTo>
                    <a:pt x="40" y="172"/>
                  </a:lnTo>
                  <a:lnTo>
                    <a:pt x="32" y="170"/>
                  </a:lnTo>
                  <a:lnTo>
                    <a:pt x="28" y="172"/>
                  </a:lnTo>
                  <a:lnTo>
                    <a:pt x="24" y="174"/>
                  </a:lnTo>
                  <a:lnTo>
                    <a:pt x="20" y="176"/>
                  </a:lnTo>
                  <a:lnTo>
                    <a:pt x="18" y="180"/>
                  </a:lnTo>
                  <a:lnTo>
                    <a:pt x="22" y="182"/>
                  </a:lnTo>
                  <a:lnTo>
                    <a:pt x="20" y="192"/>
                  </a:lnTo>
                  <a:lnTo>
                    <a:pt x="22" y="198"/>
                  </a:lnTo>
                  <a:lnTo>
                    <a:pt x="26" y="200"/>
                  </a:lnTo>
                  <a:lnTo>
                    <a:pt x="26" y="202"/>
                  </a:lnTo>
                  <a:lnTo>
                    <a:pt x="24" y="202"/>
                  </a:lnTo>
                  <a:lnTo>
                    <a:pt x="24" y="204"/>
                  </a:lnTo>
                  <a:lnTo>
                    <a:pt x="30" y="200"/>
                  </a:lnTo>
                  <a:lnTo>
                    <a:pt x="30" y="196"/>
                  </a:lnTo>
                  <a:lnTo>
                    <a:pt x="34" y="198"/>
                  </a:lnTo>
                  <a:lnTo>
                    <a:pt x="36" y="196"/>
                  </a:lnTo>
                  <a:lnTo>
                    <a:pt x="34" y="194"/>
                  </a:lnTo>
                  <a:lnTo>
                    <a:pt x="34" y="190"/>
                  </a:lnTo>
                  <a:lnTo>
                    <a:pt x="34" y="188"/>
                  </a:lnTo>
                  <a:lnTo>
                    <a:pt x="36" y="190"/>
                  </a:lnTo>
                  <a:lnTo>
                    <a:pt x="40" y="192"/>
                  </a:lnTo>
                  <a:lnTo>
                    <a:pt x="42" y="186"/>
                  </a:lnTo>
                  <a:lnTo>
                    <a:pt x="38" y="186"/>
                  </a:lnTo>
                  <a:lnTo>
                    <a:pt x="36" y="184"/>
                  </a:lnTo>
                  <a:lnTo>
                    <a:pt x="34" y="178"/>
                  </a:lnTo>
                  <a:lnTo>
                    <a:pt x="38" y="180"/>
                  </a:lnTo>
                  <a:lnTo>
                    <a:pt x="38" y="182"/>
                  </a:lnTo>
                  <a:lnTo>
                    <a:pt x="50" y="182"/>
                  </a:lnTo>
                  <a:lnTo>
                    <a:pt x="48" y="178"/>
                  </a:lnTo>
                  <a:lnTo>
                    <a:pt x="50" y="178"/>
                  </a:lnTo>
                  <a:lnTo>
                    <a:pt x="52" y="178"/>
                  </a:lnTo>
                  <a:lnTo>
                    <a:pt x="56" y="176"/>
                  </a:lnTo>
                  <a:lnTo>
                    <a:pt x="64" y="172"/>
                  </a:lnTo>
                  <a:lnTo>
                    <a:pt x="70" y="166"/>
                  </a:lnTo>
                  <a:lnTo>
                    <a:pt x="72" y="162"/>
                  </a:lnTo>
                  <a:lnTo>
                    <a:pt x="74" y="156"/>
                  </a:lnTo>
                  <a:lnTo>
                    <a:pt x="76" y="142"/>
                  </a:lnTo>
                  <a:lnTo>
                    <a:pt x="72" y="126"/>
                  </a:lnTo>
                  <a:lnTo>
                    <a:pt x="68" y="112"/>
                  </a:lnTo>
                  <a:lnTo>
                    <a:pt x="66" y="110"/>
                  </a:lnTo>
                  <a:lnTo>
                    <a:pt x="62" y="106"/>
                  </a:lnTo>
                  <a:lnTo>
                    <a:pt x="62" y="102"/>
                  </a:lnTo>
                  <a:lnTo>
                    <a:pt x="62" y="100"/>
                  </a:lnTo>
                  <a:lnTo>
                    <a:pt x="56" y="94"/>
                  </a:lnTo>
                  <a:lnTo>
                    <a:pt x="52" y="88"/>
                  </a:lnTo>
                  <a:lnTo>
                    <a:pt x="52" y="86"/>
                  </a:lnTo>
                  <a:lnTo>
                    <a:pt x="52" y="84"/>
                  </a:lnTo>
                  <a:lnTo>
                    <a:pt x="48" y="82"/>
                  </a:lnTo>
                  <a:lnTo>
                    <a:pt x="42" y="80"/>
                  </a:lnTo>
                  <a:lnTo>
                    <a:pt x="42" y="76"/>
                  </a:lnTo>
                  <a:lnTo>
                    <a:pt x="42" y="74"/>
                  </a:lnTo>
                  <a:lnTo>
                    <a:pt x="36" y="70"/>
                  </a:lnTo>
                  <a:lnTo>
                    <a:pt x="34" y="64"/>
                  </a:lnTo>
                  <a:lnTo>
                    <a:pt x="32" y="58"/>
                  </a:lnTo>
                  <a:lnTo>
                    <a:pt x="34" y="52"/>
                  </a:lnTo>
                  <a:lnTo>
                    <a:pt x="36" y="46"/>
                  </a:lnTo>
                  <a:lnTo>
                    <a:pt x="38" y="44"/>
                  </a:lnTo>
                  <a:lnTo>
                    <a:pt x="42" y="44"/>
                  </a:lnTo>
                  <a:lnTo>
                    <a:pt x="44" y="38"/>
                  </a:lnTo>
                  <a:lnTo>
                    <a:pt x="48" y="32"/>
                  </a:lnTo>
                  <a:lnTo>
                    <a:pt x="54" y="26"/>
                  </a:lnTo>
                  <a:lnTo>
                    <a:pt x="60" y="22"/>
                  </a:lnTo>
                  <a:close/>
                  <a:moveTo>
                    <a:pt x="34" y="184"/>
                  </a:moveTo>
                  <a:lnTo>
                    <a:pt x="34" y="184"/>
                  </a:lnTo>
                  <a:lnTo>
                    <a:pt x="34" y="186"/>
                  </a:lnTo>
                  <a:lnTo>
                    <a:pt x="32" y="188"/>
                  </a:lnTo>
                  <a:lnTo>
                    <a:pt x="32" y="186"/>
                  </a:lnTo>
                  <a:lnTo>
                    <a:pt x="32" y="184"/>
                  </a:lnTo>
                  <a:lnTo>
                    <a:pt x="34" y="184"/>
                  </a:lnTo>
                  <a:close/>
                  <a:moveTo>
                    <a:pt x="32" y="182"/>
                  </a:moveTo>
                  <a:lnTo>
                    <a:pt x="32" y="182"/>
                  </a:lnTo>
                  <a:lnTo>
                    <a:pt x="34" y="182"/>
                  </a:lnTo>
                  <a:lnTo>
                    <a:pt x="32" y="184"/>
                  </a:lnTo>
                  <a:lnTo>
                    <a:pt x="30" y="184"/>
                  </a:lnTo>
                  <a:lnTo>
                    <a:pt x="30" y="182"/>
                  </a:lnTo>
                  <a:lnTo>
                    <a:pt x="32" y="182"/>
                  </a:lnTo>
                  <a:close/>
                  <a:moveTo>
                    <a:pt x="28" y="174"/>
                  </a:moveTo>
                  <a:lnTo>
                    <a:pt x="28" y="174"/>
                  </a:lnTo>
                  <a:lnTo>
                    <a:pt x="30" y="176"/>
                  </a:lnTo>
                  <a:lnTo>
                    <a:pt x="28" y="178"/>
                  </a:lnTo>
                  <a:lnTo>
                    <a:pt x="26" y="176"/>
                  </a:lnTo>
                  <a:lnTo>
                    <a:pt x="28" y="17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3" name="Google Shape;253;p60"/>
            <p:cNvSpPr/>
            <p:nvPr/>
          </p:nvSpPr>
          <p:spPr>
            <a:xfrm>
              <a:off x="6343589" y="4316566"/>
              <a:ext cx="253767" cy="225813"/>
            </a:xfrm>
            <a:custGeom>
              <a:rect b="b" l="l" r="r" t="t"/>
              <a:pathLst>
                <a:path extrusionOk="0" h="160" w="154">
                  <a:moveTo>
                    <a:pt x="154" y="46"/>
                  </a:moveTo>
                  <a:lnTo>
                    <a:pt x="154" y="46"/>
                  </a:lnTo>
                  <a:lnTo>
                    <a:pt x="148" y="44"/>
                  </a:lnTo>
                  <a:lnTo>
                    <a:pt x="144" y="44"/>
                  </a:lnTo>
                  <a:lnTo>
                    <a:pt x="134" y="46"/>
                  </a:lnTo>
                  <a:lnTo>
                    <a:pt x="128" y="48"/>
                  </a:lnTo>
                  <a:lnTo>
                    <a:pt x="128" y="46"/>
                  </a:lnTo>
                  <a:lnTo>
                    <a:pt x="130" y="42"/>
                  </a:lnTo>
                  <a:lnTo>
                    <a:pt x="142" y="42"/>
                  </a:lnTo>
                  <a:lnTo>
                    <a:pt x="142" y="38"/>
                  </a:lnTo>
                  <a:lnTo>
                    <a:pt x="144" y="32"/>
                  </a:lnTo>
                  <a:lnTo>
                    <a:pt x="146" y="32"/>
                  </a:lnTo>
                  <a:lnTo>
                    <a:pt x="144" y="30"/>
                  </a:lnTo>
                  <a:lnTo>
                    <a:pt x="142" y="28"/>
                  </a:lnTo>
                  <a:lnTo>
                    <a:pt x="140" y="28"/>
                  </a:lnTo>
                  <a:lnTo>
                    <a:pt x="138" y="30"/>
                  </a:lnTo>
                  <a:lnTo>
                    <a:pt x="134" y="30"/>
                  </a:lnTo>
                  <a:lnTo>
                    <a:pt x="134" y="26"/>
                  </a:lnTo>
                  <a:lnTo>
                    <a:pt x="132" y="26"/>
                  </a:lnTo>
                  <a:lnTo>
                    <a:pt x="132" y="28"/>
                  </a:lnTo>
                  <a:lnTo>
                    <a:pt x="130" y="28"/>
                  </a:lnTo>
                  <a:lnTo>
                    <a:pt x="128" y="28"/>
                  </a:lnTo>
                  <a:lnTo>
                    <a:pt x="128" y="26"/>
                  </a:lnTo>
                  <a:lnTo>
                    <a:pt x="126" y="26"/>
                  </a:lnTo>
                  <a:lnTo>
                    <a:pt x="126" y="24"/>
                  </a:lnTo>
                  <a:lnTo>
                    <a:pt x="124" y="20"/>
                  </a:lnTo>
                  <a:lnTo>
                    <a:pt x="132" y="16"/>
                  </a:lnTo>
                  <a:lnTo>
                    <a:pt x="112" y="16"/>
                  </a:lnTo>
                  <a:lnTo>
                    <a:pt x="116" y="20"/>
                  </a:lnTo>
                  <a:lnTo>
                    <a:pt x="108" y="18"/>
                  </a:lnTo>
                  <a:lnTo>
                    <a:pt x="106" y="24"/>
                  </a:lnTo>
                  <a:lnTo>
                    <a:pt x="94" y="24"/>
                  </a:lnTo>
                  <a:lnTo>
                    <a:pt x="86" y="22"/>
                  </a:lnTo>
                  <a:lnTo>
                    <a:pt x="86" y="18"/>
                  </a:lnTo>
                  <a:lnTo>
                    <a:pt x="80" y="18"/>
                  </a:lnTo>
                  <a:lnTo>
                    <a:pt x="74" y="20"/>
                  </a:lnTo>
                  <a:lnTo>
                    <a:pt x="62" y="24"/>
                  </a:lnTo>
                  <a:lnTo>
                    <a:pt x="58" y="14"/>
                  </a:lnTo>
                  <a:lnTo>
                    <a:pt x="56" y="10"/>
                  </a:lnTo>
                  <a:lnTo>
                    <a:pt x="50" y="8"/>
                  </a:lnTo>
                  <a:lnTo>
                    <a:pt x="46" y="8"/>
                  </a:lnTo>
                  <a:lnTo>
                    <a:pt x="42" y="8"/>
                  </a:lnTo>
                  <a:lnTo>
                    <a:pt x="42" y="2"/>
                  </a:lnTo>
                  <a:lnTo>
                    <a:pt x="38" y="0"/>
                  </a:lnTo>
                  <a:lnTo>
                    <a:pt x="38" y="6"/>
                  </a:lnTo>
                  <a:lnTo>
                    <a:pt x="40" y="6"/>
                  </a:lnTo>
                  <a:lnTo>
                    <a:pt x="40" y="8"/>
                  </a:lnTo>
                  <a:lnTo>
                    <a:pt x="42" y="12"/>
                  </a:lnTo>
                  <a:lnTo>
                    <a:pt x="24" y="14"/>
                  </a:lnTo>
                  <a:lnTo>
                    <a:pt x="24" y="20"/>
                  </a:lnTo>
                  <a:lnTo>
                    <a:pt x="24" y="26"/>
                  </a:lnTo>
                  <a:lnTo>
                    <a:pt x="30" y="32"/>
                  </a:lnTo>
                  <a:lnTo>
                    <a:pt x="32" y="38"/>
                  </a:lnTo>
                  <a:lnTo>
                    <a:pt x="32" y="40"/>
                  </a:lnTo>
                  <a:lnTo>
                    <a:pt x="28" y="40"/>
                  </a:lnTo>
                  <a:lnTo>
                    <a:pt x="22" y="40"/>
                  </a:lnTo>
                  <a:lnTo>
                    <a:pt x="20" y="36"/>
                  </a:lnTo>
                  <a:lnTo>
                    <a:pt x="18" y="26"/>
                  </a:lnTo>
                  <a:lnTo>
                    <a:pt x="22" y="24"/>
                  </a:lnTo>
                  <a:lnTo>
                    <a:pt x="24" y="24"/>
                  </a:lnTo>
                  <a:lnTo>
                    <a:pt x="24" y="20"/>
                  </a:lnTo>
                  <a:lnTo>
                    <a:pt x="24" y="18"/>
                  </a:lnTo>
                  <a:lnTo>
                    <a:pt x="20" y="18"/>
                  </a:lnTo>
                  <a:lnTo>
                    <a:pt x="22" y="14"/>
                  </a:lnTo>
                  <a:lnTo>
                    <a:pt x="16" y="12"/>
                  </a:lnTo>
                  <a:lnTo>
                    <a:pt x="26" y="4"/>
                  </a:lnTo>
                  <a:lnTo>
                    <a:pt x="24" y="0"/>
                  </a:lnTo>
                  <a:lnTo>
                    <a:pt x="18" y="4"/>
                  </a:lnTo>
                  <a:lnTo>
                    <a:pt x="12" y="10"/>
                  </a:lnTo>
                  <a:lnTo>
                    <a:pt x="8" y="20"/>
                  </a:lnTo>
                  <a:lnTo>
                    <a:pt x="2" y="22"/>
                  </a:lnTo>
                  <a:lnTo>
                    <a:pt x="4" y="26"/>
                  </a:lnTo>
                  <a:lnTo>
                    <a:pt x="2" y="30"/>
                  </a:lnTo>
                  <a:lnTo>
                    <a:pt x="2" y="34"/>
                  </a:lnTo>
                  <a:lnTo>
                    <a:pt x="0" y="40"/>
                  </a:lnTo>
                  <a:lnTo>
                    <a:pt x="0" y="44"/>
                  </a:lnTo>
                  <a:lnTo>
                    <a:pt x="2" y="44"/>
                  </a:lnTo>
                  <a:lnTo>
                    <a:pt x="6" y="44"/>
                  </a:lnTo>
                  <a:lnTo>
                    <a:pt x="12" y="54"/>
                  </a:lnTo>
                  <a:lnTo>
                    <a:pt x="10" y="54"/>
                  </a:lnTo>
                  <a:lnTo>
                    <a:pt x="10" y="58"/>
                  </a:lnTo>
                  <a:lnTo>
                    <a:pt x="12" y="62"/>
                  </a:lnTo>
                  <a:lnTo>
                    <a:pt x="14" y="66"/>
                  </a:lnTo>
                  <a:lnTo>
                    <a:pt x="16" y="70"/>
                  </a:lnTo>
                  <a:lnTo>
                    <a:pt x="16" y="72"/>
                  </a:lnTo>
                  <a:lnTo>
                    <a:pt x="24" y="74"/>
                  </a:lnTo>
                  <a:lnTo>
                    <a:pt x="28" y="74"/>
                  </a:lnTo>
                  <a:lnTo>
                    <a:pt x="34" y="74"/>
                  </a:lnTo>
                  <a:lnTo>
                    <a:pt x="38" y="74"/>
                  </a:lnTo>
                  <a:lnTo>
                    <a:pt x="40" y="76"/>
                  </a:lnTo>
                  <a:lnTo>
                    <a:pt x="46" y="86"/>
                  </a:lnTo>
                  <a:lnTo>
                    <a:pt x="54" y="84"/>
                  </a:lnTo>
                  <a:lnTo>
                    <a:pt x="62" y="86"/>
                  </a:lnTo>
                  <a:lnTo>
                    <a:pt x="62" y="94"/>
                  </a:lnTo>
                  <a:lnTo>
                    <a:pt x="60" y="94"/>
                  </a:lnTo>
                  <a:lnTo>
                    <a:pt x="60" y="96"/>
                  </a:lnTo>
                  <a:lnTo>
                    <a:pt x="60" y="100"/>
                  </a:lnTo>
                  <a:lnTo>
                    <a:pt x="60" y="102"/>
                  </a:lnTo>
                  <a:lnTo>
                    <a:pt x="62" y="104"/>
                  </a:lnTo>
                  <a:lnTo>
                    <a:pt x="66" y="108"/>
                  </a:lnTo>
                  <a:lnTo>
                    <a:pt x="68" y="112"/>
                  </a:lnTo>
                  <a:lnTo>
                    <a:pt x="72" y="116"/>
                  </a:lnTo>
                  <a:lnTo>
                    <a:pt x="78" y="120"/>
                  </a:lnTo>
                  <a:lnTo>
                    <a:pt x="82" y="122"/>
                  </a:lnTo>
                  <a:lnTo>
                    <a:pt x="80" y="130"/>
                  </a:lnTo>
                  <a:lnTo>
                    <a:pt x="76" y="134"/>
                  </a:lnTo>
                  <a:lnTo>
                    <a:pt x="74" y="136"/>
                  </a:lnTo>
                  <a:lnTo>
                    <a:pt x="74" y="140"/>
                  </a:lnTo>
                  <a:lnTo>
                    <a:pt x="74" y="142"/>
                  </a:lnTo>
                  <a:lnTo>
                    <a:pt x="76" y="142"/>
                  </a:lnTo>
                  <a:lnTo>
                    <a:pt x="78" y="140"/>
                  </a:lnTo>
                  <a:lnTo>
                    <a:pt x="80" y="144"/>
                  </a:lnTo>
                  <a:lnTo>
                    <a:pt x="82" y="150"/>
                  </a:lnTo>
                  <a:lnTo>
                    <a:pt x="80" y="156"/>
                  </a:lnTo>
                  <a:lnTo>
                    <a:pt x="86" y="160"/>
                  </a:lnTo>
                  <a:lnTo>
                    <a:pt x="90" y="158"/>
                  </a:lnTo>
                  <a:lnTo>
                    <a:pt x="94" y="156"/>
                  </a:lnTo>
                  <a:lnTo>
                    <a:pt x="96" y="156"/>
                  </a:lnTo>
                  <a:lnTo>
                    <a:pt x="98" y="154"/>
                  </a:lnTo>
                  <a:lnTo>
                    <a:pt x="98" y="152"/>
                  </a:lnTo>
                  <a:lnTo>
                    <a:pt x="100" y="152"/>
                  </a:lnTo>
                  <a:lnTo>
                    <a:pt x="104" y="150"/>
                  </a:lnTo>
                  <a:lnTo>
                    <a:pt x="106" y="148"/>
                  </a:lnTo>
                  <a:lnTo>
                    <a:pt x="108" y="148"/>
                  </a:lnTo>
                  <a:lnTo>
                    <a:pt x="110" y="144"/>
                  </a:lnTo>
                  <a:lnTo>
                    <a:pt x="110" y="142"/>
                  </a:lnTo>
                  <a:lnTo>
                    <a:pt x="112" y="142"/>
                  </a:lnTo>
                  <a:lnTo>
                    <a:pt x="116" y="140"/>
                  </a:lnTo>
                  <a:lnTo>
                    <a:pt x="116" y="138"/>
                  </a:lnTo>
                  <a:lnTo>
                    <a:pt x="114" y="136"/>
                  </a:lnTo>
                  <a:lnTo>
                    <a:pt x="112" y="136"/>
                  </a:lnTo>
                  <a:lnTo>
                    <a:pt x="108" y="138"/>
                  </a:lnTo>
                  <a:lnTo>
                    <a:pt x="104" y="138"/>
                  </a:lnTo>
                  <a:lnTo>
                    <a:pt x="102" y="136"/>
                  </a:lnTo>
                  <a:lnTo>
                    <a:pt x="100" y="132"/>
                  </a:lnTo>
                  <a:lnTo>
                    <a:pt x="100" y="128"/>
                  </a:lnTo>
                  <a:lnTo>
                    <a:pt x="102" y="124"/>
                  </a:lnTo>
                  <a:lnTo>
                    <a:pt x="98" y="118"/>
                  </a:lnTo>
                  <a:lnTo>
                    <a:pt x="96" y="114"/>
                  </a:lnTo>
                  <a:lnTo>
                    <a:pt x="96" y="112"/>
                  </a:lnTo>
                  <a:lnTo>
                    <a:pt x="96" y="110"/>
                  </a:lnTo>
                  <a:lnTo>
                    <a:pt x="94" y="110"/>
                  </a:lnTo>
                  <a:lnTo>
                    <a:pt x="98" y="108"/>
                  </a:lnTo>
                  <a:lnTo>
                    <a:pt x="102" y="110"/>
                  </a:lnTo>
                  <a:lnTo>
                    <a:pt x="106" y="112"/>
                  </a:lnTo>
                  <a:lnTo>
                    <a:pt x="108" y="112"/>
                  </a:lnTo>
                  <a:lnTo>
                    <a:pt x="112" y="114"/>
                  </a:lnTo>
                  <a:lnTo>
                    <a:pt x="116" y="116"/>
                  </a:lnTo>
                  <a:lnTo>
                    <a:pt x="120" y="116"/>
                  </a:lnTo>
                  <a:lnTo>
                    <a:pt x="118" y="114"/>
                  </a:lnTo>
                  <a:lnTo>
                    <a:pt x="118" y="112"/>
                  </a:lnTo>
                  <a:lnTo>
                    <a:pt x="120" y="110"/>
                  </a:lnTo>
                  <a:lnTo>
                    <a:pt x="122" y="110"/>
                  </a:lnTo>
                  <a:lnTo>
                    <a:pt x="128" y="112"/>
                  </a:lnTo>
                  <a:lnTo>
                    <a:pt x="132" y="110"/>
                  </a:lnTo>
                  <a:lnTo>
                    <a:pt x="134" y="108"/>
                  </a:lnTo>
                  <a:lnTo>
                    <a:pt x="136" y="108"/>
                  </a:lnTo>
                  <a:lnTo>
                    <a:pt x="136" y="106"/>
                  </a:lnTo>
                  <a:lnTo>
                    <a:pt x="138" y="104"/>
                  </a:lnTo>
                  <a:lnTo>
                    <a:pt x="144" y="102"/>
                  </a:lnTo>
                  <a:lnTo>
                    <a:pt x="146" y="98"/>
                  </a:lnTo>
                  <a:lnTo>
                    <a:pt x="144" y="94"/>
                  </a:lnTo>
                  <a:lnTo>
                    <a:pt x="134" y="80"/>
                  </a:lnTo>
                  <a:lnTo>
                    <a:pt x="140" y="78"/>
                  </a:lnTo>
                  <a:lnTo>
                    <a:pt x="138" y="74"/>
                  </a:lnTo>
                  <a:lnTo>
                    <a:pt x="138" y="72"/>
                  </a:lnTo>
                  <a:lnTo>
                    <a:pt x="140" y="72"/>
                  </a:lnTo>
                  <a:lnTo>
                    <a:pt x="146" y="72"/>
                  </a:lnTo>
                  <a:lnTo>
                    <a:pt x="148" y="70"/>
                  </a:lnTo>
                  <a:lnTo>
                    <a:pt x="150" y="68"/>
                  </a:lnTo>
                  <a:lnTo>
                    <a:pt x="150" y="66"/>
                  </a:lnTo>
                  <a:lnTo>
                    <a:pt x="148" y="66"/>
                  </a:lnTo>
                  <a:lnTo>
                    <a:pt x="146" y="66"/>
                  </a:lnTo>
                  <a:lnTo>
                    <a:pt x="146" y="62"/>
                  </a:lnTo>
                  <a:lnTo>
                    <a:pt x="144" y="60"/>
                  </a:lnTo>
                  <a:lnTo>
                    <a:pt x="142" y="58"/>
                  </a:lnTo>
                  <a:lnTo>
                    <a:pt x="142" y="56"/>
                  </a:lnTo>
                  <a:lnTo>
                    <a:pt x="146" y="54"/>
                  </a:lnTo>
                  <a:lnTo>
                    <a:pt x="152" y="52"/>
                  </a:lnTo>
                  <a:lnTo>
                    <a:pt x="154" y="50"/>
                  </a:lnTo>
                  <a:lnTo>
                    <a:pt x="154" y="4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4" name="Google Shape;254;p60"/>
            <p:cNvSpPr/>
            <p:nvPr/>
          </p:nvSpPr>
          <p:spPr>
            <a:xfrm>
              <a:off x="10837998" y="4873930"/>
              <a:ext cx="18875" cy="37636"/>
            </a:xfrm>
            <a:custGeom>
              <a:rect b="b" l="l" r="r" t="t"/>
              <a:pathLst>
                <a:path extrusionOk="0" h="26" w="12">
                  <a:moveTo>
                    <a:pt x="6" y="18"/>
                  </a:moveTo>
                  <a:lnTo>
                    <a:pt x="6" y="18"/>
                  </a:lnTo>
                  <a:lnTo>
                    <a:pt x="6" y="22"/>
                  </a:lnTo>
                  <a:lnTo>
                    <a:pt x="8" y="26"/>
                  </a:lnTo>
                  <a:lnTo>
                    <a:pt x="10" y="26"/>
                  </a:lnTo>
                  <a:lnTo>
                    <a:pt x="12" y="26"/>
                  </a:lnTo>
                  <a:lnTo>
                    <a:pt x="10" y="24"/>
                  </a:lnTo>
                  <a:lnTo>
                    <a:pt x="6" y="18"/>
                  </a:lnTo>
                  <a:close/>
                  <a:moveTo>
                    <a:pt x="0" y="0"/>
                  </a:moveTo>
                  <a:lnTo>
                    <a:pt x="0" y="0"/>
                  </a:lnTo>
                  <a:lnTo>
                    <a:pt x="0" y="6"/>
                  </a:lnTo>
                  <a:lnTo>
                    <a:pt x="0" y="12"/>
                  </a:lnTo>
                  <a:lnTo>
                    <a:pt x="8" y="12"/>
                  </a:lnTo>
                  <a:lnTo>
                    <a:pt x="8" y="6"/>
                  </a:lnTo>
                  <a:lnTo>
                    <a:pt x="6" y="6"/>
                  </a:lnTo>
                  <a:lnTo>
                    <a:pt x="4"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5" name="Google Shape;255;p60"/>
            <p:cNvSpPr/>
            <p:nvPr/>
          </p:nvSpPr>
          <p:spPr>
            <a:xfrm>
              <a:off x="8768012" y="3603283"/>
              <a:ext cx="306199" cy="188178"/>
            </a:xfrm>
            <a:custGeom>
              <a:rect b="b" l="l" r="r" t="t"/>
              <a:pathLst>
                <a:path extrusionOk="0" h="134" w="186">
                  <a:moveTo>
                    <a:pt x="132" y="132"/>
                  </a:moveTo>
                  <a:lnTo>
                    <a:pt x="132" y="132"/>
                  </a:lnTo>
                  <a:lnTo>
                    <a:pt x="134" y="126"/>
                  </a:lnTo>
                  <a:lnTo>
                    <a:pt x="136" y="124"/>
                  </a:lnTo>
                  <a:lnTo>
                    <a:pt x="138" y="122"/>
                  </a:lnTo>
                  <a:lnTo>
                    <a:pt x="140" y="120"/>
                  </a:lnTo>
                  <a:lnTo>
                    <a:pt x="138" y="116"/>
                  </a:lnTo>
                  <a:lnTo>
                    <a:pt x="136" y="116"/>
                  </a:lnTo>
                  <a:lnTo>
                    <a:pt x="136" y="114"/>
                  </a:lnTo>
                  <a:lnTo>
                    <a:pt x="138" y="110"/>
                  </a:lnTo>
                  <a:lnTo>
                    <a:pt x="138" y="108"/>
                  </a:lnTo>
                  <a:lnTo>
                    <a:pt x="132" y="108"/>
                  </a:lnTo>
                  <a:lnTo>
                    <a:pt x="130" y="108"/>
                  </a:lnTo>
                  <a:lnTo>
                    <a:pt x="128" y="104"/>
                  </a:lnTo>
                  <a:lnTo>
                    <a:pt x="126" y="102"/>
                  </a:lnTo>
                  <a:lnTo>
                    <a:pt x="126" y="100"/>
                  </a:lnTo>
                  <a:lnTo>
                    <a:pt x="128" y="98"/>
                  </a:lnTo>
                  <a:lnTo>
                    <a:pt x="132" y="98"/>
                  </a:lnTo>
                  <a:lnTo>
                    <a:pt x="134" y="98"/>
                  </a:lnTo>
                  <a:lnTo>
                    <a:pt x="134" y="100"/>
                  </a:lnTo>
                  <a:lnTo>
                    <a:pt x="136" y="98"/>
                  </a:lnTo>
                  <a:lnTo>
                    <a:pt x="142" y="94"/>
                  </a:lnTo>
                  <a:lnTo>
                    <a:pt x="144" y="92"/>
                  </a:lnTo>
                  <a:lnTo>
                    <a:pt x="142" y="92"/>
                  </a:lnTo>
                  <a:lnTo>
                    <a:pt x="142" y="90"/>
                  </a:lnTo>
                  <a:lnTo>
                    <a:pt x="144" y="86"/>
                  </a:lnTo>
                  <a:lnTo>
                    <a:pt x="146" y="86"/>
                  </a:lnTo>
                  <a:lnTo>
                    <a:pt x="146" y="84"/>
                  </a:lnTo>
                  <a:lnTo>
                    <a:pt x="148" y="84"/>
                  </a:lnTo>
                  <a:lnTo>
                    <a:pt x="148" y="82"/>
                  </a:lnTo>
                  <a:lnTo>
                    <a:pt x="146" y="80"/>
                  </a:lnTo>
                  <a:lnTo>
                    <a:pt x="144" y="76"/>
                  </a:lnTo>
                  <a:lnTo>
                    <a:pt x="146" y="74"/>
                  </a:lnTo>
                  <a:lnTo>
                    <a:pt x="150" y="74"/>
                  </a:lnTo>
                  <a:lnTo>
                    <a:pt x="154" y="76"/>
                  </a:lnTo>
                  <a:lnTo>
                    <a:pt x="156" y="76"/>
                  </a:lnTo>
                  <a:lnTo>
                    <a:pt x="158" y="74"/>
                  </a:lnTo>
                  <a:lnTo>
                    <a:pt x="160" y="70"/>
                  </a:lnTo>
                  <a:lnTo>
                    <a:pt x="162" y="68"/>
                  </a:lnTo>
                  <a:lnTo>
                    <a:pt x="164" y="76"/>
                  </a:lnTo>
                  <a:lnTo>
                    <a:pt x="158" y="78"/>
                  </a:lnTo>
                  <a:lnTo>
                    <a:pt x="158" y="82"/>
                  </a:lnTo>
                  <a:lnTo>
                    <a:pt x="162" y="84"/>
                  </a:lnTo>
                  <a:lnTo>
                    <a:pt x="164" y="84"/>
                  </a:lnTo>
                  <a:lnTo>
                    <a:pt x="164" y="86"/>
                  </a:lnTo>
                  <a:lnTo>
                    <a:pt x="166" y="88"/>
                  </a:lnTo>
                  <a:lnTo>
                    <a:pt x="168" y="86"/>
                  </a:lnTo>
                  <a:lnTo>
                    <a:pt x="168" y="84"/>
                  </a:lnTo>
                  <a:lnTo>
                    <a:pt x="170" y="82"/>
                  </a:lnTo>
                  <a:lnTo>
                    <a:pt x="176" y="84"/>
                  </a:lnTo>
                  <a:lnTo>
                    <a:pt x="180" y="82"/>
                  </a:lnTo>
                  <a:lnTo>
                    <a:pt x="182" y="80"/>
                  </a:lnTo>
                  <a:lnTo>
                    <a:pt x="186" y="74"/>
                  </a:lnTo>
                  <a:lnTo>
                    <a:pt x="186" y="72"/>
                  </a:lnTo>
                  <a:lnTo>
                    <a:pt x="182" y="70"/>
                  </a:lnTo>
                  <a:lnTo>
                    <a:pt x="178" y="68"/>
                  </a:lnTo>
                  <a:lnTo>
                    <a:pt x="174" y="68"/>
                  </a:lnTo>
                  <a:lnTo>
                    <a:pt x="172" y="68"/>
                  </a:lnTo>
                  <a:lnTo>
                    <a:pt x="172" y="64"/>
                  </a:lnTo>
                  <a:lnTo>
                    <a:pt x="172" y="62"/>
                  </a:lnTo>
                  <a:lnTo>
                    <a:pt x="168" y="64"/>
                  </a:lnTo>
                  <a:lnTo>
                    <a:pt x="166" y="64"/>
                  </a:lnTo>
                  <a:lnTo>
                    <a:pt x="164" y="64"/>
                  </a:lnTo>
                  <a:lnTo>
                    <a:pt x="164" y="62"/>
                  </a:lnTo>
                  <a:lnTo>
                    <a:pt x="162" y="60"/>
                  </a:lnTo>
                  <a:lnTo>
                    <a:pt x="160" y="60"/>
                  </a:lnTo>
                  <a:lnTo>
                    <a:pt x="164" y="58"/>
                  </a:lnTo>
                  <a:lnTo>
                    <a:pt x="170" y="54"/>
                  </a:lnTo>
                  <a:lnTo>
                    <a:pt x="170" y="52"/>
                  </a:lnTo>
                  <a:lnTo>
                    <a:pt x="170" y="50"/>
                  </a:lnTo>
                  <a:lnTo>
                    <a:pt x="168" y="48"/>
                  </a:lnTo>
                  <a:lnTo>
                    <a:pt x="164" y="50"/>
                  </a:lnTo>
                  <a:lnTo>
                    <a:pt x="160" y="52"/>
                  </a:lnTo>
                  <a:lnTo>
                    <a:pt x="158" y="52"/>
                  </a:lnTo>
                  <a:lnTo>
                    <a:pt x="152" y="54"/>
                  </a:lnTo>
                  <a:lnTo>
                    <a:pt x="150" y="56"/>
                  </a:lnTo>
                  <a:lnTo>
                    <a:pt x="148" y="58"/>
                  </a:lnTo>
                  <a:lnTo>
                    <a:pt x="144" y="58"/>
                  </a:lnTo>
                  <a:lnTo>
                    <a:pt x="142" y="62"/>
                  </a:lnTo>
                  <a:lnTo>
                    <a:pt x="140" y="66"/>
                  </a:lnTo>
                  <a:lnTo>
                    <a:pt x="134" y="66"/>
                  </a:lnTo>
                  <a:lnTo>
                    <a:pt x="134" y="72"/>
                  </a:lnTo>
                  <a:lnTo>
                    <a:pt x="130" y="72"/>
                  </a:lnTo>
                  <a:lnTo>
                    <a:pt x="128" y="72"/>
                  </a:lnTo>
                  <a:lnTo>
                    <a:pt x="128" y="70"/>
                  </a:lnTo>
                  <a:lnTo>
                    <a:pt x="128" y="66"/>
                  </a:lnTo>
                  <a:lnTo>
                    <a:pt x="124" y="64"/>
                  </a:lnTo>
                  <a:lnTo>
                    <a:pt x="120" y="64"/>
                  </a:lnTo>
                  <a:lnTo>
                    <a:pt x="114" y="64"/>
                  </a:lnTo>
                  <a:lnTo>
                    <a:pt x="110" y="62"/>
                  </a:lnTo>
                  <a:lnTo>
                    <a:pt x="108" y="60"/>
                  </a:lnTo>
                  <a:lnTo>
                    <a:pt x="110" y="56"/>
                  </a:lnTo>
                  <a:lnTo>
                    <a:pt x="108" y="56"/>
                  </a:lnTo>
                  <a:lnTo>
                    <a:pt x="108" y="54"/>
                  </a:lnTo>
                  <a:lnTo>
                    <a:pt x="106" y="52"/>
                  </a:lnTo>
                  <a:lnTo>
                    <a:pt x="104" y="52"/>
                  </a:lnTo>
                  <a:lnTo>
                    <a:pt x="100" y="52"/>
                  </a:lnTo>
                  <a:lnTo>
                    <a:pt x="98" y="50"/>
                  </a:lnTo>
                  <a:lnTo>
                    <a:pt x="94" y="44"/>
                  </a:lnTo>
                  <a:lnTo>
                    <a:pt x="92" y="46"/>
                  </a:lnTo>
                  <a:lnTo>
                    <a:pt x="78" y="44"/>
                  </a:lnTo>
                  <a:lnTo>
                    <a:pt x="70" y="42"/>
                  </a:lnTo>
                  <a:lnTo>
                    <a:pt x="66" y="42"/>
                  </a:lnTo>
                  <a:lnTo>
                    <a:pt x="64" y="30"/>
                  </a:lnTo>
                  <a:lnTo>
                    <a:pt x="62" y="24"/>
                  </a:lnTo>
                  <a:lnTo>
                    <a:pt x="62" y="22"/>
                  </a:lnTo>
                  <a:lnTo>
                    <a:pt x="60" y="24"/>
                  </a:lnTo>
                  <a:lnTo>
                    <a:pt x="60" y="26"/>
                  </a:lnTo>
                  <a:lnTo>
                    <a:pt x="56" y="28"/>
                  </a:lnTo>
                  <a:lnTo>
                    <a:pt x="56" y="30"/>
                  </a:lnTo>
                  <a:lnTo>
                    <a:pt x="54" y="34"/>
                  </a:lnTo>
                  <a:lnTo>
                    <a:pt x="44" y="36"/>
                  </a:lnTo>
                  <a:lnTo>
                    <a:pt x="44" y="32"/>
                  </a:lnTo>
                  <a:lnTo>
                    <a:pt x="40" y="30"/>
                  </a:lnTo>
                  <a:lnTo>
                    <a:pt x="40" y="36"/>
                  </a:lnTo>
                  <a:lnTo>
                    <a:pt x="38" y="40"/>
                  </a:lnTo>
                  <a:lnTo>
                    <a:pt x="36" y="40"/>
                  </a:lnTo>
                  <a:lnTo>
                    <a:pt x="36" y="38"/>
                  </a:lnTo>
                  <a:lnTo>
                    <a:pt x="38" y="28"/>
                  </a:lnTo>
                  <a:lnTo>
                    <a:pt x="24" y="32"/>
                  </a:lnTo>
                  <a:lnTo>
                    <a:pt x="24" y="16"/>
                  </a:lnTo>
                  <a:lnTo>
                    <a:pt x="28" y="2"/>
                  </a:lnTo>
                  <a:lnTo>
                    <a:pt x="28" y="0"/>
                  </a:lnTo>
                  <a:lnTo>
                    <a:pt x="24" y="0"/>
                  </a:lnTo>
                  <a:lnTo>
                    <a:pt x="18" y="0"/>
                  </a:lnTo>
                  <a:lnTo>
                    <a:pt x="14" y="2"/>
                  </a:lnTo>
                  <a:lnTo>
                    <a:pt x="8" y="4"/>
                  </a:lnTo>
                  <a:lnTo>
                    <a:pt x="2" y="6"/>
                  </a:lnTo>
                  <a:lnTo>
                    <a:pt x="0" y="60"/>
                  </a:lnTo>
                  <a:lnTo>
                    <a:pt x="12" y="62"/>
                  </a:lnTo>
                  <a:lnTo>
                    <a:pt x="12" y="60"/>
                  </a:lnTo>
                  <a:lnTo>
                    <a:pt x="10" y="56"/>
                  </a:lnTo>
                  <a:lnTo>
                    <a:pt x="10" y="52"/>
                  </a:lnTo>
                  <a:lnTo>
                    <a:pt x="12" y="50"/>
                  </a:lnTo>
                  <a:lnTo>
                    <a:pt x="18" y="50"/>
                  </a:lnTo>
                  <a:lnTo>
                    <a:pt x="20" y="46"/>
                  </a:lnTo>
                  <a:lnTo>
                    <a:pt x="24" y="42"/>
                  </a:lnTo>
                  <a:lnTo>
                    <a:pt x="28" y="44"/>
                  </a:lnTo>
                  <a:lnTo>
                    <a:pt x="30" y="44"/>
                  </a:lnTo>
                  <a:lnTo>
                    <a:pt x="32" y="52"/>
                  </a:lnTo>
                  <a:lnTo>
                    <a:pt x="34" y="60"/>
                  </a:lnTo>
                  <a:lnTo>
                    <a:pt x="40" y="62"/>
                  </a:lnTo>
                  <a:lnTo>
                    <a:pt x="42" y="68"/>
                  </a:lnTo>
                  <a:lnTo>
                    <a:pt x="40" y="70"/>
                  </a:lnTo>
                  <a:lnTo>
                    <a:pt x="42" y="72"/>
                  </a:lnTo>
                  <a:lnTo>
                    <a:pt x="46" y="74"/>
                  </a:lnTo>
                  <a:lnTo>
                    <a:pt x="50" y="72"/>
                  </a:lnTo>
                  <a:lnTo>
                    <a:pt x="54" y="68"/>
                  </a:lnTo>
                  <a:lnTo>
                    <a:pt x="60" y="70"/>
                  </a:lnTo>
                  <a:lnTo>
                    <a:pt x="66" y="68"/>
                  </a:lnTo>
                  <a:lnTo>
                    <a:pt x="70" y="74"/>
                  </a:lnTo>
                  <a:lnTo>
                    <a:pt x="70" y="80"/>
                  </a:lnTo>
                  <a:lnTo>
                    <a:pt x="74" y="84"/>
                  </a:lnTo>
                  <a:lnTo>
                    <a:pt x="76" y="88"/>
                  </a:lnTo>
                  <a:lnTo>
                    <a:pt x="78" y="94"/>
                  </a:lnTo>
                  <a:lnTo>
                    <a:pt x="82" y="96"/>
                  </a:lnTo>
                  <a:lnTo>
                    <a:pt x="86" y="100"/>
                  </a:lnTo>
                  <a:lnTo>
                    <a:pt x="92" y="104"/>
                  </a:lnTo>
                  <a:lnTo>
                    <a:pt x="94" y="108"/>
                  </a:lnTo>
                  <a:lnTo>
                    <a:pt x="102" y="108"/>
                  </a:lnTo>
                  <a:lnTo>
                    <a:pt x="106" y="112"/>
                  </a:lnTo>
                  <a:lnTo>
                    <a:pt x="110" y="112"/>
                  </a:lnTo>
                  <a:lnTo>
                    <a:pt x="114" y="114"/>
                  </a:lnTo>
                  <a:lnTo>
                    <a:pt x="118" y="114"/>
                  </a:lnTo>
                  <a:lnTo>
                    <a:pt x="120" y="116"/>
                  </a:lnTo>
                  <a:lnTo>
                    <a:pt x="114" y="120"/>
                  </a:lnTo>
                  <a:lnTo>
                    <a:pt x="114" y="124"/>
                  </a:lnTo>
                  <a:lnTo>
                    <a:pt x="114" y="128"/>
                  </a:lnTo>
                  <a:lnTo>
                    <a:pt x="118" y="130"/>
                  </a:lnTo>
                  <a:lnTo>
                    <a:pt x="122" y="134"/>
                  </a:lnTo>
                  <a:lnTo>
                    <a:pt x="128" y="134"/>
                  </a:lnTo>
                  <a:lnTo>
                    <a:pt x="132" y="1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6" name="Google Shape;256;p60"/>
            <p:cNvSpPr/>
            <p:nvPr/>
          </p:nvSpPr>
          <p:spPr>
            <a:xfrm>
              <a:off x="5399826" y="3508298"/>
              <a:ext cx="1071696" cy="532274"/>
            </a:xfrm>
            <a:custGeom>
              <a:rect b="b" l="l" r="r" t="t"/>
              <a:pathLst>
                <a:path extrusionOk="0" h="378" w="650">
                  <a:moveTo>
                    <a:pt x="552" y="190"/>
                  </a:moveTo>
                  <a:lnTo>
                    <a:pt x="554" y="192"/>
                  </a:lnTo>
                  <a:lnTo>
                    <a:pt x="554" y="190"/>
                  </a:lnTo>
                  <a:lnTo>
                    <a:pt x="552" y="190"/>
                  </a:lnTo>
                  <a:close/>
                  <a:moveTo>
                    <a:pt x="550" y="158"/>
                  </a:moveTo>
                  <a:lnTo>
                    <a:pt x="550" y="158"/>
                  </a:lnTo>
                  <a:lnTo>
                    <a:pt x="552" y="158"/>
                  </a:lnTo>
                  <a:lnTo>
                    <a:pt x="550" y="162"/>
                  </a:lnTo>
                  <a:lnTo>
                    <a:pt x="548" y="162"/>
                  </a:lnTo>
                  <a:lnTo>
                    <a:pt x="548" y="160"/>
                  </a:lnTo>
                  <a:lnTo>
                    <a:pt x="550" y="158"/>
                  </a:lnTo>
                  <a:close/>
                  <a:moveTo>
                    <a:pt x="386" y="314"/>
                  </a:moveTo>
                  <a:lnTo>
                    <a:pt x="388" y="320"/>
                  </a:lnTo>
                  <a:lnTo>
                    <a:pt x="390" y="320"/>
                  </a:lnTo>
                  <a:lnTo>
                    <a:pt x="392" y="318"/>
                  </a:lnTo>
                  <a:lnTo>
                    <a:pt x="390" y="316"/>
                  </a:lnTo>
                  <a:lnTo>
                    <a:pt x="386" y="314"/>
                  </a:lnTo>
                  <a:close/>
                  <a:moveTo>
                    <a:pt x="374" y="306"/>
                  </a:moveTo>
                  <a:lnTo>
                    <a:pt x="374" y="306"/>
                  </a:lnTo>
                  <a:lnTo>
                    <a:pt x="374" y="308"/>
                  </a:lnTo>
                  <a:lnTo>
                    <a:pt x="372" y="310"/>
                  </a:lnTo>
                  <a:lnTo>
                    <a:pt x="372" y="306"/>
                  </a:lnTo>
                  <a:lnTo>
                    <a:pt x="374" y="306"/>
                  </a:lnTo>
                  <a:close/>
                  <a:moveTo>
                    <a:pt x="582" y="136"/>
                  </a:moveTo>
                  <a:lnTo>
                    <a:pt x="580" y="140"/>
                  </a:lnTo>
                  <a:lnTo>
                    <a:pt x="576" y="140"/>
                  </a:lnTo>
                  <a:lnTo>
                    <a:pt x="574" y="140"/>
                  </a:lnTo>
                  <a:lnTo>
                    <a:pt x="572" y="142"/>
                  </a:lnTo>
                  <a:lnTo>
                    <a:pt x="574" y="142"/>
                  </a:lnTo>
                  <a:lnTo>
                    <a:pt x="580" y="144"/>
                  </a:lnTo>
                  <a:lnTo>
                    <a:pt x="592" y="144"/>
                  </a:lnTo>
                  <a:lnTo>
                    <a:pt x="592" y="142"/>
                  </a:lnTo>
                  <a:lnTo>
                    <a:pt x="594" y="138"/>
                  </a:lnTo>
                  <a:lnTo>
                    <a:pt x="590" y="138"/>
                  </a:lnTo>
                  <a:lnTo>
                    <a:pt x="582" y="136"/>
                  </a:lnTo>
                  <a:close/>
                  <a:moveTo>
                    <a:pt x="138" y="122"/>
                  </a:moveTo>
                  <a:lnTo>
                    <a:pt x="138" y="128"/>
                  </a:lnTo>
                  <a:lnTo>
                    <a:pt x="142" y="128"/>
                  </a:lnTo>
                  <a:lnTo>
                    <a:pt x="144" y="128"/>
                  </a:lnTo>
                  <a:lnTo>
                    <a:pt x="146" y="134"/>
                  </a:lnTo>
                  <a:lnTo>
                    <a:pt x="146" y="136"/>
                  </a:lnTo>
                  <a:lnTo>
                    <a:pt x="144" y="138"/>
                  </a:lnTo>
                  <a:lnTo>
                    <a:pt x="136" y="130"/>
                  </a:lnTo>
                  <a:lnTo>
                    <a:pt x="134" y="126"/>
                  </a:lnTo>
                  <a:lnTo>
                    <a:pt x="136" y="124"/>
                  </a:lnTo>
                  <a:lnTo>
                    <a:pt x="138" y="122"/>
                  </a:lnTo>
                  <a:close/>
                  <a:moveTo>
                    <a:pt x="616" y="122"/>
                  </a:moveTo>
                  <a:lnTo>
                    <a:pt x="616" y="122"/>
                  </a:lnTo>
                  <a:lnTo>
                    <a:pt x="614" y="124"/>
                  </a:lnTo>
                  <a:lnTo>
                    <a:pt x="616" y="124"/>
                  </a:lnTo>
                  <a:lnTo>
                    <a:pt x="618" y="122"/>
                  </a:lnTo>
                  <a:lnTo>
                    <a:pt x="618" y="120"/>
                  </a:lnTo>
                  <a:lnTo>
                    <a:pt x="616" y="122"/>
                  </a:lnTo>
                  <a:close/>
                  <a:moveTo>
                    <a:pt x="580" y="76"/>
                  </a:moveTo>
                  <a:lnTo>
                    <a:pt x="580" y="76"/>
                  </a:lnTo>
                  <a:lnTo>
                    <a:pt x="580" y="78"/>
                  </a:lnTo>
                  <a:lnTo>
                    <a:pt x="578" y="80"/>
                  </a:lnTo>
                  <a:lnTo>
                    <a:pt x="578" y="78"/>
                  </a:lnTo>
                  <a:lnTo>
                    <a:pt x="578" y="76"/>
                  </a:lnTo>
                  <a:lnTo>
                    <a:pt x="580" y="76"/>
                  </a:lnTo>
                  <a:close/>
                  <a:moveTo>
                    <a:pt x="430" y="58"/>
                  </a:moveTo>
                  <a:lnTo>
                    <a:pt x="432" y="62"/>
                  </a:lnTo>
                  <a:lnTo>
                    <a:pt x="432" y="60"/>
                  </a:lnTo>
                  <a:lnTo>
                    <a:pt x="430" y="58"/>
                  </a:lnTo>
                  <a:close/>
                  <a:moveTo>
                    <a:pt x="26" y="34"/>
                  </a:moveTo>
                  <a:lnTo>
                    <a:pt x="26" y="34"/>
                  </a:lnTo>
                  <a:lnTo>
                    <a:pt x="28" y="34"/>
                  </a:lnTo>
                  <a:lnTo>
                    <a:pt x="28" y="36"/>
                  </a:lnTo>
                  <a:lnTo>
                    <a:pt x="22" y="38"/>
                  </a:lnTo>
                  <a:lnTo>
                    <a:pt x="24" y="36"/>
                  </a:lnTo>
                  <a:lnTo>
                    <a:pt x="26" y="34"/>
                  </a:lnTo>
                  <a:close/>
                  <a:moveTo>
                    <a:pt x="30" y="18"/>
                  </a:moveTo>
                  <a:lnTo>
                    <a:pt x="30" y="18"/>
                  </a:lnTo>
                  <a:lnTo>
                    <a:pt x="28" y="28"/>
                  </a:lnTo>
                  <a:lnTo>
                    <a:pt x="28" y="22"/>
                  </a:lnTo>
                  <a:lnTo>
                    <a:pt x="28" y="20"/>
                  </a:lnTo>
                  <a:lnTo>
                    <a:pt x="30" y="18"/>
                  </a:lnTo>
                  <a:close/>
                  <a:moveTo>
                    <a:pt x="648" y="72"/>
                  </a:moveTo>
                  <a:lnTo>
                    <a:pt x="648" y="70"/>
                  </a:lnTo>
                  <a:lnTo>
                    <a:pt x="646" y="68"/>
                  </a:lnTo>
                  <a:lnTo>
                    <a:pt x="644" y="68"/>
                  </a:lnTo>
                  <a:lnTo>
                    <a:pt x="644" y="66"/>
                  </a:lnTo>
                  <a:lnTo>
                    <a:pt x="644" y="62"/>
                  </a:lnTo>
                  <a:lnTo>
                    <a:pt x="644" y="60"/>
                  </a:lnTo>
                  <a:lnTo>
                    <a:pt x="642" y="60"/>
                  </a:lnTo>
                  <a:lnTo>
                    <a:pt x="640" y="60"/>
                  </a:lnTo>
                  <a:lnTo>
                    <a:pt x="640" y="54"/>
                  </a:lnTo>
                  <a:lnTo>
                    <a:pt x="640" y="44"/>
                  </a:lnTo>
                  <a:lnTo>
                    <a:pt x="640" y="40"/>
                  </a:lnTo>
                  <a:lnTo>
                    <a:pt x="638" y="38"/>
                  </a:lnTo>
                  <a:lnTo>
                    <a:pt x="632" y="34"/>
                  </a:lnTo>
                  <a:lnTo>
                    <a:pt x="630" y="36"/>
                  </a:lnTo>
                  <a:lnTo>
                    <a:pt x="628" y="38"/>
                  </a:lnTo>
                  <a:lnTo>
                    <a:pt x="628" y="40"/>
                  </a:lnTo>
                  <a:lnTo>
                    <a:pt x="626" y="38"/>
                  </a:lnTo>
                  <a:lnTo>
                    <a:pt x="626" y="36"/>
                  </a:lnTo>
                  <a:lnTo>
                    <a:pt x="624" y="34"/>
                  </a:lnTo>
                  <a:lnTo>
                    <a:pt x="622" y="36"/>
                  </a:lnTo>
                  <a:lnTo>
                    <a:pt x="620" y="44"/>
                  </a:lnTo>
                  <a:lnTo>
                    <a:pt x="618" y="46"/>
                  </a:lnTo>
                  <a:lnTo>
                    <a:pt x="616" y="52"/>
                  </a:lnTo>
                  <a:lnTo>
                    <a:pt x="614" y="54"/>
                  </a:lnTo>
                  <a:lnTo>
                    <a:pt x="612" y="58"/>
                  </a:lnTo>
                  <a:lnTo>
                    <a:pt x="606" y="62"/>
                  </a:lnTo>
                  <a:lnTo>
                    <a:pt x="604" y="64"/>
                  </a:lnTo>
                  <a:lnTo>
                    <a:pt x="602" y="66"/>
                  </a:lnTo>
                  <a:lnTo>
                    <a:pt x="588" y="68"/>
                  </a:lnTo>
                  <a:lnTo>
                    <a:pt x="570" y="70"/>
                  </a:lnTo>
                  <a:lnTo>
                    <a:pt x="566" y="70"/>
                  </a:lnTo>
                  <a:lnTo>
                    <a:pt x="558" y="74"/>
                  </a:lnTo>
                  <a:lnTo>
                    <a:pt x="548" y="80"/>
                  </a:lnTo>
                  <a:lnTo>
                    <a:pt x="548" y="82"/>
                  </a:lnTo>
                  <a:lnTo>
                    <a:pt x="546" y="84"/>
                  </a:lnTo>
                  <a:lnTo>
                    <a:pt x="550" y="80"/>
                  </a:lnTo>
                  <a:lnTo>
                    <a:pt x="548" y="88"/>
                  </a:lnTo>
                  <a:lnTo>
                    <a:pt x="544" y="94"/>
                  </a:lnTo>
                  <a:lnTo>
                    <a:pt x="540" y="96"/>
                  </a:lnTo>
                  <a:lnTo>
                    <a:pt x="536" y="98"/>
                  </a:lnTo>
                  <a:lnTo>
                    <a:pt x="526" y="100"/>
                  </a:lnTo>
                  <a:lnTo>
                    <a:pt x="512" y="100"/>
                  </a:lnTo>
                  <a:lnTo>
                    <a:pt x="512" y="104"/>
                  </a:lnTo>
                  <a:lnTo>
                    <a:pt x="514" y="108"/>
                  </a:lnTo>
                  <a:lnTo>
                    <a:pt x="504" y="116"/>
                  </a:lnTo>
                  <a:lnTo>
                    <a:pt x="500" y="118"/>
                  </a:lnTo>
                  <a:lnTo>
                    <a:pt x="494" y="122"/>
                  </a:lnTo>
                  <a:lnTo>
                    <a:pt x="490" y="120"/>
                  </a:lnTo>
                  <a:lnTo>
                    <a:pt x="486" y="122"/>
                  </a:lnTo>
                  <a:lnTo>
                    <a:pt x="486" y="124"/>
                  </a:lnTo>
                  <a:lnTo>
                    <a:pt x="478" y="130"/>
                  </a:lnTo>
                  <a:lnTo>
                    <a:pt x="474" y="132"/>
                  </a:lnTo>
                  <a:lnTo>
                    <a:pt x="470" y="132"/>
                  </a:lnTo>
                  <a:lnTo>
                    <a:pt x="468" y="128"/>
                  </a:lnTo>
                  <a:lnTo>
                    <a:pt x="470" y="128"/>
                  </a:lnTo>
                  <a:lnTo>
                    <a:pt x="470" y="126"/>
                  </a:lnTo>
                  <a:lnTo>
                    <a:pt x="468" y="124"/>
                  </a:lnTo>
                  <a:lnTo>
                    <a:pt x="464" y="124"/>
                  </a:lnTo>
                  <a:lnTo>
                    <a:pt x="460" y="124"/>
                  </a:lnTo>
                  <a:lnTo>
                    <a:pt x="466" y="118"/>
                  </a:lnTo>
                  <a:lnTo>
                    <a:pt x="468" y="116"/>
                  </a:lnTo>
                  <a:lnTo>
                    <a:pt x="470" y="114"/>
                  </a:lnTo>
                  <a:lnTo>
                    <a:pt x="470" y="110"/>
                  </a:lnTo>
                  <a:lnTo>
                    <a:pt x="474" y="108"/>
                  </a:lnTo>
                  <a:lnTo>
                    <a:pt x="472" y="112"/>
                  </a:lnTo>
                  <a:lnTo>
                    <a:pt x="474" y="110"/>
                  </a:lnTo>
                  <a:lnTo>
                    <a:pt x="474" y="102"/>
                  </a:lnTo>
                  <a:lnTo>
                    <a:pt x="470" y="88"/>
                  </a:lnTo>
                  <a:lnTo>
                    <a:pt x="464" y="88"/>
                  </a:lnTo>
                  <a:lnTo>
                    <a:pt x="462" y="90"/>
                  </a:lnTo>
                  <a:lnTo>
                    <a:pt x="460" y="94"/>
                  </a:lnTo>
                  <a:lnTo>
                    <a:pt x="462" y="84"/>
                  </a:lnTo>
                  <a:lnTo>
                    <a:pt x="464" y="78"/>
                  </a:lnTo>
                  <a:lnTo>
                    <a:pt x="462" y="72"/>
                  </a:lnTo>
                  <a:lnTo>
                    <a:pt x="460" y="64"/>
                  </a:lnTo>
                  <a:lnTo>
                    <a:pt x="452" y="64"/>
                  </a:lnTo>
                  <a:lnTo>
                    <a:pt x="450" y="62"/>
                  </a:lnTo>
                  <a:lnTo>
                    <a:pt x="448" y="58"/>
                  </a:lnTo>
                  <a:lnTo>
                    <a:pt x="446" y="62"/>
                  </a:lnTo>
                  <a:lnTo>
                    <a:pt x="442" y="68"/>
                  </a:lnTo>
                  <a:lnTo>
                    <a:pt x="440" y="68"/>
                  </a:lnTo>
                  <a:lnTo>
                    <a:pt x="440" y="72"/>
                  </a:lnTo>
                  <a:lnTo>
                    <a:pt x="432" y="72"/>
                  </a:lnTo>
                  <a:lnTo>
                    <a:pt x="432" y="78"/>
                  </a:lnTo>
                  <a:lnTo>
                    <a:pt x="432" y="84"/>
                  </a:lnTo>
                  <a:lnTo>
                    <a:pt x="430" y="84"/>
                  </a:lnTo>
                  <a:lnTo>
                    <a:pt x="432" y="98"/>
                  </a:lnTo>
                  <a:lnTo>
                    <a:pt x="432" y="104"/>
                  </a:lnTo>
                  <a:lnTo>
                    <a:pt x="432" y="110"/>
                  </a:lnTo>
                  <a:lnTo>
                    <a:pt x="422" y="124"/>
                  </a:lnTo>
                  <a:lnTo>
                    <a:pt x="418" y="124"/>
                  </a:lnTo>
                  <a:lnTo>
                    <a:pt x="414" y="114"/>
                  </a:lnTo>
                  <a:lnTo>
                    <a:pt x="412" y="104"/>
                  </a:lnTo>
                  <a:lnTo>
                    <a:pt x="412" y="94"/>
                  </a:lnTo>
                  <a:lnTo>
                    <a:pt x="416" y="82"/>
                  </a:lnTo>
                  <a:lnTo>
                    <a:pt x="420" y="82"/>
                  </a:lnTo>
                  <a:lnTo>
                    <a:pt x="420" y="78"/>
                  </a:lnTo>
                  <a:lnTo>
                    <a:pt x="420" y="70"/>
                  </a:lnTo>
                  <a:lnTo>
                    <a:pt x="418" y="72"/>
                  </a:lnTo>
                  <a:lnTo>
                    <a:pt x="416" y="74"/>
                  </a:lnTo>
                  <a:lnTo>
                    <a:pt x="416" y="80"/>
                  </a:lnTo>
                  <a:lnTo>
                    <a:pt x="412" y="80"/>
                  </a:lnTo>
                  <a:lnTo>
                    <a:pt x="410" y="80"/>
                  </a:lnTo>
                  <a:lnTo>
                    <a:pt x="416" y="68"/>
                  </a:lnTo>
                  <a:lnTo>
                    <a:pt x="422" y="58"/>
                  </a:lnTo>
                  <a:lnTo>
                    <a:pt x="428" y="58"/>
                  </a:lnTo>
                  <a:lnTo>
                    <a:pt x="436" y="56"/>
                  </a:lnTo>
                  <a:lnTo>
                    <a:pt x="438" y="54"/>
                  </a:lnTo>
                  <a:lnTo>
                    <a:pt x="440" y="54"/>
                  </a:lnTo>
                  <a:lnTo>
                    <a:pt x="442" y="54"/>
                  </a:lnTo>
                  <a:lnTo>
                    <a:pt x="446" y="54"/>
                  </a:lnTo>
                  <a:lnTo>
                    <a:pt x="446" y="56"/>
                  </a:lnTo>
                  <a:lnTo>
                    <a:pt x="450" y="56"/>
                  </a:lnTo>
                  <a:lnTo>
                    <a:pt x="450" y="54"/>
                  </a:lnTo>
                  <a:lnTo>
                    <a:pt x="452" y="54"/>
                  </a:lnTo>
                  <a:lnTo>
                    <a:pt x="454" y="56"/>
                  </a:lnTo>
                  <a:lnTo>
                    <a:pt x="456" y="56"/>
                  </a:lnTo>
                  <a:lnTo>
                    <a:pt x="458" y="56"/>
                  </a:lnTo>
                  <a:lnTo>
                    <a:pt x="458" y="54"/>
                  </a:lnTo>
                  <a:lnTo>
                    <a:pt x="456" y="52"/>
                  </a:lnTo>
                  <a:lnTo>
                    <a:pt x="454" y="50"/>
                  </a:lnTo>
                  <a:lnTo>
                    <a:pt x="450" y="50"/>
                  </a:lnTo>
                  <a:lnTo>
                    <a:pt x="446" y="50"/>
                  </a:lnTo>
                  <a:lnTo>
                    <a:pt x="446" y="40"/>
                  </a:lnTo>
                  <a:lnTo>
                    <a:pt x="442" y="42"/>
                  </a:lnTo>
                  <a:lnTo>
                    <a:pt x="436" y="44"/>
                  </a:lnTo>
                  <a:lnTo>
                    <a:pt x="430" y="48"/>
                  </a:lnTo>
                  <a:lnTo>
                    <a:pt x="422" y="48"/>
                  </a:lnTo>
                  <a:lnTo>
                    <a:pt x="420" y="46"/>
                  </a:lnTo>
                  <a:lnTo>
                    <a:pt x="418" y="44"/>
                  </a:lnTo>
                  <a:lnTo>
                    <a:pt x="416" y="40"/>
                  </a:lnTo>
                  <a:lnTo>
                    <a:pt x="412" y="38"/>
                  </a:lnTo>
                  <a:lnTo>
                    <a:pt x="410" y="40"/>
                  </a:lnTo>
                  <a:lnTo>
                    <a:pt x="406" y="40"/>
                  </a:lnTo>
                  <a:lnTo>
                    <a:pt x="404" y="38"/>
                  </a:lnTo>
                  <a:lnTo>
                    <a:pt x="406" y="38"/>
                  </a:lnTo>
                  <a:lnTo>
                    <a:pt x="410" y="36"/>
                  </a:lnTo>
                  <a:lnTo>
                    <a:pt x="412" y="34"/>
                  </a:lnTo>
                  <a:lnTo>
                    <a:pt x="414" y="32"/>
                  </a:lnTo>
                  <a:lnTo>
                    <a:pt x="412" y="30"/>
                  </a:lnTo>
                  <a:lnTo>
                    <a:pt x="412" y="28"/>
                  </a:lnTo>
                  <a:lnTo>
                    <a:pt x="400" y="36"/>
                  </a:lnTo>
                  <a:lnTo>
                    <a:pt x="388" y="42"/>
                  </a:lnTo>
                  <a:lnTo>
                    <a:pt x="388" y="44"/>
                  </a:lnTo>
                  <a:lnTo>
                    <a:pt x="384" y="44"/>
                  </a:lnTo>
                  <a:lnTo>
                    <a:pt x="382" y="42"/>
                  </a:lnTo>
                  <a:lnTo>
                    <a:pt x="380" y="40"/>
                  </a:lnTo>
                  <a:lnTo>
                    <a:pt x="378" y="40"/>
                  </a:lnTo>
                  <a:lnTo>
                    <a:pt x="366" y="40"/>
                  </a:lnTo>
                  <a:lnTo>
                    <a:pt x="374" y="32"/>
                  </a:lnTo>
                  <a:lnTo>
                    <a:pt x="384" y="26"/>
                  </a:lnTo>
                  <a:lnTo>
                    <a:pt x="390" y="24"/>
                  </a:lnTo>
                  <a:lnTo>
                    <a:pt x="394" y="22"/>
                  </a:lnTo>
                  <a:lnTo>
                    <a:pt x="394" y="20"/>
                  </a:lnTo>
                  <a:lnTo>
                    <a:pt x="390" y="20"/>
                  </a:lnTo>
                  <a:lnTo>
                    <a:pt x="388" y="18"/>
                  </a:lnTo>
                  <a:lnTo>
                    <a:pt x="386" y="16"/>
                  </a:lnTo>
                  <a:lnTo>
                    <a:pt x="382" y="16"/>
                  </a:lnTo>
                  <a:lnTo>
                    <a:pt x="376" y="16"/>
                  </a:lnTo>
                  <a:lnTo>
                    <a:pt x="368" y="16"/>
                  </a:lnTo>
                  <a:lnTo>
                    <a:pt x="364" y="14"/>
                  </a:lnTo>
                  <a:lnTo>
                    <a:pt x="360" y="10"/>
                  </a:lnTo>
                  <a:lnTo>
                    <a:pt x="356" y="10"/>
                  </a:lnTo>
                  <a:lnTo>
                    <a:pt x="354" y="14"/>
                  </a:lnTo>
                  <a:lnTo>
                    <a:pt x="352" y="14"/>
                  </a:lnTo>
                  <a:lnTo>
                    <a:pt x="346" y="12"/>
                  </a:lnTo>
                  <a:lnTo>
                    <a:pt x="342" y="12"/>
                  </a:lnTo>
                  <a:lnTo>
                    <a:pt x="340" y="10"/>
                  </a:lnTo>
                  <a:lnTo>
                    <a:pt x="340" y="6"/>
                  </a:lnTo>
                  <a:lnTo>
                    <a:pt x="338" y="2"/>
                  </a:lnTo>
                  <a:lnTo>
                    <a:pt x="336" y="0"/>
                  </a:lnTo>
                  <a:lnTo>
                    <a:pt x="334" y="0"/>
                  </a:lnTo>
                  <a:lnTo>
                    <a:pt x="334" y="2"/>
                  </a:lnTo>
                  <a:lnTo>
                    <a:pt x="334" y="6"/>
                  </a:lnTo>
                  <a:lnTo>
                    <a:pt x="26" y="4"/>
                  </a:lnTo>
                  <a:lnTo>
                    <a:pt x="26" y="6"/>
                  </a:lnTo>
                  <a:lnTo>
                    <a:pt x="26" y="10"/>
                  </a:lnTo>
                  <a:lnTo>
                    <a:pt x="26" y="14"/>
                  </a:lnTo>
                  <a:lnTo>
                    <a:pt x="24" y="16"/>
                  </a:lnTo>
                  <a:lnTo>
                    <a:pt x="24" y="20"/>
                  </a:lnTo>
                  <a:lnTo>
                    <a:pt x="0" y="16"/>
                  </a:lnTo>
                  <a:lnTo>
                    <a:pt x="2" y="26"/>
                  </a:lnTo>
                  <a:lnTo>
                    <a:pt x="8" y="32"/>
                  </a:lnTo>
                  <a:lnTo>
                    <a:pt x="12" y="38"/>
                  </a:lnTo>
                  <a:lnTo>
                    <a:pt x="12" y="42"/>
                  </a:lnTo>
                  <a:lnTo>
                    <a:pt x="12" y="50"/>
                  </a:lnTo>
                  <a:lnTo>
                    <a:pt x="10" y="56"/>
                  </a:lnTo>
                  <a:lnTo>
                    <a:pt x="10" y="66"/>
                  </a:lnTo>
                  <a:lnTo>
                    <a:pt x="10" y="80"/>
                  </a:lnTo>
                  <a:lnTo>
                    <a:pt x="8" y="98"/>
                  </a:lnTo>
                  <a:lnTo>
                    <a:pt x="6" y="110"/>
                  </a:lnTo>
                  <a:lnTo>
                    <a:pt x="8" y="120"/>
                  </a:lnTo>
                  <a:lnTo>
                    <a:pt x="12" y="122"/>
                  </a:lnTo>
                  <a:lnTo>
                    <a:pt x="12" y="128"/>
                  </a:lnTo>
                  <a:lnTo>
                    <a:pt x="12" y="132"/>
                  </a:lnTo>
                  <a:lnTo>
                    <a:pt x="12" y="136"/>
                  </a:lnTo>
                  <a:lnTo>
                    <a:pt x="8" y="150"/>
                  </a:lnTo>
                  <a:lnTo>
                    <a:pt x="12" y="156"/>
                  </a:lnTo>
                  <a:lnTo>
                    <a:pt x="14" y="162"/>
                  </a:lnTo>
                  <a:lnTo>
                    <a:pt x="14" y="164"/>
                  </a:lnTo>
                  <a:lnTo>
                    <a:pt x="14" y="168"/>
                  </a:lnTo>
                  <a:lnTo>
                    <a:pt x="16" y="174"/>
                  </a:lnTo>
                  <a:lnTo>
                    <a:pt x="24" y="188"/>
                  </a:lnTo>
                  <a:lnTo>
                    <a:pt x="28" y="186"/>
                  </a:lnTo>
                  <a:lnTo>
                    <a:pt x="28" y="184"/>
                  </a:lnTo>
                  <a:lnTo>
                    <a:pt x="26" y="182"/>
                  </a:lnTo>
                  <a:lnTo>
                    <a:pt x="30" y="184"/>
                  </a:lnTo>
                  <a:lnTo>
                    <a:pt x="32" y="184"/>
                  </a:lnTo>
                  <a:lnTo>
                    <a:pt x="30" y="186"/>
                  </a:lnTo>
                  <a:lnTo>
                    <a:pt x="30" y="190"/>
                  </a:lnTo>
                  <a:lnTo>
                    <a:pt x="30" y="194"/>
                  </a:lnTo>
                  <a:lnTo>
                    <a:pt x="28" y="196"/>
                  </a:lnTo>
                  <a:lnTo>
                    <a:pt x="38" y="200"/>
                  </a:lnTo>
                  <a:lnTo>
                    <a:pt x="34" y="204"/>
                  </a:lnTo>
                  <a:lnTo>
                    <a:pt x="34" y="206"/>
                  </a:lnTo>
                  <a:lnTo>
                    <a:pt x="34" y="210"/>
                  </a:lnTo>
                  <a:lnTo>
                    <a:pt x="36" y="214"/>
                  </a:lnTo>
                  <a:lnTo>
                    <a:pt x="40" y="218"/>
                  </a:lnTo>
                  <a:lnTo>
                    <a:pt x="48" y="224"/>
                  </a:lnTo>
                  <a:lnTo>
                    <a:pt x="46" y="226"/>
                  </a:lnTo>
                  <a:lnTo>
                    <a:pt x="44" y="228"/>
                  </a:lnTo>
                  <a:lnTo>
                    <a:pt x="48" y="230"/>
                  </a:lnTo>
                  <a:lnTo>
                    <a:pt x="50" y="236"/>
                  </a:lnTo>
                  <a:lnTo>
                    <a:pt x="50" y="244"/>
                  </a:lnTo>
                  <a:lnTo>
                    <a:pt x="52" y="242"/>
                  </a:lnTo>
                  <a:lnTo>
                    <a:pt x="66" y="246"/>
                  </a:lnTo>
                  <a:lnTo>
                    <a:pt x="66" y="252"/>
                  </a:lnTo>
                  <a:lnTo>
                    <a:pt x="68" y="252"/>
                  </a:lnTo>
                  <a:lnTo>
                    <a:pt x="70" y="252"/>
                  </a:lnTo>
                  <a:lnTo>
                    <a:pt x="70" y="250"/>
                  </a:lnTo>
                  <a:lnTo>
                    <a:pt x="72" y="250"/>
                  </a:lnTo>
                  <a:lnTo>
                    <a:pt x="74" y="254"/>
                  </a:lnTo>
                  <a:lnTo>
                    <a:pt x="78" y="258"/>
                  </a:lnTo>
                  <a:lnTo>
                    <a:pt x="82" y="260"/>
                  </a:lnTo>
                  <a:lnTo>
                    <a:pt x="84" y="266"/>
                  </a:lnTo>
                  <a:lnTo>
                    <a:pt x="112" y="264"/>
                  </a:lnTo>
                  <a:lnTo>
                    <a:pt x="112" y="268"/>
                  </a:lnTo>
                  <a:lnTo>
                    <a:pt x="142" y="284"/>
                  </a:lnTo>
                  <a:lnTo>
                    <a:pt x="180" y="286"/>
                  </a:lnTo>
                  <a:lnTo>
                    <a:pt x="180" y="278"/>
                  </a:lnTo>
                  <a:lnTo>
                    <a:pt x="202" y="280"/>
                  </a:lnTo>
                  <a:lnTo>
                    <a:pt x="206" y="282"/>
                  </a:lnTo>
                  <a:lnTo>
                    <a:pt x="208" y="286"/>
                  </a:lnTo>
                  <a:lnTo>
                    <a:pt x="210" y="290"/>
                  </a:lnTo>
                  <a:lnTo>
                    <a:pt x="214" y="292"/>
                  </a:lnTo>
                  <a:lnTo>
                    <a:pt x="218" y="294"/>
                  </a:lnTo>
                  <a:lnTo>
                    <a:pt x="222" y="298"/>
                  </a:lnTo>
                  <a:lnTo>
                    <a:pt x="224" y="302"/>
                  </a:lnTo>
                  <a:lnTo>
                    <a:pt x="224" y="304"/>
                  </a:lnTo>
                  <a:lnTo>
                    <a:pt x="226" y="310"/>
                  </a:lnTo>
                  <a:lnTo>
                    <a:pt x="228" y="314"/>
                  </a:lnTo>
                  <a:lnTo>
                    <a:pt x="234" y="316"/>
                  </a:lnTo>
                  <a:lnTo>
                    <a:pt x="240" y="316"/>
                  </a:lnTo>
                  <a:lnTo>
                    <a:pt x="242" y="312"/>
                  </a:lnTo>
                  <a:lnTo>
                    <a:pt x="244" y="308"/>
                  </a:lnTo>
                  <a:lnTo>
                    <a:pt x="246" y="306"/>
                  </a:lnTo>
                  <a:lnTo>
                    <a:pt x="250" y="308"/>
                  </a:lnTo>
                  <a:lnTo>
                    <a:pt x="254" y="308"/>
                  </a:lnTo>
                  <a:lnTo>
                    <a:pt x="258" y="308"/>
                  </a:lnTo>
                  <a:lnTo>
                    <a:pt x="260" y="310"/>
                  </a:lnTo>
                  <a:lnTo>
                    <a:pt x="262" y="314"/>
                  </a:lnTo>
                  <a:lnTo>
                    <a:pt x="268" y="320"/>
                  </a:lnTo>
                  <a:lnTo>
                    <a:pt x="270" y="324"/>
                  </a:lnTo>
                  <a:lnTo>
                    <a:pt x="270" y="326"/>
                  </a:lnTo>
                  <a:lnTo>
                    <a:pt x="272" y="332"/>
                  </a:lnTo>
                  <a:lnTo>
                    <a:pt x="276" y="336"/>
                  </a:lnTo>
                  <a:lnTo>
                    <a:pt x="278" y="340"/>
                  </a:lnTo>
                  <a:lnTo>
                    <a:pt x="280" y="344"/>
                  </a:lnTo>
                  <a:lnTo>
                    <a:pt x="282" y="350"/>
                  </a:lnTo>
                  <a:lnTo>
                    <a:pt x="284" y="354"/>
                  </a:lnTo>
                  <a:lnTo>
                    <a:pt x="284" y="356"/>
                  </a:lnTo>
                  <a:lnTo>
                    <a:pt x="286" y="360"/>
                  </a:lnTo>
                  <a:lnTo>
                    <a:pt x="292" y="362"/>
                  </a:lnTo>
                  <a:lnTo>
                    <a:pt x="298" y="364"/>
                  </a:lnTo>
                  <a:lnTo>
                    <a:pt x="302" y="366"/>
                  </a:lnTo>
                  <a:lnTo>
                    <a:pt x="302" y="368"/>
                  </a:lnTo>
                  <a:lnTo>
                    <a:pt x="306" y="368"/>
                  </a:lnTo>
                  <a:lnTo>
                    <a:pt x="300" y="358"/>
                  </a:lnTo>
                  <a:lnTo>
                    <a:pt x="302" y="356"/>
                  </a:lnTo>
                  <a:lnTo>
                    <a:pt x="302" y="354"/>
                  </a:lnTo>
                  <a:lnTo>
                    <a:pt x="300" y="348"/>
                  </a:lnTo>
                  <a:lnTo>
                    <a:pt x="304" y="348"/>
                  </a:lnTo>
                  <a:lnTo>
                    <a:pt x="304" y="344"/>
                  </a:lnTo>
                  <a:lnTo>
                    <a:pt x="304" y="340"/>
                  </a:lnTo>
                  <a:lnTo>
                    <a:pt x="306" y="340"/>
                  </a:lnTo>
                  <a:lnTo>
                    <a:pt x="310" y="338"/>
                  </a:lnTo>
                  <a:lnTo>
                    <a:pt x="316" y="336"/>
                  </a:lnTo>
                  <a:lnTo>
                    <a:pt x="316" y="334"/>
                  </a:lnTo>
                  <a:lnTo>
                    <a:pt x="316" y="332"/>
                  </a:lnTo>
                  <a:lnTo>
                    <a:pt x="316" y="330"/>
                  </a:lnTo>
                  <a:lnTo>
                    <a:pt x="318" y="328"/>
                  </a:lnTo>
                  <a:lnTo>
                    <a:pt x="322" y="328"/>
                  </a:lnTo>
                  <a:lnTo>
                    <a:pt x="326" y="326"/>
                  </a:lnTo>
                  <a:lnTo>
                    <a:pt x="332" y="314"/>
                  </a:lnTo>
                  <a:lnTo>
                    <a:pt x="334" y="316"/>
                  </a:lnTo>
                  <a:lnTo>
                    <a:pt x="338" y="316"/>
                  </a:lnTo>
                  <a:lnTo>
                    <a:pt x="346" y="312"/>
                  </a:lnTo>
                  <a:lnTo>
                    <a:pt x="352" y="308"/>
                  </a:lnTo>
                  <a:lnTo>
                    <a:pt x="364" y="310"/>
                  </a:lnTo>
                  <a:lnTo>
                    <a:pt x="374" y="314"/>
                  </a:lnTo>
                  <a:lnTo>
                    <a:pt x="374" y="318"/>
                  </a:lnTo>
                  <a:lnTo>
                    <a:pt x="376" y="320"/>
                  </a:lnTo>
                  <a:lnTo>
                    <a:pt x="378" y="320"/>
                  </a:lnTo>
                  <a:lnTo>
                    <a:pt x="380" y="320"/>
                  </a:lnTo>
                  <a:lnTo>
                    <a:pt x="382" y="318"/>
                  </a:lnTo>
                  <a:lnTo>
                    <a:pt x="384" y="318"/>
                  </a:lnTo>
                  <a:lnTo>
                    <a:pt x="382" y="312"/>
                  </a:lnTo>
                  <a:lnTo>
                    <a:pt x="388" y="310"/>
                  </a:lnTo>
                  <a:lnTo>
                    <a:pt x="392" y="316"/>
                  </a:lnTo>
                  <a:lnTo>
                    <a:pt x="396" y="316"/>
                  </a:lnTo>
                  <a:lnTo>
                    <a:pt x="400" y="316"/>
                  </a:lnTo>
                  <a:lnTo>
                    <a:pt x="400" y="320"/>
                  </a:lnTo>
                  <a:lnTo>
                    <a:pt x="404" y="318"/>
                  </a:lnTo>
                  <a:lnTo>
                    <a:pt x="404" y="316"/>
                  </a:lnTo>
                  <a:lnTo>
                    <a:pt x="398" y="314"/>
                  </a:lnTo>
                  <a:lnTo>
                    <a:pt x="398" y="312"/>
                  </a:lnTo>
                  <a:lnTo>
                    <a:pt x="400" y="312"/>
                  </a:lnTo>
                  <a:lnTo>
                    <a:pt x="400" y="310"/>
                  </a:lnTo>
                  <a:lnTo>
                    <a:pt x="402" y="308"/>
                  </a:lnTo>
                  <a:lnTo>
                    <a:pt x="392" y="304"/>
                  </a:lnTo>
                  <a:lnTo>
                    <a:pt x="390" y="300"/>
                  </a:lnTo>
                  <a:lnTo>
                    <a:pt x="392" y="302"/>
                  </a:lnTo>
                  <a:lnTo>
                    <a:pt x="396" y="302"/>
                  </a:lnTo>
                  <a:lnTo>
                    <a:pt x="398" y="302"/>
                  </a:lnTo>
                  <a:lnTo>
                    <a:pt x="398" y="298"/>
                  </a:lnTo>
                  <a:lnTo>
                    <a:pt x="412" y="300"/>
                  </a:lnTo>
                  <a:lnTo>
                    <a:pt x="412" y="298"/>
                  </a:lnTo>
                  <a:lnTo>
                    <a:pt x="414" y="298"/>
                  </a:lnTo>
                  <a:lnTo>
                    <a:pt x="416" y="300"/>
                  </a:lnTo>
                  <a:lnTo>
                    <a:pt x="416" y="302"/>
                  </a:lnTo>
                  <a:lnTo>
                    <a:pt x="420" y="302"/>
                  </a:lnTo>
                  <a:lnTo>
                    <a:pt x="422" y="298"/>
                  </a:lnTo>
                  <a:lnTo>
                    <a:pt x="428" y="300"/>
                  </a:lnTo>
                  <a:lnTo>
                    <a:pt x="428" y="298"/>
                  </a:lnTo>
                  <a:lnTo>
                    <a:pt x="430" y="298"/>
                  </a:lnTo>
                  <a:lnTo>
                    <a:pt x="432" y="298"/>
                  </a:lnTo>
                  <a:lnTo>
                    <a:pt x="434" y="300"/>
                  </a:lnTo>
                  <a:lnTo>
                    <a:pt x="432" y="302"/>
                  </a:lnTo>
                  <a:lnTo>
                    <a:pt x="438" y="304"/>
                  </a:lnTo>
                  <a:lnTo>
                    <a:pt x="442" y="304"/>
                  </a:lnTo>
                  <a:lnTo>
                    <a:pt x="442" y="306"/>
                  </a:lnTo>
                  <a:lnTo>
                    <a:pt x="444" y="310"/>
                  </a:lnTo>
                  <a:lnTo>
                    <a:pt x="448" y="310"/>
                  </a:lnTo>
                  <a:lnTo>
                    <a:pt x="452" y="312"/>
                  </a:lnTo>
                  <a:lnTo>
                    <a:pt x="456" y="306"/>
                  </a:lnTo>
                  <a:lnTo>
                    <a:pt x="458" y="306"/>
                  </a:lnTo>
                  <a:lnTo>
                    <a:pt x="460" y="306"/>
                  </a:lnTo>
                  <a:lnTo>
                    <a:pt x="462" y="310"/>
                  </a:lnTo>
                  <a:lnTo>
                    <a:pt x="464" y="314"/>
                  </a:lnTo>
                  <a:lnTo>
                    <a:pt x="470" y="316"/>
                  </a:lnTo>
                  <a:lnTo>
                    <a:pt x="470" y="322"/>
                  </a:lnTo>
                  <a:lnTo>
                    <a:pt x="470" y="328"/>
                  </a:lnTo>
                  <a:lnTo>
                    <a:pt x="470" y="340"/>
                  </a:lnTo>
                  <a:lnTo>
                    <a:pt x="474" y="340"/>
                  </a:lnTo>
                  <a:lnTo>
                    <a:pt x="476" y="340"/>
                  </a:lnTo>
                  <a:lnTo>
                    <a:pt x="474" y="344"/>
                  </a:lnTo>
                  <a:lnTo>
                    <a:pt x="472" y="348"/>
                  </a:lnTo>
                  <a:lnTo>
                    <a:pt x="474" y="352"/>
                  </a:lnTo>
                  <a:lnTo>
                    <a:pt x="480" y="354"/>
                  </a:lnTo>
                  <a:lnTo>
                    <a:pt x="482" y="358"/>
                  </a:lnTo>
                  <a:lnTo>
                    <a:pt x="482" y="364"/>
                  </a:lnTo>
                  <a:lnTo>
                    <a:pt x="488" y="368"/>
                  </a:lnTo>
                  <a:lnTo>
                    <a:pt x="486" y="372"/>
                  </a:lnTo>
                  <a:lnTo>
                    <a:pt x="488" y="374"/>
                  </a:lnTo>
                  <a:lnTo>
                    <a:pt x="492" y="376"/>
                  </a:lnTo>
                  <a:lnTo>
                    <a:pt x="496" y="378"/>
                  </a:lnTo>
                  <a:lnTo>
                    <a:pt x="498" y="364"/>
                  </a:lnTo>
                  <a:lnTo>
                    <a:pt x="500" y="356"/>
                  </a:lnTo>
                  <a:lnTo>
                    <a:pt x="500" y="348"/>
                  </a:lnTo>
                  <a:lnTo>
                    <a:pt x="494" y="328"/>
                  </a:lnTo>
                  <a:lnTo>
                    <a:pt x="490" y="326"/>
                  </a:lnTo>
                  <a:lnTo>
                    <a:pt x="492" y="324"/>
                  </a:lnTo>
                  <a:lnTo>
                    <a:pt x="492" y="322"/>
                  </a:lnTo>
                  <a:lnTo>
                    <a:pt x="488" y="314"/>
                  </a:lnTo>
                  <a:lnTo>
                    <a:pt x="488" y="308"/>
                  </a:lnTo>
                  <a:lnTo>
                    <a:pt x="488" y="302"/>
                  </a:lnTo>
                  <a:lnTo>
                    <a:pt x="484" y="300"/>
                  </a:lnTo>
                  <a:lnTo>
                    <a:pt x="482" y="298"/>
                  </a:lnTo>
                  <a:lnTo>
                    <a:pt x="484" y="298"/>
                  </a:lnTo>
                  <a:lnTo>
                    <a:pt x="486" y="298"/>
                  </a:lnTo>
                  <a:lnTo>
                    <a:pt x="484" y="296"/>
                  </a:lnTo>
                  <a:lnTo>
                    <a:pt x="486" y="296"/>
                  </a:lnTo>
                  <a:lnTo>
                    <a:pt x="488" y="294"/>
                  </a:lnTo>
                  <a:lnTo>
                    <a:pt x="490" y="294"/>
                  </a:lnTo>
                  <a:lnTo>
                    <a:pt x="488" y="294"/>
                  </a:lnTo>
                  <a:lnTo>
                    <a:pt x="486" y="294"/>
                  </a:lnTo>
                  <a:lnTo>
                    <a:pt x="486" y="292"/>
                  </a:lnTo>
                  <a:lnTo>
                    <a:pt x="488" y="286"/>
                  </a:lnTo>
                  <a:lnTo>
                    <a:pt x="492" y="278"/>
                  </a:lnTo>
                  <a:lnTo>
                    <a:pt x="492" y="274"/>
                  </a:lnTo>
                  <a:lnTo>
                    <a:pt x="492" y="272"/>
                  </a:lnTo>
                  <a:lnTo>
                    <a:pt x="498" y="272"/>
                  </a:lnTo>
                  <a:lnTo>
                    <a:pt x="498" y="268"/>
                  </a:lnTo>
                  <a:lnTo>
                    <a:pt x="500" y="266"/>
                  </a:lnTo>
                  <a:lnTo>
                    <a:pt x="506" y="264"/>
                  </a:lnTo>
                  <a:lnTo>
                    <a:pt x="512" y="260"/>
                  </a:lnTo>
                  <a:lnTo>
                    <a:pt x="512" y="256"/>
                  </a:lnTo>
                  <a:lnTo>
                    <a:pt x="514" y="254"/>
                  </a:lnTo>
                  <a:lnTo>
                    <a:pt x="516" y="252"/>
                  </a:lnTo>
                  <a:lnTo>
                    <a:pt x="520" y="252"/>
                  </a:lnTo>
                  <a:lnTo>
                    <a:pt x="522" y="252"/>
                  </a:lnTo>
                  <a:lnTo>
                    <a:pt x="526" y="250"/>
                  </a:lnTo>
                  <a:lnTo>
                    <a:pt x="528" y="246"/>
                  </a:lnTo>
                  <a:lnTo>
                    <a:pt x="530" y="240"/>
                  </a:lnTo>
                  <a:lnTo>
                    <a:pt x="536" y="238"/>
                  </a:lnTo>
                  <a:lnTo>
                    <a:pt x="532" y="230"/>
                  </a:lnTo>
                  <a:lnTo>
                    <a:pt x="540" y="230"/>
                  </a:lnTo>
                  <a:lnTo>
                    <a:pt x="538" y="226"/>
                  </a:lnTo>
                  <a:lnTo>
                    <a:pt x="550" y="224"/>
                  </a:lnTo>
                  <a:lnTo>
                    <a:pt x="546" y="218"/>
                  </a:lnTo>
                  <a:lnTo>
                    <a:pt x="540" y="218"/>
                  </a:lnTo>
                  <a:lnTo>
                    <a:pt x="540" y="216"/>
                  </a:lnTo>
                  <a:lnTo>
                    <a:pt x="544" y="214"/>
                  </a:lnTo>
                  <a:lnTo>
                    <a:pt x="546" y="214"/>
                  </a:lnTo>
                  <a:lnTo>
                    <a:pt x="546" y="206"/>
                  </a:lnTo>
                  <a:lnTo>
                    <a:pt x="540" y="204"/>
                  </a:lnTo>
                  <a:lnTo>
                    <a:pt x="538" y="202"/>
                  </a:lnTo>
                  <a:lnTo>
                    <a:pt x="536" y="200"/>
                  </a:lnTo>
                  <a:lnTo>
                    <a:pt x="540" y="196"/>
                  </a:lnTo>
                  <a:lnTo>
                    <a:pt x="542" y="192"/>
                  </a:lnTo>
                  <a:lnTo>
                    <a:pt x="538" y="192"/>
                  </a:lnTo>
                  <a:lnTo>
                    <a:pt x="538" y="190"/>
                  </a:lnTo>
                  <a:lnTo>
                    <a:pt x="540" y="188"/>
                  </a:lnTo>
                  <a:lnTo>
                    <a:pt x="536" y="186"/>
                  </a:lnTo>
                  <a:lnTo>
                    <a:pt x="532" y="184"/>
                  </a:lnTo>
                  <a:lnTo>
                    <a:pt x="534" y="182"/>
                  </a:lnTo>
                  <a:lnTo>
                    <a:pt x="536" y="182"/>
                  </a:lnTo>
                  <a:lnTo>
                    <a:pt x="534" y="178"/>
                  </a:lnTo>
                  <a:lnTo>
                    <a:pt x="534" y="176"/>
                  </a:lnTo>
                  <a:lnTo>
                    <a:pt x="536" y="174"/>
                  </a:lnTo>
                  <a:lnTo>
                    <a:pt x="538" y="170"/>
                  </a:lnTo>
                  <a:lnTo>
                    <a:pt x="540" y="162"/>
                  </a:lnTo>
                  <a:lnTo>
                    <a:pt x="542" y="160"/>
                  </a:lnTo>
                  <a:lnTo>
                    <a:pt x="546" y="160"/>
                  </a:lnTo>
                  <a:lnTo>
                    <a:pt x="548" y="162"/>
                  </a:lnTo>
                  <a:lnTo>
                    <a:pt x="544" y="168"/>
                  </a:lnTo>
                  <a:lnTo>
                    <a:pt x="542" y="174"/>
                  </a:lnTo>
                  <a:lnTo>
                    <a:pt x="542" y="180"/>
                  </a:lnTo>
                  <a:lnTo>
                    <a:pt x="542" y="182"/>
                  </a:lnTo>
                  <a:lnTo>
                    <a:pt x="542" y="186"/>
                  </a:lnTo>
                  <a:lnTo>
                    <a:pt x="546" y="184"/>
                  </a:lnTo>
                  <a:lnTo>
                    <a:pt x="550" y="184"/>
                  </a:lnTo>
                  <a:lnTo>
                    <a:pt x="550" y="188"/>
                  </a:lnTo>
                  <a:lnTo>
                    <a:pt x="556" y="188"/>
                  </a:lnTo>
                  <a:lnTo>
                    <a:pt x="558" y="170"/>
                  </a:lnTo>
                  <a:lnTo>
                    <a:pt x="556" y="170"/>
                  </a:lnTo>
                  <a:lnTo>
                    <a:pt x="554" y="168"/>
                  </a:lnTo>
                  <a:lnTo>
                    <a:pt x="554" y="162"/>
                  </a:lnTo>
                  <a:lnTo>
                    <a:pt x="564" y="162"/>
                  </a:lnTo>
                  <a:lnTo>
                    <a:pt x="568" y="162"/>
                  </a:lnTo>
                  <a:lnTo>
                    <a:pt x="574" y="148"/>
                  </a:lnTo>
                  <a:lnTo>
                    <a:pt x="570" y="146"/>
                  </a:lnTo>
                  <a:lnTo>
                    <a:pt x="568" y="144"/>
                  </a:lnTo>
                  <a:lnTo>
                    <a:pt x="570" y="142"/>
                  </a:lnTo>
                  <a:lnTo>
                    <a:pt x="570" y="140"/>
                  </a:lnTo>
                  <a:lnTo>
                    <a:pt x="576" y="136"/>
                  </a:lnTo>
                  <a:lnTo>
                    <a:pt x="582" y="132"/>
                  </a:lnTo>
                  <a:lnTo>
                    <a:pt x="588" y="132"/>
                  </a:lnTo>
                  <a:lnTo>
                    <a:pt x="590" y="128"/>
                  </a:lnTo>
                  <a:lnTo>
                    <a:pt x="592" y="128"/>
                  </a:lnTo>
                  <a:lnTo>
                    <a:pt x="594" y="128"/>
                  </a:lnTo>
                  <a:lnTo>
                    <a:pt x="596" y="130"/>
                  </a:lnTo>
                  <a:lnTo>
                    <a:pt x="598" y="130"/>
                  </a:lnTo>
                  <a:lnTo>
                    <a:pt x="600" y="122"/>
                  </a:lnTo>
                  <a:lnTo>
                    <a:pt x="602" y="122"/>
                  </a:lnTo>
                  <a:lnTo>
                    <a:pt x="604" y="126"/>
                  </a:lnTo>
                  <a:lnTo>
                    <a:pt x="606" y="126"/>
                  </a:lnTo>
                  <a:lnTo>
                    <a:pt x="608" y="126"/>
                  </a:lnTo>
                  <a:lnTo>
                    <a:pt x="608" y="124"/>
                  </a:lnTo>
                  <a:lnTo>
                    <a:pt x="612" y="122"/>
                  </a:lnTo>
                  <a:lnTo>
                    <a:pt x="604" y="118"/>
                  </a:lnTo>
                  <a:lnTo>
                    <a:pt x="606" y="114"/>
                  </a:lnTo>
                  <a:lnTo>
                    <a:pt x="610" y="112"/>
                  </a:lnTo>
                  <a:lnTo>
                    <a:pt x="610" y="110"/>
                  </a:lnTo>
                  <a:lnTo>
                    <a:pt x="608" y="110"/>
                  </a:lnTo>
                  <a:lnTo>
                    <a:pt x="608" y="108"/>
                  </a:lnTo>
                  <a:lnTo>
                    <a:pt x="610" y="106"/>
                  </a:lnTo>
                  <a:lnTo>
                    <a:pt x="612" y="100"/>
                  </a:lnTo>
                  <a:lnTo>
                    <a:pt x="614" y="94"/>
                  </a:lnTo>
                  <a:lnTo>
                    <a:pt x="620" y="94"/>
                  </a:lnTo>
                  <a:lnTo>
                    <a:pt x="624" y="92"/>
                  </a:lnTo>
                  <a:lnTo>
                    <a:pt x="628" y="90"/>
                  </a:lnTo>
                  <a:lnTo>
                    <a:pt x="632" y="82"/>
                  </a:lnTo>
                  <a:lnTo>
                    <a:pt x="632" y="88"/>
                  </a:lnTo>
                  <a:lnTo>
                    <a:pt x="638" y="84"/>
                  </a:lnTo>
                  <a:lnTo>
                    <a:pt x="636" y="86"/>
                  </a:lnTo>
                  <a:lnTo>
                    <a:pt x="638" y="86"/>
                  </a:lnTo>
                  <a:lnTo>
                    <a:pt x="640" y="88"/>
                  </a:lnTo>
                  <a:lnTo>
                    <a:pt x="650" y="80"/>
                  </a:lnTo>
                  <a:lnTo>
                    <a:pt x="646" y="70"/>
                  </a:lnTo>
                  <a:lnTo>
                    <a:pt x="648" y="72"/>
                  </a:lnTo>
                  <a:close/>
                </a:path>
              </a:pathLst>
            </a:custGeom>
            <a:solidFill>
              <a:srgbClr val="F4F3EE"/>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2F2F2"/>
                </a:solidFill>
                <a:latin typeface="Roboto"/>
                <a:ea typeface="Roboto"/>
                <a:cs typeface="Roboto"/>
                <a:sym typeface="Roboto"/>
              </a:endParaRPr>
            </a:p>
          </p:txBody>
        </p:sp>
        <p:sp>
          <p:nvSpPr>
            <p:cNvPr id="257" name="Google Shape;257;p60"/>
            <p:cNvSpPr/>
            <p:nvPr/>
          </p:nvSpPr>
          <p:spPr>
            <a:xfrm>
              <a:off x="6630913" y="5162469"/>
              <a:ext cx="98571" cy="100361"/>
            </a:xfrm>
            <a:custGeom>
              <a:rect b="b" l="l" r="r" t="t"/>
              <a:pathLst>
                <a:path extrusionOk="0" h="72" w="60">
                  <a:moveTo>
                    <a:pt x="56" y="52"/>
                  </a:moveTo>
                  <a:lnTo>
                    <a:pt x="54" y="46"/>
                  </a:lnTo>
                  <a:lnTo>
                    <a:pt x="60" y="38"/>
                  </a:lnTo>
                  <a:lnTo>
                    <a:pt x="54" y="36"/>
                  </a:lnTo>
                  <a:lnTo>
                    <a:pt x="52" y="32"/>
                  </a:lnTo>
                  <a:lnTo>
                    <a:pt x="50" y="28"/>
                  </a:lnTo>
                  <a:lnTo>
                    <a:pt x="48" y="26"/>
                  </a:lnTo>
                  <a:lnTo>
                    <a:pt x="48" y="24"/>
                  </a:lnTo>
                  <a:lnTo>
                    <a:pt x="42" y="22"/>
                  </a:lnTo>
                  <a:lnTo>
                    <a:pt x="38" y="20"/>
                  </a:lnTo>
                  <a:lnTo>
                    <a:pt x="36" y="16"/>
                  </a:lnTo>
                  <a:lnTo>
                    <a:pt x="32" y="14"/>
                  </a:lnTo>
                  <a:lnTo>
                    <a:pt x="30" y="14"/>
                  </a:lnTo>
                  <a:lnTo>
                    <a:pt x="28" y="12"/>
                  </a:lnTo>
                  <a:lnTo>
                    <a:pt x="26" y="6"/>
                  </a:lnTo>
                  <a:lnTo>
                    <a:pt x="16" y="0"/>
                  </a:lnTo>
                  <a:lnTo>
                    <a:pt x="8" y="2"/>
                  </a:lnTo>
                  <a:lnTo>
                    <a:pt x="6" y="4"/>
                  </a:lnTo>
                  <a:lnTo>
                    <a:pt x="4" y="8"/>
                  </a:lnTo>
                  <a:lnTo>
                    <a:pt x="4" y="12"/>
                  </a:lnTo>
                  <a:lnTo>
                    <a:pt x="4" y="14"/>
                  </a:lnTo>
                  <a:lnTo>
                    <a:pt x="4" y="16"/>
                  </a:lnTo>
                  <a:lnTo>
                    <a:pt x="2" y="18"/>
                  </a:lnTo>
                  <a:lnTo>
                    <a:pt x="2" y="20"/>
                  </a:lnTo>
                  <a:lnTo>
                    <a:pt x="2" y="24"/>
                  </a:lnTo>
                  <a:lnTo>
                    <a:pt x="0" y="26"/>
                  </a:lnTo>
                  <a:lnTo>
                    <a:pt x="0" y="28"/>
                  </a:lnTo>
                  <a:lnTo>
                    <a:pt x="0" y="30"/>
                  </a:lnTo>
                  <a:lnTo>
                    <a:pt x="0" y="34"/>
                  </a:lnTo>
                  <a:lnTo>
                    <a:pt x="0" y="38"/>
                  </a:lnTo>
                  <a:lnTo>
                    <a:pt x="0" y="42"/>
                  </a:lnTo>
                  <a:lnTo>
                    <a:pt x="0" y="44"/>
                  </a:lnTo>
                  <a:lnTo>
                    <a:pt x="0" y="62"/>
                  </a:lnTo>
                  <a:lnTo>
                    <a:pt x="6" y="62"/>
                  </a:lnTo>
                  <a:lnTo>
                    <a:pt x="10" y="64"/>
                  </a:lnTo>
                  <a:lnTo>
                    <a:pt x="14" y="68"/>
                  </a:lnTo>
                  <a:lnTo>
                    <a:pt x="18" y="70"/>
                  </a:lnTo>
                  <a:lnTo>
                    <a:pt x="22" y="72"/>
                  </a:lnTo>
                  <a:lnTo>
                    <a:pt x="30" y="68"/>
                  </a:lnTo>
                  <a:lnTo>
                    <a:pt x="34" y="70"/>
                  </a:lnTo>
                  <a:lnTo>
                    <a:pt x="40" y="70"/>
                  </a:lnTo>
                  <a:lnTo>
                    <a:pt x="48" y="64"/>
                  </a:lnTo>
                  <a:lnTo>
                    <a:pt x="56" y="5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8" name="Google Shape;258;p60"/>
            <p:cNvSpPr/>
            <p:nvPr/>
          </p:nvSpPr>
          <p:spPr>
            <a:xfrm>
              <a:off x="7576773" y="3223344"/>
              <a:ext cx="182461" cy="270617"/>
            </a:xfrm>
            <a:custGeom>
              <a:rect b="b" l="l" r="r" t="t"/>
              <a:pathLst>
                <a:path extrusionOk="0" h="192" w="110">
                  <a:moveTo>
                    <a:pt x="10" y="104"/>
                  </a:moveTo>
                  <a:lnTo>
                    <a:pt x="10" y="104"/>
                  </a:lnTo>
                  <a:lnTo>
                    <a:pt x="8" y="106"/>
                  </a:lnTo>
                  <a:lnTo>
                    <a:pt x="6" y="108"/>
                  </a:lnTo>
                  <a:lnTo>
                    <a:pt x="4" y="110"/>
                  </a:lnTo>
                  <a:lnTo>
                    <a:pt x="4" y="112"/>
                  </a:lnTo>
                  <a:lnTo>
                    <a:pt x="2" y="112"/>
                  </a:lnTo>
                  <a:lnTo>
                    <a:pt x="0" y="114"/>
                  </a:lnTo>
                  <a:lnTo>
                    <a:pt x="0" y="116"/>
                  </a:lnTo>
                  <a:lnTo>
                    <a:pt x="2" y="118"/>
                  </a:lnTo>
                  <a:lnTo>
                    <a:pt x="4" y="118"/>
                  </a:lnTo>
                  <a:lnTo>
                    <a:pt x="4" y="120"/>
                  </a:lnTo>
                  <a:lnTo>
                    <a:pt x="6" y="122"/>
                  </a:lnTo>
                  <a:lnTo>
                    <a:pt x="10" y="120"/>
                  </a:lnTo>
                  <a:lnTo>
                    <a:pt x="12" y="122"/>
                  </a:lnTo>
                  <a:lnTo>
                    <a:pt x="18" y="122"/>
                  </a:lnTo>
                  <a:lnTo>
                    <a:pt x="20" y="118"/>
                  </a:lnTo>
                  <a:lnTo>
                    <a:pt x="26" y="118"/>
                  </a:lnTo>
                  <a:lnTo>
                    <a:pt x="24" y="118"/>
                  </a:lnTo>
                  <a:lnTo>
                    <a:pt x="24" y="110"/>
                  </a:lnTo>
                  <a:lnTo>
                    <a:pt x="20" y="110"/>
                  </a:lnTo>
                  <a:lnTo>
                    <a:pt x="22" y="106"/>
                  </a:lnTo>
                  <a:lnTo>
                    <a:pt x="22" y="104"/>
                  </a:lnTo>
                  <a:lnTo>
                    <a:pt x="16" y="104"/>
                  </a:lnTo>
                  <a:lnTo>
                    <a:pt x="8" y="108"/>
                  </a:lnTo>
                  <a:lnTo>
                    <a:pt x="10" y="106"/>
                  </a:lnTo>
                  <a:lnTo>
                    <a:pt x="10" y="104"/>
                  </a:lnTo>
                  <a:close/>
                  <a:moveTo>
                    <a:pt x="22" y="84"/>
                  </a:moveTo>
                  <a:lnTo>
                    <a:pt x="22" y="84"/>
                  </a:lnTo>
                  <a:lnTo>
                    <a:pt x="20" y="88"/>
                  </a:lnTo>
                  <a:lnTo>
                    <a:pt x="20" y="90"/>
                  </a:lnTo>
                  <a:lnTo>
                    <a:pt x="22" y="90"/>
                  </a:lnTo>
                  <a:lnTo>
                    <a:pt x="22" y="86"/>
                  </a:lnTo>
                  <a:lnTo>
                    <a:pt x="22" y="84"/>
                  </a:lnTo>
                  <a:close/>
                  <a:moveTo>
                    <a:pt x="16" y="78"/>
                  </a:moveTo>
                  <a:lnTo>
                    <a:pt x="16" y="78"/>
                  </a:lnTo>
                  <a:lnTo>
                    <a:pt x="16" y="80"/>
                  </a:lnTo>
                  <a:lnTo>
                    <a:pt x="18" y="84"/>
                  </a:lnTo>
                  <a:lnTo>
                    <a:pt x="20" y="84"/>
                  </a:lnTo>
                  <a:lnTo>
                    <a:pt x="22" y="82"/>
                  </a:lnTo>
                  <a:lnTo>
                    <a:pt x="20" y="80"/>
                  </a:lnTo>
                  <a:lnTo>
                    <a:pt x="16" y="78"/>
                  </a:lnTo>
                  <a:close/>
                  <a:moveTo>
                    <a:pt x="2" y="60"/>
                  </a:moveTo>
                  <a:lnTo>
                    <a:pt x="2" y="60"/>
                  </a:lnTo>
                  <a:lnTo>
                    <a:pt x="2" y="62"/>
                  </a:lnTo>
                  <a:lnTo>
                    <a:pt x="4" y="64"/>
                  </a:lnTo>
                  <a:lnTo>
                    <a:pt x="6" y="60"/>
                  </a:lnTo>
                  <a:lnTo>
                    <a:pt x="2" y="60"/>
                  </a:lnTo>
                  <a:close/>
                  <a:moveTo>
                    <a:pt x="16" y="56"/>
                  </a:moveTo>
                  <a:lnTo>
                    <a:pt x="16" y="56"/>
                  </a:lnTo>
                  <a:lnTo>
                    <a:pt x="14" y="58"/>
                  </a:lnTo>
                  <a:lnTo>
                    <a:pt x="12" y="62"/>
                  </a:lnTo>
                  <a:lnTo>
                    <a:pt x="16" y="64"/>
                  </a:lnTo>
                  <a:lnTo>
                    <a:pt x="16" y="68"/>
                  </a:lnTo>
                  <a:lnTo>
                    <a:pt x="20" y="70"/>
                  </a:lnTo>
                  <a:lnTo>
                    <a:pt x="22" y="68"/>
                  </a:lnTo>
                  <a:lnTo>
                    <a:pt x="22" y="66"/>
                  </a:lnTo>
                  <a:lnTo>
                    <a:pt x="18" y="66"/>
                  </a:lnTo>
                  <a:lnTo>
                    <a:pt x="16" y="56"/>
                  </a:lnTo>
                  <a:close/>
                  <a:moveTo>
                    <a:pt x="16" y="38"/>
                  </a:moveTo>
                  <a:lnTo>
                    <a:pt x="16" y="38"/>
                  </a:lnTo>
                  <a:lnTo>
                    <a:pt x="14" y="40"/>
                  </a:lnTo>
                  <a:lnTo>
                    <a:pt x="10" y="46"/>
                  </a:lnTo>
                  <a:lnTo>
                    <a:pt x="10" y="52"/>
                  </a:lnTo>
                  <a:lnTo>
                    <a:pt x="10" y="54"/>
                  </a:lnTo>
                  <a:lnTo>
                    <a:pt x="12" y="54"/>
                  </a:lnTo>
                  <a:lnTo>
                    <a:pt x="14" y="50"/>
                  </a:lnTo>
                  <a:lnTo>
                    <a:pt x="18" y="44"/>
                  </a:lnTo>
                  <a:lnTo>
                    <a:pt x="20" y="38"/>
                  </a:lnTo>
                  <a:lnTo>
                    <a:pt x="18" y="36"/>
                  </a:lnTo>
                  <a:lnTo>
                    <a:pt x="16" y="38"/>
                  </a:lnTo>
                  <a:close/>
                  <a:moveTo>
                    <a:pt x="44" y="34"/>
                  </a:moveTo>
                  <a:lnTo>
                    <a:pt x="44" y="34"/>
                  </a:lnTo>
                  <a:lnTo>
                    <a:pt x="38" y="38"/>
                  </a:lnTo>
                  <a:lnTo>
                    <a:pt x="34" y="36"/>
                  </a:lnTo>
                  <a:lnTo>
                    <a:pt x="34" y="38"/>
                  </a:lnTo>
                  <a:lnTo>
                    <a:pt x="34" y="42"/>
                  </a:lnTo>
                  <a:lnTo>
                    <a:pt x="30" y="44"/>
                  </a:lnTo>
                  <a:lnTo>
                    <a:pt x="30" y="46"/>
                  </a:lnTo>
                  <a:lnTo>
                    <a:pt x="30" y="48"/>
                  </a:lnTo>
                  <a:lnTo>
                    <a:pt x="30" y="50"/>
                  </a:lnTo>
                  <a:lnTo>
                    <a:pt x="30" y="52"/>
                  </a:lnTo>
                  <a:lnTo>
                    <a:pt x="26" y="52"/>
                  </a:lnTo>
                  <a:lnTo>
                    <a:pt x="26" y="58"/>
                  </a:lnTo>
                  <a:lnTo>
                    <a:pt x="24" y="58"/>
                  </a:lnTo>
                  <a:lnTo>
                    <a:pt x="24" y="60"/>
                  </a:lnTo>
                  <a:lnTo>
                    <a:pt x="26" y="64"/>
                  </a:lnTo>
                  <a:lnTo>
                    <a:pt x="28" y="64"/>
                  </a:lnTo>
                  <a:lnTo>
                    <a:pt x="26" y="64"/>
                  </a:lnTo>
                  <a:lnTo>
                    <a:pt x="24" y="66"/>
                  </a:lnTo>
                  <a:lnTo>
                    <a:pt x="24" y="68"/>
                  </a:lnTo>
                  <a:lnTo>
                    <a:pt x="26" y="70"/>
                  </a:lnTo>
                  <a:lnTo>
                    <a:pt x="24" y="72"/>
                  </a:lnTo>
                  <a:lnTo>
                    <a:pt x="24" y="78"/>
                  </a:lnTo>
                  <a:lnTo>
                    <a:pt x="26" y="78"/>
                  </a:lnTo>
                  <a:lnTo>
                    <a:pt x="30" y="78"/>
                  </a:lnTo>
                  <a:lnTo>
                    <a:pt x="30" y="80"/>
                  </a:lnTo>
                  <a:lnTo>
                    <a:pt x="26" y="82"/>
                  </a:lnTo>
                  <a:lnTo>
                    <a:pt x="26" y="86"/>
                  </a:lnTo>
                  <a:lnTo>
                    <a:pt x="26" y="92"/>
                  </a:lnTo>
                  <a:lnTo>
                    <a:pt x="28" y="88"/>
                  </a:lnTo>
                  <a:lnTo>
                    <a:pt x="28" y="86"/>
                  </a:lnTo>
                  <a:lnTo>
                    <a:pt x="32" y="86"/>
                  </a:lnTo>
                  <a:lnTo>
                    <a:pt x="34" y="86"/>
                  </a:lnTo>
                  <a:lnTo>
                    <a:pt x="34" y="90"/>
                  </a:lnTo>
                  <a:lnTo>
                    <a:pt x="30" y="108"/>
                  </a:lnTo>
                  <a:lnTo>
                    <a:pt x="52" y="106"/>
                  </a:lnTo>
                  <a:lnTo>
                    <a:pt x="48" y="116"/>
                  </a:lnTo>
                  <a:lnTo>
                    <a:pt x="58" y="118"/>
                  </a:lnTo>
                  <a:lnTo>
                    <a:pt x="56" y="126"/>
                  </a:lnTo>
                  <a:lnTo>
                    <a:pt x="54" y="130"/>
                  </a:lnTo>
                  <a:lnTo>
                    <a:pt x="48" y="132"/>
                  </a:lnTo>
                  <a:lnTo>
                    <a:pt x="38" y="130"/>
                  </a:lnTo>
                  <a:lnTo>
                    <a:pt x="38" y="134"/>
                  </a:lnTo>
                  <a:lnTo>
                    <a:pt x="40" y="134"/>
                  </a:lnTo>
                  <a:lnTo>
                    <a:pt x="40" y="136"/>
                  </a:lnTo>
                  <a:lnTo>
                    <a:pt x="34" y="146"/>
                  </a:lnTo>
                  <a:lnTo>
                    <a:pt x="40" y="144"/>
                  </a:lnTo>
                  <a:lnTo>
                    <a:pt x="40" y="150"/>
                  </a:lnTo>
                  <a:lnTo>
                    <a:pt x="28" y="158"/>
                  </a:lnTo>
                  <a:lnTo>
                    <a:pt x="30" y="162"/>
                  </a:lnTo>
                  <a:lnTo>
                    <a:pt x="32" y="164"/>
                  </a:lnTo>
                  <a:lnTo>
                    <a:pt x="34" y="164"/>
                  </a:lnTo>
                  <a:lnTo>
                    <a:pt x="38" y="160"/>
                  </a:lnTo>
                  <a:lnTo>
                    <a:pt x="38" y="166"/>
                  </a:lnTo>
                  <a:lnTo>
                    <a:pt x="46" y="164"/>
                  </a:lnTo>
                  <a:lnTo>
                    <a:pt x="50" y="164"/>
                  </a:lnTo>
                  <a:lnTo>
                    <a:pt x="52" y="164"/>
                  </a:lnTo>
                  <a:lnTo>
                    <a:pt x="60" y="164"/>
                  </a:lnTo>
                  <a:lnTo>
                    <a:pt x="58" y="166"/>
                  </a:lnTo>
                  <a:lnTo>
                    <a:pt x="56" y="170"/>
                  </a:lnTo>
                  <a:lnTo>
                    <a:pt x="38" y="170"/>
                  </a:lnTo>
                  <a:lnTo>
                    <a:pt x="30" y="182"/>
                  </a:lnTo>
                  <a:lnTo>
                    <a:pt x="26" y="186"/>
                  </a:lnTo>
                  <a:lnTo>
                    <a:pt x="20" y="190"/>
                  </a:lnTo>
                  <a:lnTo>
                    <a:pt x="22" y="190"/>
                  </a:lnTo>
                  <a:lnTo>
                    <a:pt x="26" y="192"/>
                  </a:lnTo>
                  <a:lnTo>
                    <a:pt x="28" y="192"/>
                  </a:lnTo>
                  <a:lnTo>
                    <a:pt x="30" y="192"/>
                  </a:lnTo>
                  <a:lnTo>
                    <a:pt x="30" y="188"/>
                  </a:lnTo>
                  <a:lnTo>
                    <a:pt x="38" y="184"/>
                  </a:lnTo>
                  <a:lnTo>
                    <a:pt x="40" y="184"/>
                  </a:lnTo>
                  <a:lnTo>
                    <a:pt x="44" y="184"/>
                  </a:lnTo>
                  <a:lnTo>
                    <a:pt x="46" y="186"/>
                  </a:lnTo>
                  <a:lnTo>
                    <a:pt x="48" y="186"/>
                  </a:lnTo>
                  <a:lnTo>
                    <a:pt x="52" y="180"/>
                  </a:lnTo>
                  <a:lnTo>
                    <a:pt x="58" y="180"/>
                  </a:lnTo>
                  <a:lnTo>
                    <a:pt x="66" y="182"/>
                  </a:lnTo>
                  <a:lnTo>
                    <a:pt x="68" y="176"/>
                  </a:lnTo>
                  <a:lnTo>
                    <a:pt x="74" y="176"/>
                  </a:lnTo>
                  <a:lnTo>
                    <a:pt x="80" y="178"/>
                  </a:lnTo>
                  <a:lnTo>
                    <a:pt x="94" y="178"/>
                  </a:lnTo>
                  <a:lnTo>
                    <a:pt x="104" y="174"/>
                  </a:lnTo>
                  <a:lnTo>
                    <a:pt x="104" y="170"/>
                  </a:lnTo>
                  <a:lnTo>
                    <a:pt x="100" y="170"/>
                  </a:lnTo>
                  <a:lnTo>
                    <a:pt x="94" y="170"/>
                  </a:lnTo>
                  <a:lnTo>
                    <a:pt x="96" y="166"/>
                  </a:lnTo>
                  <a:lnTo>
                    <a:pt x="98" y="160"/>
                  </a:lnTo>
                  <a:lnTo>
                    <a:pt x="104" y="160"/>
                  </a:lnTo>
                  <a:lnTo>
                    <a:pt x="106" y="160"/>
                  </a:lnTo>
                  <a:lnTo>
                    <a:pt x="110" y="154"/>
                  </a:lnTo>
                  <a:lnTo>
                    <a:pt x="110" y="146"/>
                  </a:lnTo>
                  <a:lnTo>
                    <a:pt x="108" y="144"/>
                  </a:lnTo>
                  <a:lnTo>
                    <a:pt x="106" y="142"/>
                  </a:lnTo>
                  <a:lnTo>
                    <a:pt x="102" y="140"/>
                  </a:lnTo>
                  <a:lnTo>
                    <a:pt x="98" y="140"/>
                  </a:lnTo>
                  <a:lnTo>
                    <a:pt x="96" y="146"/>
                  </a:lnTo>
                  <a:lnTo>
                    <a:pt x="94" y="144"/>
                  </a:lnTo>
                  <a:lnTo>
                    <a:pt x="92" y="144"/>
                  </a:lnTo>
                  <a:lnTo>
                    <a:pt x="94" y="132"/>
                  </a:lnTo>
                  <a:lnTo>
                    <a:pt x="90" y="132"/>
                  </a:lnTo>
                  <a:lnTo>
                    <a:pt x="90" y="130"/>
                  </a:lnTo>
                  <a:lnTo>
                    <a:pt x="92" y="128"/>
                  </a:lnTo>
                  <a:lnTo>
                    <a:pt x="94" y="128"/>
                  </a:lnTo>
                  <a:lnTo>
                    <a:pt x="94" y="126"/>
                  </a:lnTo>
                  <a:lnTo>
                    <a:pt x="90" y="126"/>
                  </a:lnTo>
                  <a:lnTo>
                    <a:pt x="80" y="112"/>
                  </a:lnTo>
                  <a:lnTo>
                    <a:pt x="76" y="112"/>
                  </a:lnTo>
                  <a:lnTo>
                    <a:pt x="74" y="110"/>
                  </a:lnTo>
                  <a:lnTo>
                    <a:pt x="72" y="106"/>
                  </a:lnTo>
                  <a:lnTo>
                    <a:pt x="70" y="102"/>
                  </a:lnTo>
                  <a:lnTo>
                    <a:pt x="70" y="96"/>
                  </a:lnTo>
                  <a:lnTo>
                    <a:pt x="66" y="92"/>
                  </a:lnTo>
                  <a:lnTo>
                    <a:pt x="64" y="92"/>
                  </a:lnTo>
                  <a:lnTo>
                    <a:pt x="62" y="92"/>
                  </a:lnTo>
                  <a:lnTo>
                    <a:pt x="62" y="88"/>
                  </a:lnTo>
                  <a:lnTo>
                    <a:pt x="60" y="88"/>
                  </a:lnTo>
                  <a:lnTo>
                    <a:pt x="58" y="88"/>
                  </a:lnTo>
                  <a:lnTo>
                    <a:pt x="54" y="88"/>
                  </a:lnTo>
                  <a:lnTo>
                    <a:pt x="60" y="82"/>
                  </a:lnTo>
                  <a:lnTo>
                    <a:pt x="60" y="78"/>
                  </a:lnTo>
                  <a:lnTo>
                    <a:pt x="58" y="76"/>
                  </a:lnTo>
                  <a:lnTo>
                    <a:pt x="56" y="76"/>
                  </a:lnTo>
                  <a:lnTo>
                    <a:pt x="66" y="68"/>
                  </a:lnTo>
                  <a:lnTo>
                    <a:pt x="68" y="62"/>
                  </a:lnTo>
                  <a:lnTo>
                    <a:pt x="66" y="58"/>
                  </a:lnTo>
                  <a:lnTo>
                    <a:pt x="64" y="54"/>
                  </a:lnTo>
                  <a:lnTo>
                    <a:pt x="60" y="54"/>
                  </a:lnTo>
                  <a:lnTo>
                    <a:pt x="52" y="56"/>
                  </a:lnTo>
                  <a:lnTo>
                    <a:pt x="44" y="58"/>
                  </a:lnTo>
                  <a:lnTo>
                    <a:pt x="42" y="58"/>
                  </a:lnTo>
                  <a:lnTo>
                    <a:pt x="42" y="56"/>
                  </a:lnTo>
                  <a:lnTo>
                    <a:pt x="40" y="56"/>
                  </a:lnTo>
                  <a:lnTo>
                    <a:pt x="42" y="52"/>
                  </a:lnTo>
                  <a:lnTo>
                    <a:pt x="42" y="50"/>
                  </a:lnTo>
                  <a:lnTo>
                    <a:pt x="46" y="48"/>
                  </a:lnTo>
                  <a:lnTo>
                    <a:pt x="50" y="42"/>
                  </a:lnTo>
                  <a:lnTo>
                    <a:pt x="52" y="42"/>
                  </a:lnTo>
                  <a:lnTo>
                    <a:pt x="52" y="38"/>
                  </a:lnTo>
                  <a:lnTo>
                    <a:pt x="52" y="36"/>
                  </a:lnTo>
                  <a:lnTo>
                    <a:pt x="44" y="34"/>
                  </a:lnTo>
                  <a:close/>
                  <a:moveTo>
                    <a:pt x="78" y="0"/>
                  </a:moveTo>
                  <a:lnTo>
                    <a:pt x="78" y="0"/>
                  </a:lnTo>
                  <a:lnTo>
                    <a:pt x="74" y="4"/>
                  </a:lnTo>
                  <a:lnTo>
                    <a:pt x="74" y="6"/>
                  </a:lnTo>
                  <a:lnTo>
                    <a:pt x="74" y="10"/>
                  </a:lnTo>
                  <a:lnTo>
                    <a:pt x="78" y="12"/>
                  </a:lnTo>
                  <a:lnTo>
                    <a:pt x="78" y="4"/>
                  </a:lnTo>
                  <a:lnTo>
                    <a:pt x="78"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59" name="Google Shape;259;p60"/>
            <p:cNvSpPr/>
            <p:nvPr/>
          </p:nvSpPr>
          <p:spPr>
            <a:xfrm>
              <a:off x="8671538" y="4031611"/>
              <a:ext cx="102765" cy="59142"/>
            </a:xfrm>
            <a:custGeom>
              <a:rect b="b" l="l" r="r" t="t"/>
              <a:pathLst>
                <a:path extrusionOk="0" h="42" w="62">
                  <a:moveTo>
                    <a:pt x="2" y="10"/>
                  </a:moveTo>
                  <a:lnTo>
                    <a:pt x="0" y="16"/>
                  </a:lnTo>
                  <a:lnTo>
                    <a:pt x="6" y="22"/>
                  </a:lnTo>
                  <a:lnTo>
                    <a:pt x="8" y="34"/>
                  </a:lnTo>
                  <a:lnTo>
                    <a:pt x="44" y="42"/>
                  </a:lnTo>
                  <a:lnTo>
                    <a:pt x="48" y="40"/>
                  </a:lnTo>
                  <a:lnTo>
                    <a:pt x="50" y="38"/>
                  </a:lnTo>
                  <a:lnTo>
                    <a:pt x="52" y="32"/>
                  </a:lnTo>
                  <a:lnTo>
                    <a:pt x="54" y="26"/>
                  </a:lnTo>
                  <a:lnTo>
                    <a:pt x="52" y="22"/>
                  </a:lnTo>
                  <a:lnTo>
                    <a:pt x="50" y="22"/>
                  </a:lnTo>
                  <a:lnTo>
                    <a:pt x="52" y="20"/>
                  </a:lnTo>
                  <a:lnTo>
                    <a:pt x="56" y="16"/>
                  </a:lnTo>
                  <a:lnTo>
                    <a:pt x="54" y="16"/>
                  </a:lnTo>
                  <a:lnTo>
                    <a:pt x="54" y="12"/>
                  </a:lnTo>
                  <a:lnTo>
                    <a:pt x="56" y="12"/>
                  </a:lnTo>
                  <a:lnTo>
                    <a:pt x="58" y="14"/>
                  </a:lnTo>
                  <a:lnTo>
                    <a:pt x="58" y="12"/>
                  </a:lnTo>
                  <a:lnTo>
                    <a:pt x="60" y="10"/>
                  </a:lnTo>
                  <a:lnTo>
                    <a:pt x="62" y="10"/>
                  </a:lnTo>
                  <a:lnTo>
                    <a:pt x="62" y="8"/>
                  </a:lnTo>
                  <a:lnTo>
                    <a:pt x="56" y="4"/>
                  </a:lnTo>
                  <a:lnTo>
                    <a:pt x="58" y="0"/>
                  </a:lnTo>
                  <a:lnTo>
                    <a:pt x="54" y="0"/>
                  </a:lnTo>
                  <a:lnTo>
                    <a:pt x="46" y="10"/>
                  </a:lnTo>
                  <a:lnTo>
                    <a:pt x="42" y="14"/>
                  </a:lnTo>
                  <a:lnTo>
                    <a:pt x="34" y="18"/>
                  </a:lnTo>
                  <a:lnTo>
                    <a:pt x="32" y="22"/>
                  </a:lnTo>
                  <a:lnTo>
                    <a:pt x="30" y="20"/>
                  </a:lnTo>
                  <a:lnTo>
                    <a:pt x="26" y="20"/>
                  </a:lnTo>
                  <a:lnTo>
                    <a:pt x="24" y="18"/>
                  </a:lnTo>
                  <a:lnTo>
                    <a:pt x="18" y="18"/>
                  </a:lnTo>
                  <a:lnTo>
                    <a:pt x="14" y="18"/>
                  </a:lnTo>
                  <a:lnTo>
                    <a:pt x="12" y="20"/>
                  </a:lnTo>
                  <a:lnTo>
                    <a:pt x="4" y="18"/>
                  </a:lnTo>
                  <a:lnTo>
                    <a:pt x="6" y="12"/>
                  </a:lnTo>
                  <a:lnTo>
                    <a:pt x="2"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0" name="Google Shape;260;p60"/>
            <p:cNvSpPr/>
            <p:nvPr/>
          </p:nvSpPr>
          <p:spPr>
            <a:xfrm>
              <a:off x="8159809" y="3436612"/>
              <a:ext cx="299907" cy="195346"/>
            </a:xfrm>
            <a:custGeom>
              <a:rect b="b" l="l" r="r" t="t"/>
              <a:pathLst>
                <a:path extrusionOk="0" h="138" w="182">
                  <a:moveTo>
                    <a:pt x="80" y="108"/>
                  </a:moveTo>
                  <a:lnTo>
                    <a:pt x="80" y="108"/>
                  </a:lnTo>
                  <a:lnTo>
                    <a:pt x="74" y="104"/>
                  </a:lnTo>
                  <a:lnTo>
                    <a:pt x="70" y="104"/>
                  </a:lnTo>
                  <a:lnTo>
                    <a:pt x="68" y="102"/>
                  </a:lnTo>
                  <a:lnTo>
                    <a:pt x="68" y="104"/>
                  </a:lnTo>
                  <a:lnTo>
                    <a:pt x="68" y="106"/>
                  </a:lnTo>
                  <a:lnTo>
                    <a:pt x="66" y="108"/>
                  </a:lnTo>
                  <a:lnTo>
                    <a:pt x="62" y="110"/>
                  </a:lnTo>
                  <a:lnTo>
                    <a:pt x="62" y="114"/>
                  </a:lnTo>
                  <a:lnTo>
                    <a:pt x="60" y="118"/>
                  </a:lnTo>
                  <a:lnTo>
                    <a:pt x="62" y="120"/>
                  </a:lnTo>
                  <a:lnTo>
                    <a:pt x="64" y="120"/>
                  </a:lnTo>
                  <a:lnTo>
                    <a:pt x="66" y="120"/>
                  </a:lnTo>
                  <a:lnTo>
                    <a:pt x="68" y="118"/>
                  </a:lnTo>
                  <a:lnTo>
                    <a:pt x="70" y="120"/>
                  </a:lnTo>
                  <a:lnTo>
                    <a:pt x="70" y="118"/>
                  </a:lnTo>
                  <a:lnTo>
                    <a:pt x="76" y="114"/>
                  </a:lnTo>
                  <a:lnTo>
                    <a:pt x="80" y="108"/>
                  </a:lnTo>
                  <a:close/>
                  <a:moveTo>
                    <a:pt x="166" y="94"/>
                  </a:moveTo>
                  <a:lnTo>
                    <a:pt x="168" y="86"/>
                  </a:lnTo>
                  <a:lnTo>
                    <a:pt x="172" y="82"/>
                  </a:lnTo>
                  <a:lnTo>
                    <a:pt x="178" y="82"/>
                  </a:lnTo>
                  <a:lnTo>
                    <a:pt x="180" y="82"/>
                  </a:lnTo>
                  <a:lnTo>
                    <a:pt x="182" y="80"/>
                  </a:lnTo>
                  <a:lnTo>
                    <a:pt x="182" y="78"/>
                  </a:lnTo>
                  <a:lnTo>
                    <a:pt x="180" y="74"/>
                  </a:lnTo>
                  <a:lnTo>
                    <a:pt x="178" y="70"/>
                  </a:lnTo>
                  <a:lnTo>
                    <a:pt x="180" y="66"/>
                  </a:lnTo>
                  <a:lnTo>
                    <a:pt x="180" y="64"/>
                  </a:lnTo>
                  <a:lnTo>
                    <a:pt x="178" y="62"/>
                  </a:lnTo>
                  <a:lnTo>
                    <a:pt x="178" y="60"/>
                  </a:lnTo>
                  <a:lnTo>
                    <a:pt x="178" y="58"/>
                  </a:lnTo>
                  <a:lnTo>
                    <a:pt x="176" y="56"/>
                  </a:lnTo>
                  <a:lnTo>
                    <a:pt x="176" y="54"/>
                  </a:lnTo>
                  <a:lnTo>
                    <a:pt x="180" y="52"/>
                  </a:lnTo>
                  <a:lnTo>
                    <a:pt x="180" y="50"/>
                  </a:lnTo>
                  <a:lnTo>
                    <a:pt x="176" y="48"/>
                  </a:lnTo>
                  <a:lnTo>
                    <a:pt x="178" y="46"/>
                  </a:lnTo>
                  <a:lnTo>
                    <a:pt x="178" y="44"/>
                  </a:lnTo>
                  <a:lnTo>
                    <a:pt x="176" y="42"/>
                  </a:lnTo>
                  <a:lnTo>
                    <a:pt x="170" y="38"/>
                  </a:lnTo>
                  <a:lnTo>
                    <a:pt x="168" y="36"/>
                  </a:lnTo>
                  <a:lnTo>
                    <a:pt x="164" y="36"/>
                  </a:lnTo>
                  <a:lnTo>
                    <a:pt x="162" y="34"/>
                  </a:lnTo>
                  <a:lnTo>
                    <a:pt x="162" y="32"/>
                  </a:lnTo>
                  <a:lnTo>
                    <a:pt x="158" y="32"/>
                  </a:lnTo>
                  <a:lnTo>
                    <a:pt x="156" y="32"/>
                  </a:lnTo>
                  <a:lnTo>
                    <a:pt x="150" y="34"/>
                  </a:lnTo>
                  <a:lnTo>
                    <a:pt x="144" y="36"/>
                  </a:lnTo>
                  <a:lnTo>
                    <a:pt x="144" y="32"/>
                  </a:lnTo>
                  <a:lnTo>
                    <a:pt x="142" y="30"/>
                  </a:lnTo>
                  <a:lnTo>
                    <a:pt x="142" y="28"/>
                  </a:lnTo>
                  <a:lnTo>
                    <a:pt x="140" y="28"/>
                  </a:lnTo>
                  <a:lnTo>
                    <a:pt x="136" y="26"/>
                  </a:lnTo>
                  <a:lnTo>
                    <a:pt x="134" y="22"/>
                  </a:lnTo>
                  <a:lnTo>
                    <a:pt x="132" y="20"/>
                  </a:lnTo>
                  <a:lnTo>
                    <a:pt x="128" y="22"/>
                  </a:lnTo>
                  <a:lnTo>
                    <a:pt x="124" y="20"/>
                  </a:lnTo>
                  <a:lnTo>
                    <a:pt x="122" y="18"/>
                  </a:lnTo>
                  <a:lnTo>
                    <a:pt x="116" y="20"/>
                  </a:lnTo>
                  <a:lnTo>
                    <a:pt x="116" y="18"/>
                  </a:lnTo>
                  <a:lnTo>
                    <a:pt x="114" y="16"/>
                  </a:lnTo>
                  <a:lnTo>
                    <a:pt x="114" y="14"/>
                  </a:lnTo>
                  <a:lnTo>
                    <a:pt x="112" y="12"/>
                  </a:lnTo>
                  <a:lnTo>
                    <a:pt x="112" y="8"/>
                  </a:lnTo>
                  <a:lnTo>
                    <a:pt x="110" y="6"/>
                  </a:lnTo>
                  <a:lnTo>
                    <a:pt x="110" y="4"/>
                  </a:lnTo>
                  <a:lnTo>
                    <a:pt x="110" y="2"/>
                  </a:lnTo>
                  <a:lnTo>
                    <a:pt x="108" y="2"/>
                  </a:lnTo>
                  <a:lnTo>
                    <a:pt x="104" y="2"/>
                  </a:lnTo>
                  <a:lnTo>
                    <a:pt x="102" y="0"/>
                  </a:lnTo>
                  <a:lnTo>
                    <a:pt x="100" y="0"/>
                  </a:lnTo>
                  <a:lnTo>
                    <a:pt x="100" y="2"/>
                  </a:lnTo>
                  <a:lnTo>
                    <a:pt x="96" y="4"/>
                  </a:lnTo>
                  <a:lnTo>
                    <a:pt x="94" y="4"/>
                  </a:lnTo>
                  <a:lnTo>
                    <a:pt x="92" y="0"/>
                  </a:lnTo>
                  <a:lnTo>
                    <a:pt x="88" y="0"/>
                  </a:lnTo>
                  <a:lnTo>
                    <a:pt x="86" y="2"/>
                  </a:lnTo>
                  <a:lnTo>
                    <a:pt x="84" y="4"/>
                  </a:lnTo>
                  <a:lnTo>
                    <a:pt x="84" y="8"/>
                  </a:lnTo>
                  <a:lnTo>
                    <a:pt x="82" y="10"/>
                  </a:lnTo>
                  <a:lnTo>
                    <a:pt x="72" y="8"/>
                  </a:lnTo>
                  <a:lnTo>
                    <a:pt x="70" y="8"/>
                  </a:lnTo>
                  <a:lnTo>
                    <a:pt x="66" y="8"/>
                  </a:lnTo>
                  <a:lnTo>
                    <a:pt x="64" y="8"/>
                  </a:lnTo>
                  <a:lnTo>
                    <a:pt x="62" y="6"/>
                  </a:lnTo>
                  <a:lnTo>
                    <a:pt x="60" y="10"/>
                  </a:lnTo>
                  <a:lnTo>
                    <a:pt x="58" y="8"/>
                  </a:lnTo>
                  <a:lnTo>
                    <a:pt x="54" y="8"/>
                  </a:lnTo>
                  <a:lnTo>
                    <a:pt x="46" y="8"/>
                  </a:lnTo>
                  <a:lnTo>
                    <a:pt x="32" y="6"/>
                  </a:lnTo>
                  <a:lnTo>
                    <a:pt x="24" y="6"/>
                  </a:lnTo>
                  <a:lnTo>
                    <a:pt x="22" y="8"/>
                  </a:lnTo>
                  <a:lnTo>
                    <a:pt x="22" y="10"/>
                  </a:lnTo>
                  <a:lnTo>
                    <a:pt x="20" y="8"/>
                  </a:lnTo>
                  <a:lnTo>
                    <a:pt x="18" y="6"/>
                  </a:lnTo>
                  <a:lnTo>
                    <a:pt x="16" y="6"/>
                  </a:lnTo>
                  <a:lnTo>
                    <a:pt x="14" y="8"/>
                  </a:lnTo>
                  <a:lnTo>
                    <a:pt x="12" y="8"/>
                  </a:lnTo>
                  <a:lnTo>
                    <a:pt x="12" y="10"/>
                  </a:lnTo>
                  <a:lnTo>
                    <a:pt x="14" y="16"/>
                  </a:lnTo>
                  <a:lnTo>
                    <a:pt x="14" y="18"/>
                  </a:lnTo>
                  <a:lnTo>
                    <a:pt x="14" y="20"/>
                  </a:lnTo>
                  <a:lnTo>
                    <a:pt x="14" y="24"/>
                  </a:lnTo>
                  <a:lnTo>
                    <a:pt x="12" y="28"/>
                  </a:lnTo>
                  <a:lnTo>
                    <a:pt x="12" y="30"/>
                  </a:lnTo>
                  <a:lnTo>
                    <a:pt x="14" y="32"/>
                  </a:lnTo>
                  <a:lnTo>
                    <a:pt x="16" y="36"/>
                  </a:lnTo>
                  <a:lnTo>
                    <a:pt x="12" y="44"/>
                  </a:lnTo>
                  <a:lnTo>
                    <a:pt x="10" y="50"/>
                  </a:lnTo>
                  <a:lnTo>
                    <a:pt x="10" y="54"/>
                  </a:lnTo>
                  <a:lnTo>
                    <a:pt x="12" y="58"/>
                  </a:lnTo>
                  <a:lnTo>
                    <a:pt x="10" y="60"/>
                  </a:lnTo>
                  <a:lnTo>
                    <a:pt x="8" y="62"/>
                  </a:lnTo>
                  <a:lnTo>
                    <a:pt x="4" y="62"/>
                  </a:lnTo>
                  <a:lnTo>
                    <a:pt x="0" y="64"/>
                  </a:lnTo>
                  <a:lnTo>
                    <a:pt x="0" y="70"/>
                  </a:lnTo>
                  <a:lnTo>
                    <a:pt x="4" y="72"/>
                  </a:lnTo>
                  <a:lnTo>
                    <a:pt x="6" y="74"/>
                  </a:lnTo>
                  <a:lnTo>
                    <a:pt x="10" y="74"/>
                  </a:lnTo>
                  <a:lnTo>
                    <a:pt x="14" y="76"/>
                  </a:lnTo>
                  <a:lnTo>
                    <a:pt x="18" y="78"/>
                  </a:lnTo>
                  <a:lnTo>
                    <a:pt x="20" y="80"/>
                  </a:lnTo>
                  <a:lnTo>
                    <a:pt x="22" y="78"/>
                  </a:lnTo>
                  <a:lnTo>
                    <a:pt x="26" y="76"/>
                  </a:lnTo>
                  <a:lnTo>
                    <a:pt x="28" y="74"/>
                  </a:lnTo>
                  <a:lnTo>
                    <a:pt x="32" y="74"/>
                  </a:lnTo>
                  <a:lnTo>
                    <a:pt x="34" y="72"/>
                  </a:lnTo>
                  <a:lnTo>
                    <a:pt x="36" y="68"/>
                  </a:lnTo>
                  <a:lnTo>
                    <a:pt x="38" y="68"/>
                  </a:lnTo>
                  <a:lnTo>
                    <a:pt x="38" y="66"/>
                  </a:lnTo>
                  <a:lnTo>
                    <a:pt x="40" y="64"/>
                  </a:lnTo>
                  <a:lnTo>
                    <a:pt x="44" y="64"/>
                  </a:lnTo>
                  <a:lnTo>
                    <a:pt x="48" y="64"/>
                  </a:lnTo>
                  <a:lnTo>
                    <a:pt x="52" y="64"/>
                  </a:lnTo>
                  <a:lnTo>
                    <a:pt x="56" y="68"/>
                  </a:lnTo>
                  <a:lnTo>
                    <a:pt x="62" y="72"/>
                  </a:lnTo>
                  <a:lnTo>
                    <a:pt x="66" y="74"/>
                  </a:lnTo>
                  <a:lnTo>
                    <a:pt x="66" y="80"/>
                  </a:lnTo>
                  <a:lnTo>
                    <a:pt x="66" y="82"/>
                  </a:lnTo>
                  <a:lnTo>
                    <a:pt x="68" y="86"/>
                  </a:lnTo>
                  <a:lnTo>
                    <a:pt x="70" y="88"/>
                  </a:lnTo>
                  <a:lnTo>
                    <a:pt x="70" y="92"/>
                  </a:lnTo>
                  <a:lnTo>
                    <a:pt x="70" y="94"/>
                  </a:lnTo>
                  <a:lnTo>
                    <a:pt x="72" y="98"/>
                  </a:lnTo>
                  <a:lnTo>
                    <a:pt x="74" y="100"/>
                  </a:lnTo>
                  <a:lnTo>
                    <a:pt x="80" y="106"/>
                  </a:lnTo>
                  <a:lnTo>
                    <a:pt x="82" y="104"/>
                  </a:lnTo>
                  <a:lnTo>
                    <a:pt x="94" y="102"/>
                  </a:lnTo>
                  <a:lnTo>
                    <a:pt x="98" y="102"/>
                  </a:lnTo>
                  <a:lnTo>
                    <a:pt x="100" y="104"/>
                  </a:lnTo>
                  <a:lnTo>
                    <a:pt x="98" y="104"/>
                  </a:lnTo>
                  <a:lnTo>
                    <a:pt x="94" y="104"/>
                  </a:lnTo>
                  <a:lnTo>
                    <a:pt x="98" y="108"/>
                  </a:lnTo>
                  <a:lnTo>
                    <a:pt x="102" y="110"/>
                  </a:lnTo>
                  <a:lnTo>
                    <a:pt x="106" y="112"/>
                  </a:lnTo>
                  <a:lnTo>
                    <a:pt x="112" y="108"/>
                  </a:lnTo>
                  <a:lnTo>
                    <a:pt x="118" y="110"/>
                  </a:lnTo>
                  <a:lnTo>
                    <a:pt x="118" y="118"/>
                  </a:lnTo>
                  <a:lnTo>
                    <a:pt x="116" y="118"/>
                  </a:lnTo>
                  <a:lnTo>
                    <a:pt x="116" y="116"/>
                  </a:lnTo>
                  <a:lnTo>
                    <a:pt x="114" y="116"/>
                  </a:lnTo>
                  <a:lnTo>
                    <a:pt x="104" y="120"/>
                  </a:lnTo>
                  <a:lnTo>
                    <a:pt x="104" y="124"/>
                  </a:lnTo>
                  <a:lnTo>
                    <a:pt x="110" y="124"/>
                  </a:lnTo>
                  <a:lnTo>
                    <a:pt x="112" y="126"/>
                  </a:lnTo>
                  <a:lnTo>
                    <a:pt x="114" y="126"/>
                  </a:lnTo>
                  <a:lnTo>
                    <a:pt x="116" y="128"/>
                  </a:lnTo>
                  <a:lnTo>
                    <a:pt x="116" y="132"/>
                  </a:lnTo>
                  <a:lnTo>
                    <a:pt x="112" y="138"/>
                  </a:lnTo>
                  <a:lnTo>
                    <a:pt x="130" y="132"/>
                  </a:lnTo>
                  <a:lnTo>
                    <a:pt x="148" y="128"/>
                  </a:lnTo>
                  <a:lnTo>
                    <a:pt x="148" y="124"/>
                  </a:lnTo>
                  <a:lnTo>
                    <a:pt x="136" y="122"/>
                  </a:lnTo>
                  <a:lnTo>
                    <a:pt x="128" y="120"/>
                  </a:lnTo>
                  <a:lnTo>
                    <a:pt x="130" y="116"/>
                  </a:lnTo>
                  <a:lnTo>
                    <a:pt x="128" y="116"/>
                  </a:lnTo>
                  <a:lnTo>
                    <a:pt x="124" y="116"/>
                  </a:lnTo>
                  <a:lnTo>
                    <a:pt x="122" y="114"/>
                  </a:lnTo>
                  <a:lnTo>
                    <a:pt x="122" y="112"/>
                  </a:lnTo>
                  <a:lnTo>
                    <a:pt x="120" y="106"/>
                  </a:lnTo>
                  <a:lnTo>
                    <a:pt x="126" y="108"/>
                  </a:lnTo>
                  <a:lnTo>
                    <a:pt x="130" y="108"/>
                  </a:lnTo>
                  <a:lnTo>
                    <a:pt x="134" y="108"/>
                  </a:lnTo>
                  <a:lnTo>
                    <a:pt x="138" y="104"/>
                  </a:lnTo>
                  <a:lnTo>
                    <a:pt x="142" y="102"/>
                  </a:lnTo>
                  <a:lnTo>
                    <a:pt x="154" y="102"/>
                  </a:lnTo>
                  <a:lnTo>
                    <a:pt x="156" y="98"/>
                  </a:lnTo>
                  <a:lnTo>
                    <a:pt x="166" y="9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1" name="Google Shape;261;p60"/>
            <p:cNvSpPr/>
            <p:nvPr/>
          </p:nvSpPr>
          <p:spPr>
            <a:xfrm>
              <a:off x="8262574" y="4463524"/>
              <a:ext cx="104863" cy="129036"/>
            </a:xfrm>
            <a:custGeom>
              <a:rect b="b" l="l" r="r" t="t"/>
              <a:pathLst>
                <a:path extrusionOk="0" h="92" w="64">
                  <a:moveTo>
                    <a:pt x="16" y="50"/>
                  </a:moveTo>
                  <a:lnTo>
                    <a:pt x="16" y="50"/>
                  </a:lnTo>
                  <a:lnTo>
                    <a:pt x="10" y="52"/>
                  </a:lnTo>
                  <a:lnTo>
                    <a:pt x="10" y="54"/>
                  </a:lnTo>
                  <a:lnTo>
                    <a:pt x="8" y="58"/>
                  </a:lnTo>
                  <a:lnTo>
                    <a:pt x="6" y="64"/>
                  </a:lnTo>
                  <a:lnTo>
                    <a:pt x="4" y="70"/>
                  </a:lnTo>
                  <a:lnTo>
                    <a:pt x="2" y="74"/>
                  </a:lnTo>
                  <a:lnTo>
                    <a:pt x="2" y="78"/>
                  </a:lnTo>
                  <a:lnTo>
                    <a:pt x="0" y="82"/>
                  </a:lnTo>
                  <a:lnTo>
                    <a:pt x="0" y="84"/>
                  </a:lnTo>
                  <a:lnTo>
                    <a:pt x="2" y="86"/>
                  </a:lnTo>
                  <a:lnTo>
                    <a:pt x="8" y="90"/>
                  </a:lnTo>
                  <a:lnTo>
                    <a:pt x="12" y="92"/>
                  </a:lnTo>
                  <a:lnTo>
                    <a:pt x="14" y="90"/>
                  </a:lnTo>
                  <a:lnTo>
                    <a:pt x="20" y="88"/>
                  </a:lnTo>
                  <a:lnTo>
                    <a:pt x="30" y="86"/>
                  </a:lnTo>
                  <a:lnTo>
                    <a:pt x="32" y="84"/>
                  </a:lnTo>
                  <a:lnTo>
                    <a:pt x="30" y="86"/>
                  </a:lnTo>
                  <a:lnTo>
                    <a:pt x="28" y="86"/>
                  </a:lnTo>
                  <a:lnTo>
                    <a:pt x="28" y="82"/>
                  </a:lnTo>
                  <a:lnTo>
                    <a:pt x="32" y="74"/>
                  </a:lnTo>
                  <a:lnTo>
                    <a:pt x="30" y="72"/>
                  </a:lnTo>
                  <a:lnTo>
                    <a:pt x="30" y="68"/>
                  </a:lnTo>
                  <a:lnTo>
                    <a:pt x="34" y="62"/>
                  </a:lnTo>
                  <a:lnTo>
                    <a:pt x="40" y="62"/>
                  </a:lnTo>
                  <a:lnTo>
                    <a:pt x="46" y="64"/>
                  </a:lnTo>
                  <a:lnTo>
                    <a:pt x="46" y="62"/>
                  </a:lnTo>
                  <a:lnTo>
                    <a:pt x="48" y="60"/>
                  </a:lnTo>
                  <a:lnTo>
                    <a:pt x="54" y="62"/>
                  </a:lnTo>
                  <a:lnTo>
                    <a:pt x="54" y="70"/>
                  </a:lnTo>
                  <a:lnTo>
                    <a:pt x="56" y="72"/>
                  </a:lnTo>
                  <a:lnTo>
                    <a:pt x="58" y="72"/>
                  </a:lnTo>
                  <a:lnTo>
                    <a:pt x="58" y="66"/>
                  </a:lnTo>
                  <a:lnTo>
                    <a:pt x="58" y="62"/>
                  </a:lnTo>
                  <a:lnTo>
                    <a:pt x="58" y="58"/>
                  </a:lnTo>
                  <a:lnTo>
                    <a:pt x="56" y="54"/>
                  </a:lnTo>
                  <a:lnTo>
                    <a:pt x="58" y="52"/>
                  </a:lnTo>
                  <a:lnTo>
                    <a:pt x="58" y="48"/>
                  </a:lnTo>
                  <a:lnTo>
                    <a:pt x="58" y="44"/>
                  </a:lnTo>
                  <a:lnTo>
                    <a:pt x="60" y="40"/>
                  </a:lnTo>
                  <a:lnTo>
                    <a:pt x="62" y="38"/>
                  </a:lnTo>
                  <a:lnTo>
                    <a:pt x="64" y="32"/>
                  </a:lnTo>
                  <a:lnTo>
                    <a:pt x="64" y="28"/>
                  </a:lnTo>
                  <a:lnTo>
                    <a:pt x="62" y="24"/>
                  </a:lnTo>
                  <a:lnTo>
                    <a:pt x="60" y="22"/>
                  </a:lnTo>
                  <a:lnTo>
                    <a:pt x="60" y="16"/>
                  </a:lnTo>
                  <a:lnTo>
                    <a:pt x="62" y="12"/>
                  </a:lnTo>
                  <a:lnTo>
                    <a:pt x="60" y="10"/>
                  </a:lnTo>
                  <a:lnTo>
                    <a:pt x="60" y="8"/>
                  </a:lnTo>
                  <a:lnTo>
                    <a:pt x="58" y="6"/>
                  </a:lnTo>
                  <a:lnTo>
                    <a:pt x="56" y="4"/>
                  </a:lnTo>
                  <a:lnTo>
                    <a:pt x="56" y="0"/>
                  </a:lnTo>
                  <a:lnTo>
                    <a:pt x="50" y="4"/>
                  </a:lnTo>
                  <a:lnTo>
                    <a:pt x="48" y="2"/>
                  </a:lnTo>
                  <a:lnTo>
                    <a:pt x="46" y="2"/>
                  </a:lnTo>
                  <a:lnTo>
                    <a:pt x="42" y="2"/>
                  </a:lnTo>
                  <a:lnTo>
                    <a:pt x="40" y="2"/>
                  </a:lnTo>
                  <a:lnTo>
                    <a:pt x="38" y="2"/>
                  </a:lnTo>
                  <a:lnTo>
                    <a:pt x="36" y="4"/>
                  </a:lnTo>
                  <a:lnTo>
                    <a:pt x="32" y="6"/>
                  </a:lnTo>
                  <a:lnTo>
                    <a:pt x="30" y="8"/>
                  </a:lnTo>
                  <a:lnTo>
                    <a:pt x="30" y="10"/>
                  </a:lnTo>
                  <a:lnTo>
                    <a:pt x="30" y="14"/>
                  </a:lnTo>
                  <a:lnTo>
                    <a:pt x="28" y="18"/>
                  </a:lnTo>
                  <a:lnTo>
                    <a:pt x="26" y="20"/>
                  </a:lnTo>
                  <a:lnTo>
                    <a:pt x="28" y="22"/>
                  </a:lnTo>
                  <a:lnTo>
                    <a:pt x="24" y="26"/>
                  </a:lnTo>
                  <a:lnTo>
                    <a:pt x="24" y="30"/>
                  </a:lnTo>
                  <a:lnTo>
                    <a:pt x="24" y="32"/>
                  </a:lnTo>
                  <a:lnTo>
                    <a:pt x="24" y="34"/>
                  </a:lnTo>
                  <a:lnTo>
                    <a:pt x="26" y="34"/>
                  </a:lnTo>
                  <a:lnTo>
                    <a:pt x="26" y="38"/>
                  </a:lnTo>
                  <a:lnTo>
                    <a:pt x="22" y="42"/>
                  </a:lnTo>
                  <a:lnTo>
                    <a:pt x="18" y="48"/>
                  </a:lnTo>
                  <a:lnTo>
                    <a:pt x="16" y="50"/>
                  </a:lnTo>
                  <a:close/>
                  <a:moveTo>
                    <a:pt x="36" y="42"/>
                  </a:moveTo>
                  <a:lnTo>
                    <a:pt x="36" y="42"/>
                  </a:lnTo>
                  <a:lnTo>
                    <a:pt x="38" y="42"/>
                  </a:lnTo>
                  <a:lnTo>
                    <a:pt x="40" y="44"/>
                  </a:lnTo>
                  <a:lnTo>
                    <a:pt x="40" y="46"/>
                  </a:lnTo>
                  <a:lnTo>
                    <a:pt x="36" y="46"/>
                  </a:lnTo>
                  <a:lnTo>
                    <a:pt x="34" y="46"/>
                  </a:lnTo>
                  <a:lnTo>
                    <a:pt x="34" y="44"/>
                  </a:lnTo>
                  <a:lnTo>
                    <a:pt x="34" y="42"/>
                  </a:lnTo>
                  <a:lnTo>
                    <a:pt x="36" y="4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2" name="Google Shape;262;p60"/>
            <p:cNvSpPr/>
            <p:nvPr/>
          </p:nvSpPr>
          <p:spPr>
            <a:xfrm>
              <a:off x="8705094" y="3662425"/>
              <a:ext cx="260059" cy="163087"/>
            </a:xfrm>
            <a:custGeom>
              <a:rect b="b" l="l" r="r" t="t"/>
              <a:pathLst>
                <a:path extrusionOk="0" h="116" w="158">
                  <a:moveTo>
                    <a:pt x="0" y="14"/>
                  </a:moveTo>
                  <a:lnTo>
                    <a:pt x="0" y="14"/>
                  </a:lnTo>
                  <a:lnTo>
                    <a:pt x="0" y="22"/>
                  </a:lnTo>
                  <a:lnTo>
                    <a:pt x="4" y="22"/>
                  </a:lnTo>
                  <a:lnTo>
                    <a:pt x="4" y="16"/>
                  </a:lnTo>
                  <a:lnTo>
                    <a:pt x="6" y="14"/>
                  </a:lnTo>
                  <a:lnTo>
                    <a:pt x="8" y="12"/>
                  </a:lnTo>
                  <a:lnTo>
                    <a:pt x="10" y="12"/>
                  </a:lnTo>
                  <a:lnTo>
                    <a:pt x="12" y="14"/>
                  </a:lnTo>
                  <a:lnTo>
                    <a:pt x="16" y="14"/>
                  </a:lnTo>
                  <a:lnTo>
                    <a:pt x="16" y="18"/>
                  </a:lnTo>
                  <a:lnTo>
                    <a:pt x="20" y="22"/>
                  </a:lnTo>
                  <a:lnTo>
                    <a:pt x="24" y="28"/>
                  </a:lnTo>
                  <a:lnTo>
                    <a:pt x="26" y="28"/>
                  </a:lnTo>
                  <a:lnTo>
                    <a:pt x="24" y="30"/>
                  </a:lnTo>
                  <a:lnTo>
                    <a:pt x="22" y="34"/>
                  </a:lnTo>
                  <a:lnTo>
                    <a:pt x="20" y="34"/>
                  </a:lnTo>
                  <a:lnTo>
                    <a:pt x="22" y="38"/>
                  </a:lnTo>
                  <a:lnTo>
                    <a:pt x="16" y="38"/>
                  </a:lnTo>
                  <a:lnTo>
                    <a:pt x="12" y="36"/>
                  </a:lnTo>
                  <a:lnTo>
                    <a:pt x="8" y="32"/>
                  </a:lnTo>
                  <a:lnTo>
                    <a:pt x="6" y="32"/>
                  </a:lnTo>
                  <a:lnTo>
                    <a:pt x="4" y="32"/>
                  </a:lnTo>
                  <a:lnTo>
                    <a:pt x="2" y="38"/>
                  </a:lnTo>
                  <a:lnTo>
                    <a:pt x="2" y="44"/>
                  </a:lnTo>
                  <a:lnTo>
                    <a:pt x="2" y="50"/>
                  </a:lnTo>
                  <a:lnTo>
                    <a:pt x="4" y="48"/>
                  </a:lnTo>
                  <a:lnTo>
                    <a:pt x="6" y="48"/>
                  </a:lnTo>
                  <a:lnTo>
                    <a:pt x="8" y="48"/>
                  </a:lnTo>
                  <a:lnTo>
                    <a:pt x="16" y="46"/>
                  </a:lnTo>
                  <a:lnTo>
                    <a:pt x="12" y="48"/>
                  </a:lnTo>
                  <a:lnTo>
                    <a:pt x="10" y="50"/>
                  </a:lnTo>
                  <a:lnTo>
                    <a:pt x="10" y="52"/>
                  </a:lnTo>
                  <a:lnTo>
                    <a:pt x="10" y="54"/>
                  </a:lnTo>
                  <a:lnTo>
                    <a:pt x="12" y="52"/>
                  </a:lnTo>
                  <a:lnTo>
                    <a:pt x="14" y="56"/>
                  </a:lnTo>
                  <a:lnTo>
                    <a:pt x="14" y="58"/>
                  </a:lnTo>
                  <a:lnTo>
                    <a:pt x="12" y="60"/>
                  </a:lnTo>
                  <a:lnTo>
                    <a:pt x="18" y="64"/>
                  </a:lnTo>
                  <a:lnTo>
                    <a:pt x="20" y="68"/>
                  </a:lnTo>
                  <a:lnTo>
                    <a:pt x="18" y="70"/>
                  </a:lnTo>
                  <a:lnTo>
                    <a:pt x="14" y="70"/>
                  </a:lnTo>
                  <a:lnTo>
                    <a:pt x="14" y="86"/>
                  </a:lnTo>
                  <a:lnTo>
                    <a:pt x="22" y="86"/>
                  </a:lnTo>
                  <a:lnTo>
                    <a:pt x="24" y="82"/>
                  </a:lnTo>
                  <a:lnTo>
                    <a:pt x="24" y="80"/>
                  </a:lnTo>
                  <a:lnTo>
                    <a:pt x="28" y="76"/>
                  </a:lnTo>
                  <a:lnTo>
                    <a:pt x="30" y="74"/>
                  </a:lnTo>
                  <a:lnTo>
                    <a:pt x="36" y="74"/>
                  </a:lnTo>
                  <a:lnTo>
                    <a:pt x="40" y="72"/>
                  </a:lnTo>
                  <a:lnTo>
                    <a:pt x="46" y="70"/>
                  </a:lnTo>
                  <a:lnTo>
                    <a:pt x="60" y="74"/>
                  </a:lnTo>
                  <a:lnTo>
                    <a:pt x="68" y="74"/>
                  </a:lnTo>
                  <a:lnTo>
                    <a:pt x="70" y="76"/>
                  </a:lnTo>
                  <a:lnTo>
                    <a:pt x="78" y="80"/>
                  </a:lnTo>
                  <a:lnTo>
                    <a:pt x="86" y="82"/>
                  </a:lnTo>
                  <a:lnTo>
                    <a:pt x="92" y="86"/>
                  </a:lnTo>
                  <a:lnTo>
                    <a:pt x="96" y="90"/>
                  </a:lnTo>
                  <a:lnTo>
                    <a:pt x="98" y="94"/>
                  </a:lnTo>
                  <a:lnTo>
                    <a:pt x="100" y="98"/>
                  </a:lnTo>
                  <a:lnTo>
                    <a:pt x="106" y="100"/>
                  </a:lnTo>
                  <a:lnTo>
                    <a:pt x="106" y="104"/>
                  </a:lnTo>
                  <a:lnTo>
                    <a:pt x="108" y="110"/>
                  </a:lnTo>
                  <a:lnTo>
                    <a:pt x="106" y="116"/>
                  </a:lnTo>
                  <a:lnTo>
                    <a:pt x="112" y="116"/>
                  </a:lnTo>
                  <a:lnTo>
                    <a:pt x="114" y="114"/>
                  </a:lnTo>
                  <a:lnTo>
                    <a:pt x="118" y="116"/>
                  </a:lnTo>
                  <a:lnTo>
                    <a:pt x="128" y="112"/>
                  </a:lnTo>
                  <a:lnTo>
                    <a:pt x="126" y="106"/>
                  </a:lnTo>
                  <a:lnTo>
                    <a:pt x="132" y="100"/>
                  </a:lnTo>
                  <a:lnTo>
                    <a:pt x="134" y="96"/>
                  </a:lnTo>
                  <a:lnTo>
                    <a:pt x="134" y="88"/>
                  </a:lnTo>
                  <a:lnTo>
                    <a:pt x="136" y="86"/>
                  </a:lnTo>
                  <a:lnTo>
                    <a:pt x="138" y="82"/>
                  </a:lnTo>
                  <a:lnTo>
                    <a:pt x="142" y="84"/>
                  </a:lnTo>
                  <a:lnTo>
                    <a:pt x="146" y="86"/>
                  </a:lnTo>
                  <a:lnTo>
                    <a:pt x="152" y="86"/>
                  </a:lnTo>
                  <a:lnTo>
                    <a:pt x="152" y="82"/>
                  </a:lnTo>
                  <a:lnTo>
                    <a:pt x="152" y="78"/>
                  </a:lnTo>
                  <a:lnTo>
                    <a:pt x="158" y="74"/>
                  </a:lnTo>
                  <a:lnTo>
                    <a:pt x="156" y="72"/>
                  </a:lnTo>
                  <a:lnTo>
                    <a:pt x="152" y="72"/>
                  </a:lnTo>
                  <a:lnTo>
                    <a:pt x="148" y="70"/>
                  </a:lnTo>
                  <a:lnTo>
                    <a:pt x="144" y="70"/>
                  </a:lnTo>
                  <a:lnTo>
                    <a:pt x="140" y="66"/>
                  </a:lnTo>
                  <a:lnTo>
                    <a:pt x="132" y="66"/>
                  </a:lnTo>
                  <a:lnTo>
                    <a:pt x="130" y="62"/>
                  </a:lnTo>
                  <a:lnTo>
                    <a:pt x="124" y="58"/>
                  </a:lnTo>
                  <a:lnTo>
                    <a:pt x="120" y="54"/>
                  </a:lnTo>
                  <a:lnTo>
                    <a:pt x="116" y="52"/>
                  </a:lnTo>
                  <a:lnTo>
                    <a:pt x="114" y="46"/>
                  </a:lnTo>
                  <a:lnTo>
                    <a:pt x="112" y="42"/>
                  </a:lnTo>
                  <a:lnTo>
                    <a:pt x="108" y="38"/>
                  </a:lnTo>
                  <a:lnTo>
                    <a:pt x="108" y="32"/>
                  </a:lnTo>
                  <a:lnTo>
                    <a:pt x="104" y="26"/>
                  </a:lnTo>
                  <a:lnTo>
                    <a:pt x="98" y="28"/>
                  </a:lnTo>
                  <a:lnTo>
                    <a:pt x="92" y="26"/>
                  </a:lnTo>
                  <a:lnTo>
                    <a:pt x="88" y="30"/>
                  </a:lnTo>
                  <a:lnTo>
                    <a:pt x="84" y="32"/>
                  </a:lnTo>
                  <a:lnTo>
                    <a:pt x="80" y="30"/>
                  </a:lnTo>
                  <a:lnTo>
                    <a:pt x="78" y="28"/>
                  </a:lnTo>
                  <a:lnTo>
                    <a:pt x="80" y="26"/>
                  </a:lnTo>
                  <a:lnTo>
                    <a:pt x="78" y="20"/>
                  </a:lnTo>
                  <a:lnTo>
                    <a:pt x="72" y="18"/>
                  </a:lnTo>
                  <a:lnTo>
                    <a:pt x="70" y="10"/>
                  </a:lnTo>
                  <a:lnTo>
                    <a:pt x="68" y="2"/>
                  </a:lnTo>
                  <a:lnTo>
                    <a:pt x="66" y="2"/>
                  </a:lnTo>
                  <a:lnTo>
                    <a:pt x="62" y="0"/>
                  </a:lnTo>
                  <a:lnTo>
                    <a:pt x="58" y="4"/>
                  </a:lnTo>
                  <a:lnTo>
                    <a:pt x="56" y="8"/>
                  </a:lnTo>
                  <a:lnTo>
                    <a:pt x="50" y="8"/>
                  </a:lnTo>
                  <a:lnTo>
                    <a:pt x="48" y="10"/>
                  </a:lnTo>
                  <a:lnTo>
                    <a:pt x="48" y="14"/>
                  </a:lnTo>
                  <a:lnTo>
                    <a:pt x="50" y="18"/>
                  </a:lnTo>
                  <a:lnTo>
                    <a:pt x="50" y="20"/>
                  </a:lnTo>
                  <a:lnTo>
                    <a:pt x="38" y="18"/>
                  </a:lnTo>
                  <a:lnTo>
                    <a:pt x="34" y="18"/>
                  </a:lnTo>
                  <a:lnTo>
                    <a:pt x="28" y="18"/>
                  </a:lnTo>
                  <a:lnTo>
                    <a:pt x="24" y="12"/>
                  </a:lnTo>
                  <a:lnTo>
                    <a:pt x="20" y="8"/>
                  </a:lnTo>
                  <a:lnTo>
                    <a:pt x="12" y="6"/>
                  </a:lnTo>
                  <a:lnTo>
                    <a:pt x="6" y="8"/>
                  </a:lnTo>
                  <a:lnTo>
                    <a:pt x="2" y="12"/>
                  </a:lnTo>
                  <a:lnTo>
                    <a:pt x="0" y="14"/>
                  </a:lnTo>
                  <a:close/>
                  <a:moveTo>
                    <a:pt x="6" y="54"/>
                  </a:moveTo>
                  <a:lnTo>
                    <a:pt x="6" y="54"/>
                  </a:lnTo>
                  <a:lnTo>
                    <a:pt x="4" y="56"/>
                  </a:lnTo>
                  <a:lnTo>
                    <a:pt x="8" y="58"/>
                  </a:lnTo>
                  <a:lnTo>
                    <a:pt x="8" y="56"/>
                  </a:lnTo>
                  <a:lnTo>
                    <a:pt x="8" y="54"/>
                  </a:lnTo>
                  <a:lnTo>
                    <a:pt x="6" y="5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3" name="Google Shape;263;p60"/>
            <p:cNvSpPr/>
            <p:nvPr/>
          </p:nvSpPr>
          <p:spPr>
            <a:xfrm>
              <a:off x="8214337" y="3682139"/>
              <a:ext cx="352338" cy="141581"/>
            </a:xfrm>
            <a:custGeom>
              <a:rect b="b" l="l" r="r" t="t"/>
              <a:pathLst>
                <a:path extrusionOk="0" h="100" w="214">
                  <a:moveTo>
                    <a:pt x="108" y="100"/>
                  </a:moveTo>
                  <a:lnTo>
                    <a:pt x="108" y="100"/>
                  </a:lnTo>
                  <a:lnTo>
                    <a:pt x="112" y="100"/>
                  </a:lnTo>
                  <a:lnTo>
                    <a:pt x="114" y="98"/>
                  </a:lnTo>
                  <a:lnTo>
                    <a:pt x="116" y="96"/>
                  </a:lnTo>
                  <a:lnTo>
                    <a:pt x="118" y="94"/>
                  </a:lnTo>
                  <a:lnTo>
                    <a:pt x="120" y="94"/>
                  </a:lnTo>
                  <a:lnTo>
                    <a:pt x="120" y="92"/>
                  </a:lnTo>
                  <a:lnTo>
                    <a:pt x="120" y="88"/>
                  </a:lnTo>
                  <a:lnTo>
                    <a:pt x="120" y="86"/>
                  </a:lnTo>
                  <a:lnTo>
                    <a:pt x="122" y="86"/>
                  </a:lnTo>
                  <a:lnTo>
                    <a:pt x="124" y="86"/>
                  </a:lnTo>
                  <a:lnTo>
                    <a:pt x="126" y="86"/>
                  </a:lnTo>
                  <a:lnTo>
                    <a:pt x="128" y="84"/>
                  </a:lnTo>
                  <a:lnTo>
                    <a:pt x="130" y="84"/>
                  </a:lnTo>
                  <a:lnTo>
                    <a:pt x="134" y="84"/>
                  </a:lnTo>
                  <a:lnTo>
                    <a:pt x="138" y="84"/>
                  </a:lnTo>
                  <a:lnTo>
                    <a:pt x="144" y="82"/>
                  </a:lnTo>
                  <a:lnTo>
                    <a:pt x="148" y="82"/>
                  </a:lnTo>
                  <a:lnTo>
                    <a:pt x="154" y="78"/>
                  </a:lnTo>
                  <a:lnTo>
                    <a:pt x="160" y="78"/>
                  </a:lnTo>
                  <a:lnTo>
                    <a:pt x="164" y="78"/>
                  </a:lnTo>
                  <a:lnTo>
                    <a:pt x="168" y="76"/>
                  </a:lnTo>
                  <a:lnTo>
                    <a:pt x="174" y="74"/>
                  </a:lnTo>
                  <a:lnTo>
                    <a:pt x="178" y="72"/>
                  </a:lnTo>
                  <a:lnTo>
                    <a:pt x="180" y="76"/>
                  </a:lnTo>
                  <a:lnTo>
                    <a:pt x="182" y="76"/>
                  </a:lnTo>
                  <a:lnTo>
                    <a:pt x="184" y="76"/>
                  </a:lnTo>
                  <a:lnTo>
                    <a:pt x="186" y="76"/>
                  </a:lnTo>
                  <a:lnTo>
                    <a:pt x="188" y="76"/>
                  </a:lnTo>
                  <a:lnTo>
                    <a:pt x="190" y="78"/>
                  </a:lnTo>
                  <a:lnTo>
                    <a:pt x="192" y="76"/>
                  </a:lnTo>
                  <a:lnTo>
                    <a:pt x="194" y="74"/>
                  </a:lnTo>
                  <a:lnTo>
                    <a:pt x="198" y="74"/>
                  </a:lnTo>
                  <a:lnTo>
                    <a:pt x="198" y="78"/>
                  </a:lnTo>
                  <a:lnTo>
                    <a:pt x="202" y="76"/>
                  </a:lnTo>
                  <a:lnTo>
                    <a:pt x="206" y="76"/>
                  </a:lnTo>
                  <a:lnTo>
                    <a:pt x="208" y="76"/>
                  </a:lnTo>
                  <a:lnTo>
                    <a:pt x="208" y="72"/>
                  </a:lnTo>
                  <a:lnTo>
                    <a:pt x="206" y="68"/>
                  </a:lnTo>
                  <a:lnTo>
                    <a:pt x="204" y="66"/>
                  </a:lnTo>
                  <a:lnTo>
                    <a:pt x="202" y="62"/>
                  </a:lnTo>
                  <a:lnTo>
                    <a:pt x="202" y="56"/>
                  </a:lnTo>
                  <a:lnTo>
                    <a:pt x="204" y="54"/>
                  </a:lnTo>
                  <a:lnTo>
                    <a:pt x="204" y="52"/>
                  </a:lnTo>
                  <a:lnTo>
                    <a:pt x="204" y="50"/>
                  </a:lnTo>
                  <a:lnTo>
                    <a:pt x="204" y="48"/>
                  </a:lnTo>
                  <a:lnTo>
                    <a:pt x="202" y="46"/>
                  </a:lnTo>
                  <a:lnTo>
                    <a:pt x="204" y="42"/>
                  </a:lnTo>
                  <a:lnTo>
                    <a:pt x="206" y="40"/>
                  </a:lnTo>
                  <a:lnTo>
                    <a:pt x="208" y="40"/>
                  </a:lnTo>
                  <a:lnTo>
                    <a:pt x="210" y="42"/>
                  </a:lnTo>
                  <a:lnTo>
                    <a:pt x="212" y="42"/>
                  </a:lnTo>
                  <a:lnTo>
                    <a:pt x="214" y="38"/>
                  </a:lnTo>
                  <a:lnTo>
                    <a:pt x="214" y="36"/>
                  </a:lnTo>
                  <a:lnTo>
                    <a:pt x="212" y="34"/>
                  </a:lnTo>
                  <a:lnTo>
                    <a:pt x="210" y="32"/>
                  </a:lnTo>
                  <a:lnTo>
                    <a:pt x="202" y="30"/>
                  </a:lnTo>
                  <a:lnTo>
                    <a:pt x="198" y="28"/>
                  </a:lnTo>
                  <a:lnTo>
                    <a:pt x="198" y="26"/>
                  </a:lnTo>
                  <a:lnTo>
                    <a:pt x="198" y="22"/>
                  </a:lnTo>
                  <a:lnTo>
                    <a:pt x="200" y="20"/>
                  </a:lnTo>
                  <a:lnTo>
                    <a:pt x="202" y="16"/>
                  </a:lnTo>
                  <a:lnTo>
                    <a:pt x="202" y="14"/>
                  </a:lnTo>
                  <a:lnTo>
                    <a:pt x="200" y="10"/>
                  </a:lnTo>
                  <a:lnTo>
                    <a:pt x="198" y="10"/>
                  </a:lnTo>
                  <a:lnTo>
                    <a:pt x="198" y="8"/>
                  </a:lnTo>
                  <a:lnTo>
                    <a:pt x="196" y="8"/>
                  </a:lnTo>
                  <a:lnTo>
                    <a:pt x="190" y="8"/>
                  </a:lnTo>
                  <a:lnTo>
                    <a:pt x="188" y="8"/>
                  </a:lnTo>
                  <a:lnTo>
                    <a:pt x="184" y="6"/>
                  </a:lnTo>
                  <a:lnTo>
                    <a:pt x="180" y="6"/>
                  </a:lnTo>
                  <a:lnTo>
                    <a:pt x="178" y="6"/>
                  </a:lnTo>
                  <a:lnTo>
                    <a:pt x="174" y="6"/>
                  </a:lnTo>
                  <a:lnTo>
                    <a:pt x="172" y="6"/>
                  </a:lnTo>
                  <a:lnTo>
                    <a:pt x="168" y="12"/>
                  </a:lnTo>
                  <a:lnTo>
                    <a:pt x="162" y="14"/>
                  </a:lnTo>
                  <a:lnTo>
                    <a:pt x="158" y="16"/>
                  </a:lnTo>
                  <a:lnTo>
                    <a:pt x="152" y="16"/>
                  </a:lnTo>
                  <a:lnTo>
                    <a:pt x="150" y="14"/>
                  </a:lnTo>
                  <a:lnTo>
                    <a:pt x="148" y="14"/>
                  </a:lnTo>
                  <a:lnTo>
                    <a:pt x="146" y="12"/>
                  </a:lnTo>
                  <a:lnTo>
                    <a:pt x="144" y="16"/>
                  </a:lnTo>
                  <a:lnTo>
                    <a:pt x="134" y="18"/>
                  </a:lnTo>
                  <a:lnTo>
                    <a:pt x="124" y="14"/>
                  </a:lnTo>
                  <a:lnTo>
                    <a:pt x="122" y="12"/>
                  </a:lnTo>
                  <a:lnTo>
                    <a:pt x="120" y="10"/>
                  </a:lnTo>
                  <a:lnTo>
                    <a:pt x="118" y="10"/>
                  </a:lnTo>
                  <a:lnTo>
                    <a:pt x="116" y="12"/>
                  </a:lnTo>
                  <a:lnTo>
                    <a:pt x="114" y="12"/>
                  </a:lnTo>
                  <a:lnTo>
                    <a:pt x="112" y="12"/>
                  </a:lnTo>
                  <a:lnTo>
                    <a:pt x="110" y="10"/>
                  </a:lnTo>
                  <a:lnTo>
                    <a:pt x="108" y="6"/>
                  </a:lnTo>
                  <a:lnTo>
                    <a:pt x="104" y="4"/>
                  </a:lnTo>
                  <a:lnTo>
                    <a:pt x="102" y="4"/>
                  </a:lnTo>
                  <a:lnTo>
                    <a:pt x="100" y="0"/>
                  </a:lnTo>
                  <a:lnTo>
                    <a:pt x="76" y="0"/>
                  </a:lnTo>
                  <a:lnTo>
                    <a:pt x="74" y="2"/>
                  </a:lnTo>
                  <a:lnTo>
                    <a:pt x="70" y="4"/>
                  </a:lnTo>
                  <a:lnTo>
                    <a:pt x="64" y="10"/>
                  </a:lnTo>
                  <a:lnTo>
                    <a:pt x="60" y="10"/>
                  </a:lnTo>
                  <a:lnTo>
                    <a:pt x="56" y="14"/>
                  </a:lnTo>
                  <a:lnTo>
                    <a:pt x="50" y="16"/>
                  </a:lnTo>
                  <a:lnTo>
                    <a:pt x="44" y="14"/>
                  </a:lnTo>
                  <a:lnTo>
                    <a:pt x="34" y="12"/>
                  </a:lnTo>
                  <a:lnTo>
                    <a:pt x="32" y="18"/>
                  </a:lnTo>
                  <a:lnTo>
                    <a:pt x="38" y="20"/>
                  </a:lnTo>
                  <a:lnTo>
                    <a:pt x="36" y="20"/>
                  </a:lnTo>
                  <a:lnTo>
                    <a:pt x="32" y="20"/>
                  </a:lnTo>
                  <a:lnTo>
                    <a:pt x="34" y="24"/>
                  </a:lnTo>
                  <a:lnTo>
                    <a:pt x="18" y="24"/>
                  </a:lnTo>
                  <a:lnTo>
                    <a:pt x="18" y="26"/>
                  </a:lnTo>
                  <a:lnTo>
                    <a:pt x="14" y="26"/>
                  </a:lnTo>
                  <a:lnTo>
                    <a:pt x="8" y="24"/>
                  </a:lnTo>
                  <a:lnTo>
                    <a:pt x="18" y="20"/>
                  </a:lnTo>
                  <a:lnTo>
                    <a:pt x="30" y="16"/>
                  </a:lnTo>
                  <a:lnTo>
                    <a:pt x="30" y="12"/>
                  </a:lnTo>
                  <a:lnTo>
                    <a:pt x="24" y="10"/>
                  </a:lnTo>
                  <a:lnTo>
                    <a:pt x="20" y="8"/>
                  </a:lnTo>
                  <a:lnTo>
                    <a:pt x="18" y="6"/>
                  </a:lnTo>
                  <a:lnTo>
                    <a:pt x="18" y="4"/>
                  </a:lnTo>
                  <a:lnTo>
                    <a:pt x="16" y="4"/>
                  </a:lnTo>
                  <a:lnTo>
                    <a:pt x="14" y="4"/>
                  </a:lnTo>
                  <a:lnTo>
                    <a:pt x="12" y="4"/>
                  </a:lnTo>
                  <a:lnTo>
                    <a:pt x="8" y="4"/>
                  </a:lnTo>
                  <a:lnTo>
                    <a:pt x="8" y="6"/>
                  </a:lnTo>
                  <a:lnTo>
                    <a:pt x="12" y="8"/>
                  </a:lnTo>
                  <a:lnTo>
                    <a:pt x="12" y="10"/>
                  </a:lnTo>
                  <a:lnTo>
                    <a:pt x="12" y="12"/>
                  </a:lnTo>
                  <a:lnTo>
                    <a:pt x="10" y="14"/>
                  </a:lnTo>
                  <a:lnTo>
                    <a:pt x="8" y="14"/>
                  </a:lnTo>
                  <a:lnTo>
                    <a:pt x="6" y="14"/>
                  </a:lnTo>
                  <a:lnTo>
                    <a:pt x="4" y="14"/>
                  </a:lnTo>
                  <a:lnTo>
                    <a:pt x="2" y="20"/>
                  </a:lnTo>
                  <a:lnTo>
                    <a:pt x="0" y="22"/>
                  </a:lnTo>
                  <a:lnTo>
                    <a:pt x="0" y="24"/>
                  </a:lnTo>
                  <a:lnTo>
                    <a:pt x="2" y="28"/>
                  </a:lnTo>
                  <a:lnTo>
                    <a:pt x="8" y="24"/>
                  </a:lnTo>
                  <a:lnTo>
                    <a:pt x="2" y="34"/>
                  </a:lnTo>
                  <a:lnTo>
                    <a:pt x="0" y="34"/>
                  </a:lnTo>
                  <a:lnTo>
                    <a:pt x="0" y="36"/>
                  </a:lnTo>
                  <a:lnTo>
                    <a:pt x="0" y="40"/>
                  </a:lnTo>
                  <a:lnTo>
                    <a:pt x="6" y="42"/>
                  </a:lnTo>
                  <a:lnTo>
                    <a:pt x="8" y="46"/>
                  </a:lnTo>
                  <a:lnTo>
                    <a:pt x="8" y="48"/>
                  </a:lnTo>
                  <a:lnTo>
                    <a:pt x="6" y="52"/>
                  </a:lnTo>
                  <a:lnTo>
                    <a:pt x="6" y="54"/>
                  </a:lnTo>
                  <a:lnTo>
                    <a:pt x="8" y="56"/>
                  </a:lnTo>
                  <a:lnTo>
                    <a:pt x="10" y="58"/>
                  </a:lnTo>
                  <a:lnTo>
                    <a:pt x="2" y="60"/>
                  </a:lnTo>
                  <a:lnTo>
                    <a:pt x="4" y="62"/>
                  </a:lnTo>
                  <a:lnTo>
                    <a:pt x="4" y="66"/>
                  </a:lnTo>
                  <a:lnTo>
                    <a:pt x="8" y="64"/>
                  </a:lnTo>
                  <a:lnTo>
                    <a:pt x="10" y="72"/>
                  </a:lnTo>
                  <a:lnTo>
                    <a:pt x="10" y="80"/>
                  </a:lnTo>
                  <a:lnTo>
                    <a:pt x="14" y="80"/>
                  </a:lnTo>
                  <a:lnTo>
                    <a:pt x="20" y="80"/>
                  </a:lnTo>
                  <a:lnTo>
                    <a:pt x="20" y="84"/>
                  </a:lnTo>
                  <a:lnTo>
                    <a:pt x="22" y="84"/>
                  </a:lnTo>
                  <a:lnTo>
                    <a:pt x="26" y="82"/>
                  </a:lnTo>
                  <a:lnTo>
                    <a:pt x="32" y="90"/>
                  </a:lnTo>
                  <a:lnTo>
                    <a:pt x="38" y="96"/>
                  </a:lnTo>
                  <a:lnTo>
                    <a:pt x="42" y="96"/>
                  </a:lnTo>
                  <a:lnTo>
                    <a:pt x="46" y="94"/>
                  </a:lnTo>
                  <a:lnTo>
                    <a:pt x="48" y="90"/>
                  </a:lnTo>
                  <a:lnTo>
                    <a:pt x="50" y="86"/>
                  </a:lnTo>
                  <a:lnTo>
                    <a:pt x="52" y="86"/>
                  </a:lnTo>
                  <a:lnTo>
                    <a:pt x="54" y="86"/>
                  </a:lnTo>
                  <a:lnTo>
                    <a:pt x="64" y="90"/>
                  </a:lnTo>
                  <a:lnTo>
                    <a:pt x="72" y="96"/>
                  </a:lnTo>
                  <a:lnTo>
                    <a:pt x="80" y="96"/>
                  </a:lnTo>
                  <a:lnTo>
                    <a:pt x="86" y="92"/>
                  </a:lnTo>
                  <a:lnTo>
                    <a:pt x="94" y="86"/>
                  </a:lnTo>
                  <a:lnTo>
                    <a:pt x="96" y="88"/>
                  </a:lnTo>
                  <a:lnTo>
                    <a:pt x="98" y="88"/>
                  </a:lnTo>
                  <a:lnTo>
                    <a:pt x="102" y="88"/>
                  </a:lnTo>
                  <a:lnTo>
                    <a:pt x="104" y="84"/>
                  </a:lnTo>
                  <a:lnTo>
                    <a:pt x="106" y="80"/>
                  </a:lnTo>
                  <a:lnTo>
                    <a:pt x="108" y="84"/>
                  </a:lnTo>
                  <a:lnTo>
                    <a:pt x="108" y="90"/>
                  </a:lnTo>
                  <a:lnTo>
                    <a:pt x="104" y="92"/>
                  </a:lnTo>
                  <a:lnTo>
                    <a:pt x="106" y="100"/>
                  </a:lnTo>
                  <a:lnTo>
                    <a:pt x="108" y="100"/>
                  </a:lnTo>
                  <a:close/>
                  <a:moveTo>
                    <a:pt x="196" y="52"/>
                  </a:moveTo>
                  <a:lnTo>
                    <a:pt x="196" y="52"/>
                  </a:lnTo>
                  <a:lnTo>
                    <a:pt x="194" y="62"/>
                  </a:lnTo>
                  <a:lnTo>
                    <a:pt x="182" y="62"/>
                  </a:lnTo>
                  <a:lnTo>
                    <a:pt x="180" y="60"/>
                  </a:lnTo>
                  <a:lnTo>
                    <a:pt x="184" y="56"/>
                  </a:lnTo>
                  <a:lnTo>
                    <a:pt x="196" y="5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4" name="Google Shape;264;p60"/>
            <p:cNvSpPr/>
            <p:nvPr/>
          </p:nvSpPr>
          <p:spPr>
            <a:xfrm>
              <a:off x="7857805" y="3789669"/>
              <a:ext cx="75501" cy="139789"/>
            </a:xfrm>
            <a:custGeom>
              <a:rect b="b" l="l" r="r" t="t"/>
              <a:pathLst>
                <a:path extrusionOk="0" h="100" w="46">
                  <a:moveTo>
                    <a:pt x="46" y="58"/>
                  </a:moveTo>
                  <a:lnTo>
                    <a:pt x="46" y="58"/>
                  </a:lnTo>
                  <a:lnTo>
                    <a:pt x="44" y="58"/>
                  </a:lnTo>
                  <a:lnTo>
                    <a:pt x="42" y="58"/>
                  </a:lnTo>
                  <a:lnTo>
                    <a:pt x="36" y="54"/>
                  </a:lnTo>
                  <a:lnTo>
                    <a:pt x="36" y="50"/>
                  </a:lnTo>
                  <a:lnTo>
                    <a:pt x="34" y="46"/>
                  </a:lnTo>
                  <a:lnTo>
                    <a:pt x="38" y="44"/>
                  </a:lnTo>
                  <a:lnTo>
                    <a:pt x="40" y="44"/>
                  </a:lnTo>
                  <a:lnTo>
                    <a:pt x="44" y="26"/>
                  </a:lnTo>
                  <a:lnTo>
                    <a:pt x="38" y="26"/>
                  </a:lnTo>
                  <a:lnTo>
                    <a:pt x="38" y="22"/>
                  </a:lnTo>
                  <a:lnTo>
                    <a:pt x="38" y="18"/>
                  </a:lnTo>
                  <a:lnTo>
                    <a:pt x="46" y="4"/>
                  </a:lnTo>
                  <a:lnTo>
                    <a:pt x="44" y="4"/>
                  </a:lnTo>
                  <a:lnTo>
                    <a:pt x="40" y="6"/>
                  </a:lnTo>
                  <a:lnTo>
                    <a:pt x="36" y="6"/>
                  </a:lnTo>
                  <a:lnTo>
                    <a:pt x="36" y="2"/>
                  </a:lnTo>
                  <a:lnTo>
                    <a:pt x="32" y="0"/>
                  </a:lnTo>
                  <a:lnTo>
                    <a:pt x="24" y="2"/>
                  </a:lnTo>
                  <a:lnTo>
                    <a:pt x="18" y="4"/>
                  </a:lnTo>
                  <a:lnTo>
                    <a:pt x="12" y="4"/>
                  </a:lnTo>
                  <a:lnTo>
                    <a:pt x="8" y="2"/>
                  </a:lnTo>
                  <a:lnTo>
                    <a:pt x="6" y="8"/>
                  </a:lnTo>
                  <a:lnTo>
                    <a:pt x="8" y="10"/>
                  </a:lnTo>
                  <a:lnTo>
                    <a:pt x="8" y="14"/>
                  </a:lnTo>
                  <a:lnTo>
                    <a:pt x="10" y="16"/>
                  </a:lnTo>
                  <a:lnTo>
                    <a:pt x="10" y="20"/>
                  </a:lnTo>
                  <a:lnTo>
                    <a:pt x="12" y="32"/>
                  </a:lnTo>
                  <a:lnTo>
                    <a:pt x="12" y="34"/>
                  </a:lnTo>
                  <a:lnTo>
                    <a:pt x="10" y="34"/>
                  </a:lnTo>
                  <a:lnTo>
                    <a:pt x="10" y="38"/>
                  </a:lnTo>
                  <a:lnTo>
                    <a:pt x="8" y="42"/>
                  </a:lnTo>
                  <a:lnTo>
                    <a:pt x="4" y="44"/>
                  </a:lnTo>
                  <a:lnTo>
                    <a:pt x="0" y="44"/>
                  </a:lnTo>
                  <a:lnTo>
                    <a:pt x="0" y="48"/>
                  </a:lnTo>
                  <a:lnTo>
                    <a:pt x="2" y="60"/>
                  </a:lnTo>
                  <a:lnTo>
                    <a:pt x="4" y="60"/>
                  </a:lnTo>
                  <a:lnTo>
                    <a:pt x="6" y="62"/>
                  </a:lnTo>
                  <a:lnTo>
                    <a:pt x="10" y="72"/>
                  </a:lnTo>
                  <a:lnTo>
                    <a:pt x="16" y="74"/>
                  </a:lnTo>
                  <a:lnTo>
                    <a:pt x="20" y="100"/>
                  </a:lnTo>
                  <a:lnTo>
                    <a:pt x="24" y="98"/>
                  </a:lnTo>
                  <a:lnTo>
                    <a:pt x="26" y="94"/>
                  </a:lnTo>
                  <a:lnTo>
                    <a:pt x="28" y="92"/>
                  </a:lnTo>
                  <a:lnTo>
                    <a:pt x="28" y="88"/>
                  </a:lnTo>
                  <a:lnTo>
                    <a:pt x="28" y="78"/>
                  </a:lnTo>
                  <a:lnTo>
                    <a:pt x="30" y="78"/>
                  </a:lnTo>
                  <a:lnTo>
                    <a:pt x="34" y="76"/>
                  </a:lnTo>
                  <a:lnTo>
                    <a:pt x="36" y="74"/>
                  </a:lnTo>
                  <a:lnTo>
                    <a:pt x="40" y="72"/>
                  </a:lnTo>
                  <a:lnTo>
                    <a:pt x="42" y="70"/>
                  </a:lnTo>
                  <a:lnTo>
                    <a:pt x="44" y="68"/>
                  </a:lnTo>
                  <a:lnTo>
                    <a:pt x="42" y="64"/>
                  </a:lnTo>
                  <a:lnTo>
                    <a:pt x="46" y="5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5" name="Google Shape;265;p60"/>
            <p:cNvSpPr/>
            <p:nvPr/>
          </p:nvSpPr>
          <p:spPr>
            <a:xfrm>
              <a:off x="6572190" y="4332695"/>
              <a:ext cx="12584" cy="14337"/>
            </a:xfrm>
            <a:custGeom>
              <a:rect b="b" l="l" r="r" t="t"/>
              <a:pathLst>
                <a:path extrusionOk="0" h="10" w="8">
                  <a:moveTo>
                    <a:pt x="2" y="0"/>
                  </a:moveTo>
                  <a:lnTo>
                    <a:pt x="2" y="0"/>
                  </a:lnTo>
                  <a:lnTo>
                    <a:pt x="2" y="4"/>
                  </a:lnTo>
                  <a:lnTo>
                    <a:pt x="2" y="6"/>
                  </a:lnTo>
                  <a:lnTo>
                    <a:pt x="0" y="10"/>
                  </a:lnTo>
                  <a:lnTo>
                    <a:pt x="4" y="10"/>
                  </a:lnTo>
                  <a:lnTo>
                    <a:pt x="6" y="8"/>
                  </a:lnTo>
                  <a:lnTo>
                    <a:pt x="8" y="8"/>
                  </a:lnTo>
                  <a:lnTo>
                    <a:pt x="6" y="4"/>
                  </a:lnTo>
                  <a:lnTo>
                    <a:pt x="6"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6" name="Google Shape;266;p60"/>
            <p:cNvSpPr/>
            <p:nvPr/>
          </p:nvSpPr>
          <p:spPr>
            <a:xfrm>
              <a:off x="7715192" y="4312982"/>
              <a:ext cx="39848" cy="125452"/>
            </a:xfrm>
            <a:custGeom>
              <a:rect b="b" l="l" r="r" t="t"/>
              <a:pathLst>
                <a:path extrusionOk="0" h="88" w="24">
                  <a:moveTo>
                    <a:pt x="24" y="80"/>
                  </a:moveTo>
                  <a:lnTo>
                    <a:pt x="24" y="80"/>
                  </a:lnTo>
                  <a:lnTo>
                    <a:pt x="22" y="76"/>
                  </a:lnTo>
                  <a:lnTo>
                    <a:pt x="22" y="74"/>
                  </a:lnTo>
                  <a:lnTo>
                    <a:pt x="20" y="66"/>
                  </a:lnTo>
                  <a:lnTo>
                    <a:pt x="20" y="62"/>
                  </a:lnTo>
                  <a:lnTo>
                    <a:pt x="22" y="58"/>
                  </a:lnTo>
                  <a:lnTo>
                    <a:pt x="22" y="54"/>
                  </a:lnTo>
                  <a:lnTo>
                    <a:pt x="22" y="48"/>
                  </a:lnTo>
                  <a:lnTo>
                    <a:pt x="20" y="44"/>
                  </a:lnTo>
                  <a:lnTo>
                    <a:pt x="22" y="38"/>
                  </a:lnTo>
                  <a:lnTo>
                    <a:pt x="22" y="32"/>
                  </a:lnTo>
                  <a:lnTo>
                    <a:pt x="22" y="30"/>
                  </a:lnTo>
                  <a:lnTo>
                    <a:pt x="20" y="28"/>
                  </a:lnTo>
                  <a:lnTo>
                    <a:pt x="20" y="24"/>
                  </a:lnTo>
                  <a:lnTo>
                    <a:pt x="20" y="18"/>
                  </a:lnTo>
                  <a:lnTo>
                    <a:pt x="20" y="16"/>
                  </a:lnTo>
                  <a:lnTo>
                    <a:pt x="12" y="14"/>
                  </a:lnTo>
                  <a:lnTo>
                    <a:pt x="12" y="2"/>
                  </a:lnTo>
                  <a:lnTo>
                    <a:pt x="8" y="2"/>
                  </a:lnTo>
                  <a:lnTo>
                    <a:pt x="2" y="0"/>
                  </a:lnTo>
                  <a:lnTo>
                    <a:pt x="2" y="6"/>
                  </a:lnTo>
                  <a:lnTo>
                    <a:pt x="0" y="10"/>
                  </a:lnTo>
                  <a:lnTo>
                    <a:pt x="2" y="10"/>
                  </a:lnTo>
                  <a:lnTo>
                    <a:pt x="4" y="14"/>
                  </a:lnTo>
                  <a:lnTo>
                    <a:pt x="6" y="18"/>
                  </a:lnTo>
                  <a:lnTo>
                    <a:pt x="6" y="24"/>
                  </a:lnTo>
                  <a:lnTo>
                    <a:pt x="6" y="28"/>
                  </a:lnTo>
                  <a:lnTo>
                    <a:pt x="4" y="30"/>
                  </a:lnTo>
                  <a:lnTo>
                    <a:pt x="6" y="32"/>
                  </a:lnTo>
                  <a:lnTo>
                    <a:pt x="8" y="34"/>
                  </a:lnTo>
                  <a:lnTo>
                    <a:pt x="4" y="38"/>
                  </a:lnTo>
                  <a:lnTo>
                    <a:pt x="4" y="40"/>
                  </a:lnTo>
                  <a:lnTo>
                    <a:pt x="6" y="44"/>
                  </a:lnTo>
                  <a:lnTo>
                    <a:pt x="8" y="48"/>
                  </a:lnTo>
                  <a:lnTo>
                    <a:pt x="10" y="52"/>
                  </a:lnTo>
                  <a:lnTo>
                    <a:pt x="8" y="62"/>
                  </a:lnTo>
                  <a:lnTo>
                    <a:pt x="8" y="66"/>
                  </a:lnTo>
                  <a:lnTo>
                    <a:pt x="8" y="68"/>
                  </a:lnTo>
                  <a:lnTo>
                    <a:pt x="8" y="70"/>
                  </a:lnTo>
                  <a:lnTo>
                    <a:pt x="8" y="72"/>
                  </a:lnTo>
                  <a:lnTo>
                    <a:pt x="16" y="84"/>
                  </a:lnTo>
                  <a:lnTo>
                    <a:pt x="16" y="88"/>
                  </a:lnTo>
                  <a:lnTo>
                    <a:pt x="18" y="88"/>
                  </a:lnTo>
                  <a:lnTo>
                    <a:pt x="22" y="84"/>
                  </a:lnTo>
                  <a:lnTo>
                    <a:pt x="24" y="8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7" name="Google Shape;267;p60"/>
            <p:cNvSpPr/>
            <p:nvPr/>
          </p:nvSpPr>
          <p:spPr>
            <a:xfrm>
              <a:off x="9548189" y="4149894"/>
              <a:ext cx="144710" cy="295708"/>
            </a:xfrm>
            <a:custGeom>
              <a:rect b="b" l="l" r="r" t="t"/>
              <a:pathLst>
                <a:path extrusionOk="0" h="210" w="88">
                  <a:moveTo>
                    <a:pt x="14" y="130"/>
                  </a:moveTo>
                  <a:lnTo>
                    <a:pt x="14" y="130"/>
                  </a:lnTo>
                  <a:lnTo>
                    <a:pt x="14" y="134"/>
                  </a:lnTo>
                  <a:lnTo>
                    <a:pt x="12" y="134"/>
                  </a:lnTo>
                  <a:lnTo>
                    <a:pt x="12" y="150"/>
                  </a:lnTo>
                  <a:lnTo>
                    <a:pt x="8" y="154"/>
                  </a:lnTo>
                  <a:lnTo>
                    <a:pt x="6" y="158"/>
                  </a:lnTo>
                  <a:lnTo>
                    <a:pt x="6" y="162"/>
                  </a:lnTo>
                  <a:lnTo>
                    <a:pt x="10" y="168"/>
                  </a:lnTo>
                  <a:lnTo>
                    <a:pt x="16" y="176"/>
                  </a:lnTo>
                  <a:lnTo>
                    <a:pt x="22" y="184"/>
                  </a:lnTo>
                  <a:lnTo>
                    <a:pt x="28" y="192"/>
                  </a:lnTo>
                  <a:lnTo>
                    <a:pt x="28" y="202"/>
                  </a:lnTo>
                  <a:lnTo>
                    <a:pt x="32" y="200"/>
                  </a:lnTo>
                  <a:lnTo>
                    <a:pt x="38" y="204"/>
                  </a:lnTo>
                  <a:lnTo>
                    <a:pt x="38" y="210"/>
                  </a:lnTo>
                  <a:lnTo>
                    <a:pt x="40" y="210"/>
                  </a:lnTo>
                  <a:lnTo>
                    <a:pt x="42" y="206"/>
                  </a:lnTo>
                  <a:lnTo>
                    <a:pt x="46" y="206"/>
                  </a:lnTo>
                  <a:lnTo>
                    <a:pt x="46" y="202"/>
                  </a:lnTo>
                  <a:lnTo>
                    <a:pt x="46" y="196"/>
                  </a:lnTo>
                  <a:lnTo>
                    <a:pt x="42" y="190"/>
                  </a:lnTo>
                  <a:lnTo>
                    <a:pt x="42" y="188"/>
                  </a:lnTo>
                  <a:lnTo>
                    <a:pt x="40" y="184"/>
                  </a:lnTo>
                  <a:lnTo>
                    <a:pt x="34" y="184"/>
                  </a:lnTo>
                  <a:lnTo>
                    <a:pt x="30" y="182"/>
                  </a:lnTo>
                  <a:lnTo>
                    <a:pt x="30" y="178"/>
                  </a:lnTo>
                  <a:lnTo>
                    <a:pt x="28" y="174"/>
                  </a:lnTo>
                  <a:lnTo>
                    <a:pt x="28" y="168"/>
                  </a:lnTo>
                  <a:lnTo>
                    <a:pt x="22" y="168"/>
                  </a:lnTo>
                  <a:lnTo>
                    <a:pt x="18" y="156"/>
                  </a:lnTo>
                  <a:lnTo>
                    <a:pt x="16" y="156"/>
                  </a:lnTo>
                  <a:lnTo>
                    <a:pt x="16" y="148"/>
                  </a:lnTo>
                  <a:lnTo>
                    <a:pt x="20" y="136"/>
                  </a:lnTo>
                  <a:lnTo>
                    <a:pt x="26" y="116"/>
                  </a:lnTo>
                  <a:lnTo>
                    <a:pt x="24" y="102"/>
                  </a:lnTo>
                  <a:lnTo>
                    <a:pt x="24" y="100"/>
                  </a:lnTo>
                  <a:lnTo>
                    <a:pt x="32" y="98"/>
                  </a:lnTo>
                  <a:lnTo>
                    <a:pt x="34" y="100"/>
                  </a:lnTo>
                  <a:lnTo>
                    <a:pt x="36" y="100"/>
                  </a:lnTo>
                  <a:lnTo>
                    <a:pt x="36" y="104"/>
                  </a:lnTo>
                  <a:lnTo>
                    <a:pt x="38" y="108"/>
                  </a:lnTo>
                  <a:lnTo>
                    <a:pt x="40" y="108"/>
                  </a:lnTo>
                  <a:lnTo>
                    <a:pt x="42" y="108"/>
                  </a:lnTo>
                  <a:lnTo>
                    <a:pt x="46" y="106"/>
                  </a:lnTo>
                  <a:lnTo>
                    <a:pt x="46" y="108"/>
                  </a:lnTo>
                  <a:lnTo>
                    <a:pt x="46" y="112"/>
                  </a:lnTo>
                  <a:lnTo>
                    <a:pt x="50" y="114"/>
                  </a:lnTo>
                  <a:lnTo>
                    <a:pt x="54" y="116"/>
                  </a:lnTo>
                  <a:lnTo>
                    <a:pt x="54" y="120"/>
                  </a:lnTo>
                  <a:lnTo>
                    <a:pt x="54" y="112"/>
                  </a:lnTo>
                  <a:lnTo>
                    <a:pt x="50" y="106"/>
                  </a:lnTo>
                  <a:lnTo>
                    <a:pt x="50" y="96"/>
                  </a:lnTo>
                  <a:lnTo>
                    <a:pt x="52" y="90"/>
                  </a:lnTo>
                  <a:lnTo>
                    <a:pt x="54" y="88"/>
                  </a:lnTo>
                  <a:lnTo>
                    <a:pt x="60" y="86"/>
                  </a:lnTo>
                  <a:lnTo>
                    <a:pt x="64" y="86"/>
                  </a:lnTo>
                  <a:lnTo>
                    <a:pt x="68" y="86"/>
                  </a:lnTo>
                  <a:lnTo>
                    <a:pt x="74" y="82"/>
                  </a:lnTo>
                  <a:lnTo>
                    <a:pt x="76" y="78"/>
                  </a:lnTo>
                  <a:lnTo>
                    <a:pt x="84" y="78"/>
                  </a:lnTo>
                  <a:lnTo>
                    <a:pt x="86" y="76"/>
                  </a:lnTo>
                  <a:lnTo>
                    <a:pt x="88" y="72"/>
                  </a:lnTo>
                  <a:lnTo>
                    <a:pt x="88" y="70"/>
                  </a:lnTo>
                  <a:lnTo>
                    <a:pt x="86" y="64"/>
                  </a:lnTo>
                  <a:lnTo>
                    <a:pt x="84" y="58"/>
                  </a:lnTo>
                  <a:lnTo>
                    <a:pt x="84" y="56"/>
                  </a:lnTo>
                  <a:lnTo>
                    <a:pt x="80" y="52"/>
                  </a:lnTo>
                  <a:lnTo>
                    <a:pt x="78" y="48"/>
                  </a:lnTo>
                  <a:lnTo>
                    <a:pt x="76" y="42"/>
                  </a:lnTo>
                  <a:lnTo>
                    <a:pt x="76" y="36"/>
                  </a:lnTo>
                  <a:lnTo>
                    <a:pt x="72" y="28"/>
                  </a:lnTo>
                  <a:lnTo>
                    <a:pt x="68" y="28"/>
                  </a:lnTo>
                  <a:lnTo>
                    <a:pt x="64" y="26"/>
                  </a:lnTo>
                  <a:lnTo>
                    <a:pt x="62" y="20"/>
                  </a:lnTo>
                  <a:lnTo>
                    <a:pt x="56" y="20"/>
                  </a:lnTo>
                  <a:lnTo>
                    <a:pt x="54" y="24"/>
                  </a:lnTo>
                  <a:lnTo>
                    <a:pt x="50" y="24"/>
                  </a:lnTo>
                  <a:lnTo>
                    <a:pt x="48" y="30"/>
                  </a:lnTo>
                  <a:lnTo>
                    <a:pt x="44" y="30"/>
                  </a:lnTo>
                  <a:lnTo>
                    <a:pt x="42" y="28"/>
                  </a:lnTo>
                  <a:lnTo>
                    <a:pt x="38" y="26"/>
                  </a:lnTo>
                  <a:lnTo>
                    <a:pt x="34" y="26"/>
                  </a:lnTo>
                  <a:lnTo>
                    <a:pt x="34" y="22"/>
                  </a:lnTo>
                  <a:lnTo>
                    <a:pt x="32" y="18"/>
                  </a:lnTo>
                  <a:lnTo>
                    <a:pt x="32" y="16"/>
                  </a:lnTo>
                  <a:lnTo>
                    <a:pt x="38" y="10"/>
                  </a:lnTo>
                  <a:lnTo>
                    <a:pt x="36" y="6"/>
                  </a:lnTo>
                  <a:lnTo>
                    <a:pt x="32" y="6"/>
                  </a:lnTo>
                  <a:lnTo>
                    <a:pt x="30" y="6"/>
                  </a:lnTo>
                  <a:lnTo>
                    <a:pt x="30" y="2"/>
                  </a:lnTo>
                  <a:lnTo>
                    <a:pt x="20" y="2"/>
                  </a:lnTo>
                  <a:lnTo>
                    <a:pt x="18" y="0"/>
                  </a:lnTo>
                  <a:lnTo>
                    <a:pt x="14" y="0"/>
                  </a:lnTo>
                  <a:lnTo>
                    <a:pt x="12" y="6"/>
                  </a:lnTo>
                  <a:lnTo>
                    <a:pt x="12" y="10"/>
                  </a:lnTo>
                  <a:lnTo>
                    <a:pt x="10" y="10"/>
                  </a:lnTo>
                  <a:lnTo>
                    <a:pt x="6" y="14"/>
                  </a:lnTo>
                  <a:lnTo>
                    <a:pt x="2" y="14"/>
                  </a:lnTo>
                  <a:lnTo>
                    <a:pt x="0" y="18"/>
                  </a:lnTo>
                  <a:lnTo>
                    <a:pt x="2" y="26"/>
                  </a:lnTo>
                  <a:lnTo>
                    <a:pt x="2" y="30"/>
                  </a:lnTo>
                  <a:lnTo>
                    <a:pt x="0" y="38"/>
                  </a:lnTo>
                  <a:lnTo>
                    <a:pt x="2" y="48"/>
                  </a:lnTo>
                  <a:lnTo>
                    <a:pt x="6" y="54"/>
                  </a:lnTo>
                  <a:lnTo>
                    <a:pt x="12" y="60"/>
                  </a:lnTo>
                  <a:lnTo>
                    <a:pt x="12" y="66"/>
                  </a:lnTo>
                  <a:lnTo>
                    <a:pt x="6" y="68"/>
                  </a:lnTo>
                  <a:lnTo>
                    <a:pt x="8" y="80"/>
                  </a:lnTo>
                  <a:lnTo>
                    <a:pt x="12" y="90"/>
                  </a:lnTo>
                  <a:lnTo>
                    <a:pt x="16" y="96"/>
                  </a:lnTo>
                  <a:lnTo>
                    <a:pt x="20" y="104"/>
                  </a:lnTo>
                  <a:lnTo>
                    <a:pt x="20" y="112"/>
                  </a:lnTo>
                  <a:lnTo>
                    <a:pt x="18" y="118"/>
                  </a:lnTo>
                  <a:lnTo>
                    <a:pt x="16" y="124"/>
                  </a:lnTo>
                  <a:lnTo>
                    <a:pt x="14" y="13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8" name="Google Shape;268;p60"/>
            <p:cNvSpPr/>
            <p:nvPr/>
          </p:nvSpPr>
          <p:spPr>
            <a:xfrm>
              <a:off x="8264671" y="4583599"/>
              <a:ext cx="205531" cy="206099"/>
            </a:xfrm>
            <a:custGeom>
              <a:rect b="b" l="l" r="r" t="t"/>
              <a:pathLst>
                <a:path extrusionOk="0" h="146" w="124">
                  <a:moveTo>
                    <a:pt x="112" y="40"/>
                  </a:moveTo>
                  <a:lnTo>
                    <a:pt x="100" y="32"/>
                  </a:lnTo>
                  <a:lnTo>
                    <a:pt x="100" y="30"/>
                  </a:lnTo>
                  <a:lnTo>
                    <a:pt x="98" y="30"/>
                  </a:lnTo>
                  <a:lnTo>
                    <a:pt x="94" y="28"/>
                  </a:lnTo>
                  <a:lnTo>
                    <a:pt x="94" y="24"/>
                  </a:lnTo>
                  <a:lnTo>
                    <a:pt x="94" y="20"/>
                  </a:lnTo>
                  <a:lnTo>
                    <a:pt x="94" y="18"/>
                  </a:lnTo>
                  <a:lnTo>
                    <a:pt x="56" y="0"/>
                  </a:lnTo>
                  <a:lnTo>
                    <a:pt x="54" y="6"/>
                  </a:lnTo>
                  <a:lnTo>
                    <a:pt x="52" y="6"/>
                  </a:lnTo>
                  <a:lnTo>
                    <a:pt x="50" y="8"/>
                  </a:lnTo>
                  <a:lnTo>
                    <a:pt x="52" y="10"/>
                  </a:lnTo>
                  <a:lnTo>
                    <a:pt x="56" y="12"/>
                  </a:lnTo>
                  <a:lnTo>
                    <a:pt x="56" y="16"/>
                  </a:lnTo>
                  <a:lnTo>
                    <a:pt x="54" y="14"/>
                  </a:lnTo>
                  <a:lnTo>
                    <a:pt x="50" y="16"/>
                  </a:lnTo>
                  <a:lnTo>
                    <a:pt x="50" y="20"/>
                  </a:lnTo>
                  <a:lnTo>
                    <a:pt x="50" y="26"/>
                  </a:lnTo>
                  <a:lnTo>
                    <a:pt x="48" y="22"/>
                  </a:lnTo>
                  <a:lnTo>
                    <a:pt x="48" y="18"/>
                  </a:lnTo>
                  <a:lnTo>
                    <a:pt x="38" y="14"/>
                  </a:lnTo>
                  <a:lnTo>
                    <a:pt x="38" y="18"/>
                  </a:lnTo>
                  <a:lnTo>
                    <a:pt x="32" y="18"/>
                  </a:lnTo>
                  <a:lnTo>
                    <a:pt x="34" y="24"/>
                  </a:lnTo>
                  <a:lnTo>
                    <a:pt x="28" y="24"/>
                  </a:lnTo>
                  <a:lnTo>
                    <a:pt x="26" y="12"/>
                  </a:lnTo>
                  <a:lnTo>
                    <a:pt x="26" y="0"/>
                  </a:lnTo>
                  <a:lnTo>
                    <a:pt x="16" y="2"/>
                  </a:lnTo>
                  <a:lnTo>
                    <a:pt x="20" y="8"/>
                  </a:lnTo>
                  <a:lnTo>
                    <a:pt x="18" y="14"/>
                  </a:lnTo>
                  <a:lnTo>
                    <a:pt x="18" y="18"/>
                  </a:lnTo>
                  <a:lnTo>
                    <a:pt x="18" y="22"/>
                  </a:lnTo>
                  <a:lnTo>
                    <a:pt x="18" y="24"/>
                  </a:lnTo>
                  <a:lnTo>
                    <a:pt x="20" y="26"/>
                  </a:lnTo>
                  <a:lnTo>
                    <a:pt x="22" y="26"/>
                  </a:lnTo>
                  <a:lnTo>
                    <a:pt x="24" y="26"/>
                  </a:lnTo>
                  <a:lnTo>
                    <a:pt x="20" y="32"/>
                  </a:lnTo>
                  <a:lnTo>
                    <a:pt x="16" y="36"/>
                  </a:lnTo>
                  <a:lnTo>
                    <a:pt x="14" y="42"/>
                  </a:lnTo>
                  <a:lnTo>
                    <a:pt x="10" y="44"/>
                  </a:lnTo>
                  <a:lnTo>
                    <a:pt x="2" y="44"/>
                  </a:lnTo>
                  <a:lnTo>
                    <a:pt x="0" y="66"/>
                  </a:lnTo>
                  <a:lnTo>
                    <a:pt x="8" y="68"/>
                  </a:lnTo>
                  <a:lnTo>
                    <a:pt x="10" y="70"/>
                  </a:lnTo>
                  <a:lnTo>
                    <a:pt x="14" y="72"/>
                  </a:lnTo>
                  <a:lnTo>
                    <a:pt x="14" y="78"/>
                  </a:lnTo>
                  <a:lnTo>
                    <a:pt x="14" y="84"/>
                  </a:lnTo>
                  <a:lnTo>
                    <a:pt x="18" y="90"/>
                  </a:lnTo>
                  <a:lnTo>
                    <a:pt x="24" y="96"/>
                  </a:lnTo>
                  <a:lnTo>
                    <a:pt x="28" y="98"/>
                  </a:lnTo>
                  <a:lnTo>
                    <a:pt x="28" y="100"/>
                  </a:lnTo>
                  <a:lnTo>
                    <a:pt x="28" y="102"/>
                  </a:lnTo>
                  <a:lnTo>
                    <a:pt x="30" y="104"/>
                  </a:lnTo>
                  <a:lnTo>
                    <a:pt x="32" y="104"/>
                  </a:lnTo>
                  <a:lnTo>
                    <a:pt x="34" y="106"/>
                  </a:lnTo>
                  <a:lnTo>
                    <a:pt x="38" y="108"/>
                  </a:lnTo>
                  <a:lnTo>
                    <a:pt x="44" y="110"/>
                  </a:lnTo>
                  <a:lnTo>
                    <a:pt x="50" y="112"/>
                  </a:lnTo>
                  <a:lnTo>
                    <a:pt x="52" y="114"/>
                  </a:lnTo>
                  <a:lnTo>
                    <a:pt x="54" y="114"/>
                  </a:lnTo>
                  <a:lnTo>
                    <a:pt x="56" y="116"/>
                  </a:lnTo>
                  <a:lnTo>
                    <a:pt x="56" y="118"/>
                  </a:lnTo>
                  <a:lnTo>
                    <a:pt x="56" y="120"/>
                  </a:lnTo>
                  <a:lnTo>
                    <a:pt x="56" y="128"/>
                  </a:lnTo>
                  <a:lnTo>
                    <a:pt x="56" y="138"/>
                  </a:lnTo>
                  <a:lnTo>
                    <a:pt x="56" y="144"/>
                  </a:lnTo>
                  <a:lnTo>
                    <a:pt x="56" y="146"/>
                  </a:lnTo>
                  <a:lnTo>
                    <a:pt x="58" y="146"/>
                  </a:lnTo>
                  <a:lnTo>
                    <a:pt x="64" y="144"/>
                  </a:lnTo>
                  <a:lnTo>
                    <a:pt x="68" y="142"/>
                  </a:lnTo>
                  <a:lnTo>
                    <a:pt x="70" y="142"/>
                  </a:lnTo>
                  <a:lnTo>
                    <a:pt x="70" y="144"/>
                  </a:lnTo>
                  <a:lnTo>
                    <a:pt x="72" y="146"/>
                  </a:lnTo>
                  <a:lnTo>
                    <a:pt x="74" y="146"/>
                  </a:lnTo>
                  <a:lnTo>
                    <a:pt x="82" y="146"/>
                  </a:lnTo>
                  <a:lnTo>
                    <a:pt x="90" y="144"/>
                  </a:lnTo>
                  <a:lnTo>
                    <a:pt x="94" y="142"/>
                  </a:lnTo>
                  <a:lnTo>
                    <a:pt x="94" y="140"/>
                  </a:lnTo>
                  <a:lnTo>
                    <a:pt x="96" y="140"/>
                  </a:lnTo>
                  <a:lnTo>
                    <a:pt x="98" y="142"/>
                  </a:lnTo>
                  <a:lnTo>
                    <a:pt x="100" y="140"/>
                  </a:lnTo>
                  <a:lnTo>
                    <a:pt x="102" y="138"/>
                  </a:lnTo>
                  <a:lnTo>
                    <a:pt x="106" y="136"/>
                  </a:lnTo>
                  <a:lnTo>
                    <a:pt x="110" y="136"/>
                  </a:lnTo>
                  <a:lnTo>
                    <a:pt x="114" y="134"/>
                  </a:lnTo>
                  <a:lnTo>
                    <a:pt x="118" y="134"/>
                  </a:lnTo>
                  <a:lnTo>
                    <a:pt x="122" y="132"/>
                  </a:lnTo>
                  <a:lnTo>
                    <a:pt x="124" y="128"/>
                  </a:lnTo>
                  <a:lnTo>
                    <a:pt x="122" y="124"/>
                  </a:lnTo>
                  <a:lnTo>
                    <a:pt x="120" y="122"/>
                  </a:lnTo>
                  <a:lnTo>
                    <a:pt x="118" y="118"/>
                  </a:lnTo>
                  <a:lnTo>
                    <a:pt x="114" y="114"/>
                  </a:lnTo>
                  <a:lnTo>
                    <a:pt x="110" y="110"/>
                  </a:lnTo>
                  <a:lnTo>
                    <a:pt x="110" y="86"/>
                  </a:lnTo>
                  <a:lnTo>
                    <a:pt x="112" y="82"/>
                  </a:lnTo>
                  <a:lnTo>
                    <a:pt x="114" y="80"/>
                  </a:lnTo>
                  <a:lnTo>
                    <a:pt x="110" y="74"/>
                  </a:lnTo>
                  <a:lnTo>
                    <a:pt x="106" y="70"/>
                  </a:lnTo>
                  <a:lnTo>
                    <a:pt x="104" y="68"/>
                  </a:lnTo>
                  <a:lnTo>
                    <a:pt x="104" y="60"/>
                  </a:lnTo>
                  <a:lnTo>
                    <a:pt x="106" y="52"/>
                  </a:lnTo>
                  <a:lnTo>
                    <a:pt x="112" y="40"/>
                  </a:lnTo>
                  <a:close/>
                  <a:moveTo>
                    <a:pt x="40" y="84"/>
                  </a:moveTo>
                  <a:lnTo>
                    <a:pt x="40" y="84"/>
                  </a:lnTo>
                  <a:lnTo>
                    <a:pt x="42" y="88"/>
                  </a:lnTo>
                  <a:lnTo>
                    <a:pt x="42" y="90"/>
                  </a:lnTo>
                  <a:lnTo>
                    <a:pt x="40" y="90"/>
                  </a:lnTo>
                  <a:lnTo>
                    <a:pt x="38" y="86"/>
                  </a:lnTo>
                  <a:lnTo>
                    <a:pt x="38" y="84"/>
                  </a:lnTo>
                  <a:lnTo>
                    <a:pt x="40" y="84"/>
                  </a:lnTo>
                  <a:close/>
                  <a:moveTo>
                    <a:pt x="110" y="64"/>
                  </a:moveTo>
                  <a:lnTo>
                    <a:pt x="110" y="64"/>
                  </a:lnTo>
                  <a:lnTo>
                    <a:pt x="110" y="66"/>
                  </a:lnTo>
                  <a:lnTo>
                    <a:pt x="110" y="70"/>
                  </a:lnTo>
                  <a:lnTo>
                    <a:pt x="112" y="70"/>
                  </a:lnTo>
                  <a:lnTo>
                    <a:pt x="112" y="68"/>
                  </a:lnTo>
                  <a:lnTo>
                    <a:pt x="110" y="64"/>
                  </a:lnTo>
                  <a:close/>
                  <a:moveTo>
                    <a:pt x="62" y="34"/>
                  </a:moveTo>
                  <a:lnTo>
                    <a:pt x="62" y="34"/>
                  </a:lnTo>
                  <a:lnTo>
                    <a:pt x="64" y="34"/>
                  </a:lnTo>
                  <a:lnTo>
                    <a:pt x="64" y="36"/>
                  </a:lnTo>
                  <a:lnTo>
                    <a:pt x="62" y="38"/>
                  </a:lnTo>
                  <a:lnTo>
                    <a:pt x="60" y="38"/>
                  </a:lnTo>
                  <a:lnTo>
                    <a:pt x="58" y="36"/>
                  </a:lnTo>
                  <a:lnTo>
                    <a:pt x="62" y="34"/>
                  </a:lnTo>
                  <a:close/>
                  <a:moveTo>
                    <a:pt x="42" y="8"/>
                  </a:moveTo>
                  <a:lnTo>
                    <a:pt x="42" y="8"/>
                  </a:lnTo>
                  <a:lnTo>
                    <a:pt x="48" y="12"/>
                  </a:lnTo>
                  <a:lnTo>
                    <a:pt x="48" y="8"/>
                  </a:lnTo>
                  <a:lnTo>
                    <a:pt x="42"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69" name="Google Shape;269;p60"/>
            <p:cNvSpPr/>
            <p:nvPr/>
          </p:nvSpPr>
          <p:spPr>
            <a:xfrm>
              <a:off x="8975639" y="3698268"/>
              <a:ext cx="138419" cy="120075"/>
            </a:xfrm>
            <a:custGeom>
              <a:rect b="b" l="l" r="r" t="t"/>
              <a:pathLst>
                <a:path extrusionOk="0" h="84" w="84">
                  <a:moveTo>
                    <a:pt x="66" y="28"/>
                  </a:moveTo>
                  <a:lnTo>
                    <a:pt x="66" y="28"/>
                  </a:lnTo>
                  <a:lnTo>
                    <a:pt x="68" y="34"/>
                  </a:lnTo>
                  <a:lnTo>
                    <a:pt x="66" y="38"/>
                  </a:lnTo>
                  <a:lnTo>
                    <a:pt x="70" y="42"/>
                  </a:lnTo>
                  <a:lnTo>
                    <a:pt x="78" y="38"/>
                  </a:lnTo>
                  <a:lnTo>
                    <a:pt x="80" y="40"/>
                  </a:lnTo>
                  <a:lnTo>
                    <a:pt x="78" y="44"/>
                  </a:lnTo>
                  <a:lnTo>
                    <a:pt x="78" y="48"/>
                  </a:lnTo>
                  <a:lnTo>
                    <a:pt x="80" y="54"/>
                  </a:lnTo>
                  <a:lnTo>
                    <a:pt x="80" y="60"/>
                  </a:lnTo>
                  <a:lnTo>
                    <a:pt x="82" y="62"/>
                  </a:lnTo>
                  <a:lnTo>
                    <a:pt x="84" y="66"/>
                  </a:lnTo>
                  <a:lnTo>
                    <a:pt x="80" y="68"/>
                  </a:lnTo>
                  <a:lnTo>
                    <a:pt x="72" y="68"/>
                  </a:lnTo>
                  <a:lnTo>
                    <a:pt x="62" y="66"/>
                  </a:lnTo>
                  <a:lnTo>
                    <a:pt x="58" y="68"/>
                  </a:lnTo>
                  <a:lnTo>
                    <a:pt x="50" y="72"/>
                  </a:lnTo>
                  <a:lnTo>
                    <a:pt x="46" y="72"/>
                  </a:lnTo>
                  <a:lnTo>
                    <a:pt x="44" y="78"/>
                  </a:lnTo>
                  <a:lnTo>
                    <a:pt x="38" y="82"/>
                  </a:lnTo>
                  <a:lnTo>
                    <a:pt x="32" y="84"/>
                  </a:lnTo>
                  <a:lnTo>
                    <a:pt x="28" y="78"/>
                  </a:lnTo>
                  <a:lnTo>
                    <a:pt x="30" y="70"/>
                  </a:lnTo>
                  <a:lnTo>
                    <a:pt x="32" y="66"/>
                  </a:lnTo>
                  <a:lnTo>
                    <a:pt x="28" y="62"/>
                  </a:lnTo>
                  <a:lnTo>
                    <a:pt x="26" y="58"/>
                  </a:lnTo>
                  <a:lnTo>
                    <a:pt x="22" y="56"/>
                  </a:lnTo>
                  <a:lnTo>
                    <a:pt x="20" y="60"/>
                  </a:lnTo>
                  <a:lnTo>
                    <a:pt x="18" y="62"/>
                  </a:lnTo>
                  <a:lnTo>
                    <a:pt x="12" y="64"/>
                  </a:lnTo>
                  <a:lnTo>
                    <a:pt x="8" y="64"/>
                  </a:lnTo>
                  <a:lnTo>
                    <a:pt x="6" y="64"/>
                  </a:lnTo>
                  <a:lnTo>
                    <a:pt x="8" y="58"/>
                  </a:lnTo>
                  <a:lnTo>
                    <a:pt x="10" y="56"/>
                  </a:lnTo>
                  <a:lnTo>
                    <a:pt x="12" y="54"/>
                  </a:lnTo>
                  <a:lnTo>
                    <a:pt x="14" y="52"/>
                  </a:lnTo>
                  <a:lnTo>
                    <a:pt x="12" y="48"/>
                  </a:lnTo>
                  <a:lnTo>
                    <a:pt x="10" y="48"/>
                  </a:lnTo>
                  <a:lnTo>
                    <a:pt x="10" y="46"/>
                  </a:lnTo>
                  <a:lnTo>
                    <a:pt x="12" y="42"/>
                  </a:lnTo>
                  <a:lnTo>
                    <a:pt x="12" y="40"/>
                  </a:lnTo>
                  <a:lnTo>
                    <a:pt x="6" y="40"/>
                  </a:lnTo>
                  <a:lnTo>
                    <a:pt x="4" y="40"/>
                  </a:lnTo>
                  <a:lnTo>
                    <a:pt x="2" y="36"/>
                  </a:lnTo>
                  <a:lnTo>
                    <a:pt x="0" y="34"/>
                  </a:lnTo>
                  <a:lnTo>
                    <a:pt x="0" y="32"/>
                  </a:lnTo>
                  <a:lnTo>
                    <a:pt x="2" y="30"/>
                  </a:lnTo>
                  <a:lnTo>
                    <a:pt x="6" y="30"/>
                  </a:lnTo>
                  <a:lnTo>
                    <a:pt x="8" y="30"/>
                  </a:lnTo>
                  <a:lnTo>
                    <a:pt x="8" y="32"/>
                  </a:lnTo>
                  <a:lnTo>
                    <a:pt x="10" y="30"/>
                  </a:lnTo>
                  <a:lnTo>
                    <a:pt x="16" y="26"/>
                  </a:lnTo>
                  <a:lnTo>
                    <a:pt x="18" y="24"/>
                  </a:lnTo>
                  <a:lnTo>
                    <a:pt x="16" y="24"/>
                  </a:lnTo>
                  <a:lnTo>
                    <a:pt x="16" y="22"/>
                  </a:lnTo>
                  <a:lnTo>
                    <a:pt x="18" y="18"/>
                  </a:lnTo>
                  <a:lnTo>
                    <a:pt x="20" y="18"/>
                  </a:lnTo>
                  <a:lnTo>
                    <a:pt x="20" y="16"/>
                  </a:lnTo>
                  <a:lnTo>
                    <a:pt x="22" y="16"/>
                  </a:lnTo>
                  <a:lnTo>
                    <a:pt x="22" y="14"/>
                  </a:lnTo>
                  <a:lnTo>
                    <a:pt x="20" y="12"/>
                  </a:lnTo>
                  <a:lnTo>
                    <a:pt x="18" y="8"/>
                  </a:lnTo>
                  <a:lnTo>
                    <a:pt x="20" y="6"/>
                  </a:lnTo>
                  <a:lnTo>
                    <a:pt x="24" y="6"/>
                  </a:lnTo>
                  <a:lnTo>
                    <a:pt x="28" y="8"/>
                  </a:lnTo>
                  <a:lnTo>
                    <a:pt x="30" y="8"/>
                  </a:lnTo>
                  <a:lnTo>
                    <a:pt x="32" y="6"/>
                  </a:lnTo>
                  <a:lnTo>
                    <a:pt x="34" y="2"/>
                  </a:lnTo>
                  <a:lnTo>
                    <a:pt x="36" y="0"/>
                  </a:lnTo>
                  <a:lnTo>
                    <a:pt x="38" y="8"/>
                  </a:lnTo>
                  <a:lnTo>
                    <a:pt x="32" y="10"/>
                  </a:lnTo>
                  <a:lnTo>
                    <a:pt x="32" y="14"/>
                  </a:lnTo>
                  <a:lnTo>
                    <a:pt x="36" y="16"/>
                  </a:lnTo>
                  <a:lnTo>
                    <a:pt x="34" y="20"/>
                  </a:lnTo>
                  <a:lnTo>
                    <a:pt x="30" y="18"/>
                  </a:lnTo>
                  <a:lnTo>
                    <a:pt x="24" y="20"/>
                  </a:lnTo>
                  <a:lnTo>
                    <a:pt x="28" y="26"/>
                  </a:lnTo>
                  <a:lnTo>
                    <a:pt x="34" y="24"/>
                  </a:lnTo>
                  <a:lnTo>
                    <a:pt x="36" y="26"/>
                  </a:lnTo>
                  <a:lnTo>
                    <a:pt x="36" y="28"/>
                  </a:lnTo>
                  <a:lnTo>
                    <a:pt x="38" y="28"/>
                  </a:lnTo>
                  <a:lnTo>
                    <a:pt x="42" y="26"/>
                  </a:lnTo>
                  <a:lnTo>
                    <a:pt x="44" y="26"/>
                  </a:lnTo>
                  <a:lnTo>
                    <a:pt x="46" y="28"/>
                  </a:lnTo>
                  <a:lnTo>
                    <a:pt x="48" y="30"/>
                  </a:lnTo>
                  <a:lnTo>
                    <a:pt x="50" y="30"/>
                  </a:lnTo>
                  <a:lnTo>
                    <a:pt x="54" y="30"/>
                  </a:lnTo>
                  <a:lnTo>
                    <a:pt x="58" y="28"/>
                  </a:lnTo>
                  <a:lnTo>
                    <a:pt x="62" y="28"/>
                  </a:lnTo>
                  <a:lnTo>
                    <a:pt x="66" y="2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0" name="Google Shape;270;p60"/>
            <p:cNvSpPr/>
            <p:nvPr/>
          </p:nvSpPr>
          <p:spPr>
            <a:xfrm>
              <a:off x="9957153" y="4045949"/>
              <a:ext cx="33556" cy="64518"/>
            </a:xfrm>
            <a:custGeom>
              <a:rect b="b" l="l" r="r" t="t"/>
              <a:pathLst>
                <a:path extrusionOk="0" h="46" w="20">
                  <a:moveTo>
                    <a:pt x="14" y="0"/>
                  </a:moveTo>
                  <a:lnTo>
                    <a:pt x="14" y="0"/>
                  </a:lnTo>
                  <a:lnTo>
                    <a:pt x="8" y="12"/>
                  </a:lnTo>
                  <a:lnTo>
                    <a:pt x="4" y="18"/>
                  </a:lnTo>
                  <a:lnTo>
                    <a:pt x="2" y="26"/>
                  </a:lnTo>
                  <a:lnTo>
                    <a:pt x="0" y="32"/>
                  </a:lnTo>
                  <a:lnTo>
                    <a:pt x="2" y="38"/>
                  </a:lnTo>
                  <a:lnTo>
                    <a:pt x="6" y="46"/>
                  </a:lnTo>
                  <a:lnTo>
                    <a:pt x="10" y="46"/>
                  </a:lnTo>
                  <a:lnTo>
                    <a:pt x="14" y="36"/>
                  </a:lnTo>
                  <a:lnTo>
                    <a:pt x="16" y="24"/>
                  </a:lnTo>
                  <a:lnTo>
                    <a:pt x="20" y="0"/>
                  </a:lnTo>
                  <a:lnTo>
                    <a:pt x="1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1" name="Google Shape;271;p60"/>
            <p:cNvSpPr/>
            <p:nvPr/>
          </p:nvSpPr>
          <p:spPr>
            <a:xfrm>
              <a:off x="8388409" y="3784292"/>
              <a:ext cx="125835" cy="109322"/>
            </a:xfrm>
            <a:custGeom>
              <a:rect b="b" l="l" r="r" t="t"/>
              <a:pathLst>
                <a:path extrusionOk="0" h="78" w="76">
                  <a:moveTo>
                    <a:pt x="4" y="48"/>
                  </a:moveTo>
                  <a:lnTo>
                    <a:pt x="4" y="48"/>
                  </a:lnTo>
                  <a:lnTo>
                    <a:pt x="6" y="44"/>
                  </a:lnTo>
                  <a:lnTo>
                    <a:pt x="8" y="42"/>
                  </a:lnTo>
                  <a:lnTo>
                    <a:pt x="10" y="42"/>
                  </a:lnTo>
                  <a:lnTo>
                    <a:pt x="14" y="42"/>
                  </a:lnTo>
                  <a:lnTo>
                    <a:pt x="16" y="42"/>
                  </a:lnTo>
                  <a:lnTo>
                    <a:pt x="16" y="44"/>
                  </a:lnTo>
                  <a:lnTo>
                    <a:pt x="14" y="48"/>
                  </a:lnTo>
                  <a:lnTo>
                    <a:pt x="12" y="54"/>
                  </a:lnTo>
                  <a:lnTo>
                    <a:pt x="10" y="58"/>
                  </a:lnTo>
                  <a:lnTo>
                    <a:pt x="10" y="62"/>
                  </a:lnTo>
                  <a:lnTo>
                    <a:pt x="6" y="64"/>
                  </a:lnTo>
                  <a:lnTo>
                    <a:pt x="4" y="68"/>
                  </a:lnTo>
                  <a:lnTo>
                    <a:pt x="2" y="70"/>
                  </a:lnTo>
                  <a:lnTo>
                    <a:pt x="2" y="78"/>
                  </a:lnTo>
                  <a:lnTo>
                    <a:pt x="4" y="78"/>
                  </a:lnTo>
                  <a:lnTo>
                    <a:pt x="8" y="78"/>
                  </a:lnTo>
                  <a:lnTo>
                    <a:pt x="10" y="76"/>
                  </a:lnTo>
                  <a:lnTo>
                    <a:pt x="12" y="76"/>
                  </a:lnTo>
                  <a:lnTo>
                    <a:pt x="16" y="78"/>
                  </a:lnTo>
                  <a:lnTo>
                    <a:pt x="20" y="78"/>
                  </a:lnTo>
                  <a:lnTo>
                    <a:pt x="38" y="66"/>
                  </a:lnTo>
                  <a:lnTo>
                    <a:pt x="62" y="48"/>
                  </a:lnTo>
                  <a:lnTo>
                    <a:pt x="64" y="44"/>
                  </a:lnTo>
                  <a:lnTo>
                    <a:pt x="66" y="38"/>
                  </a:lnTo>
                  <a:lnTo>
                    <a:pt x="68" y="34"/>
                  </a:lnTo>
                  <a:lnTo>
                    <a:pt x="66" y="32"/>
                  </a:lnTo>
                  <a:lnTo>
                    <a:pt x="66" y="30"/>
                  </a:lnTo>
                  <a:lnTo>
                    <a:pt x="66" y="28"/>
                  </a:lnTo>
                  <a:lnTo>
                    <a:pt x="68" y="24"/>
                  </a:lnTo>
                  <a:lnTo>
                    <a:pt x="68" y="22"/>
                  </a:lnTo>
                  <a:lnTo>
                    <a:pt x="68" y="18"/>
                  </a:lnTo>
                  <a:lnTo>
                    <a:pt x="70" y="14"/>
                  </a:lnTo>
                  <a:lnTo>
                    <a:pt x="74" y="12"/>
                  </a:lnTo>
                  <a:lnTo>
                    <a:pt x="76" y="8"/>
                  </a:lnTo>
                  <a:lnTo>
                    <a:pt x="76" y="4"/>
                  </a:lnTo>
                  <a:lnTo>
                    <a:pt x="74" y="4"/>
                  </a:lnTo>
                  <a:lnTo>
                    <a:pt x="72" y="0"/>
                  </a:lnTo>
                  <a:lnTo>
                    <a:pt x="68" y="2"/>
                  </a:lnTo>
                  <a:lnTo>
                    <a:pt x="62" y="4"/>
                  </a:lnTo>
                  <a:lnTo>
                    <a:pt x="58" y="6"/>
                  </a:lnTo>
                  <a:lnTo>
                    <a:pt x="54" y="6"/>
                  </a:lnTo>
                  <a:lnTo>
                    <a:pt x="48" y="6"/>
                  </a:lnTo>
                  <a:lnTo>
                    <a:pt x="42" y="10"/>
                  </a:lnTo>
                  <a:lnTo>
                    <a:pt x="38" y="10"/>
                  </a:lnTo>
                  <a:lnTo>
                    <a:pt x="32" y="12"/>
                  </a:lnTo>
                  <a:lnTo>
                    <a:pt x="28" y="12"/>
                  </a:lnTo>
                  <a:lnTo>
                    <a:pt x="24" y="12"/>
                  </a:lnTo>
                  <a:lnTo>
                    <a:pt x="22" y="12"/>
                  </a:lnTo>
                  <a:lnTo>
                    <a:pt x="20" y="14"/>
                  </a:lnTo>
                  <a:lnTo>
                    <a:pt x="18" y="14"/>
                  </a:lnTo>
                  <a:lnTo>
                    <a:pt x="16" y="14"/>
                  </a:lnTo>
                  <a:lnTo>
                    <a:pt x="14" y="14"/>
                  </a:lnTo>
                  <a:lnTo>
                    <a:pt x="14" y="16"/>
                  </a:lnTo>
                  <a:lnTo>
                    <a:pt x="14" y="20"/>
                  </a:lnTo>
                  <a:lnTo>
                    <a:pt x="14" y="22"/>
                  </a:lnTo>
                  <a:lnTo>
                    <a:pt x="12" y="22"/>
                  </a:lnTo>
                  <a:lnTo>
                    <a:pt x="10" y="24"/>
                  </a:lnTo>
                  <a:lnTo>
                    <a:pt x="8" y="26"/>
                  </a:lnTo>
                  <a:lnTo>
                    <a:pt x="6" y="28"/>
                  </a:lnTo>
                  <a:lnTo>
                    <a:pt x="2" y="28"/>
                  </a:lnTo>
                  <a:lnTo>
                    <a:pt x="0" y="28"/>
                  </a:lnTo>
                  <a:lnTo>
                    <a:pt x="2" y="34"/>
                  </a:lnTo>
                  <a:lnTo>
                    <a:pt x="2" y="40"/>
                  </a:lnTo>
                  <a:lnTo>
                    <a:pt x="0" y="44"/>
                  </a:lnTo>
                  <a:lnTo>
                    <a:pt x="2" y="44"/>
                  </a:lnTo>
                  <a:lnTo>
                    <a:pt x="4" y="46"/>
                  </a:lnTo>
                  <a:lnTo>
                    <a:pt x="4" y="4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2" name="Google Shape;272;p60"/>
            <p:cNvSpPr/>
            <p:nvPr/>
          </p:nvSpPr>
          <p:spPr>
            <a:xfrm>
              <a:off x="7830540" y="3547726"/>
              <a:ext cx="85987" cy="51973"/>
            </a:xfrm>
            <a:custGeom>
              <a:rect b="b" l="l" r="r" t="t"/>
              <a:pathLst>
                <a:path extrusionOk="0" h="38" w="52">
                  <a:moveTo>
                    <a:pt x="52" y="18"/>
                  </a:moveTo>
                  <a:lnTo>
                    <a:pt x="52" y="18"/>
                  </a:lnTo>
                  <a:lnTo>
                    <a:pt x="52" y="16"/>
                  </a:lnTo>
                  <a:lnTo>
                    <a:pt x="50" y="14"/>
                  </a:lnTo>
                  <a:lnTo>
                    <a:pt x="48" y="12"/>
                  </a:lnTo>
                  <a:lnTo>
                    <a:pt x="50" y="8"/>
                  </a:lnTo>
                  <a:lnTo>
                    <a:pt x="40" y="2"/>
                  </a:lnTo>
                  <a:lnTo>
                    <a:pt x="36" y="0"/>
                  </a:lnTo>
                  <a:lnTo>
                    <a:pt x="34" y="0"/>
                  </a:lnTo>
                  <a:lnTo>
                    <a:pt x="32" y="0"/>
                  </a:lnTo>
                  <a:lnTo>
                    <a:pt x="32" y="2"/>
                  </a:lnTo>
                  <a:lnTo>
                    <a:pt x="26" y="4"/>
                  </a:lnTo>
                  <a:lnTo>
                    <a:pt x="24" y="6"/>
                  </a:lnTo>
                  <a:lnTo>
                    <a:pt x="22" y="6"/>
                  </a:lnTo>
                  <a:lnTo>
                    <a:pt x="20" y="4"/>
                  </a:lnTo>
                  <a:lnTo>
                    <a:pt x="20" y="6"/>
                  </a:lnTo>
                  <a:lnTo>
                    <a:pt x="20" y="8"/>
                  </a:lnTo>
                  <a:lnTo>
                    <a:pt x="18" y="10"/>
                  </a:lnTo>
                  <a:lnTo>
                    <a:pt x="14" y="12"/>
                  </a:lnTo>
                  <a:lnTo>
                    <a:pt x="12" y="14"/>
                  </a:lnTo>
                  <a:lnTo>
                    <a:pt x="8" y="18"/>
                  </a:lnTo>
                  <a:lnTo>
                    <a:pt x="2" y="26"/>
                  </a:lnTo>
                  <a:lnTo>
                    <a:pt x="0" y="32"/>
                  </a:lnTo>
                  <a:lnTo>
                    <a:pt x="2" y="32"/>
                  </a:lnTo>
                  <a:lnTo>
                    <a:pt x="4" y="32"/>
                  </a:lnTo>
                  <a:lnTo>
                    <a:pt x="6" y="30"/>
                  </a:lnTo>
                  <a:lnTo>
                    <a:pt x="8" y="30"/>
                  </a:lnTo>
                  <a:lnTo>
                    <a:pt x="8" y="32"/>
                  </a:lnTo>
                  <a:lnTo>
                    <a:pt x="10" y="34"/>
                  </a:lnTo>
                  <a:lnTo>
                    <a:pt x="12" y="34"/>
                  </a:lnTo>
                  <a:lnTo>
                    <a:pt x="14" y="34"/>
                  </a:lnTo>
                  <a:lnTo>
                    <a:pt x="16" y="36"/>
                  </a:lnTo>
                  <a:lnTo>
                    <a:pt x="18" y="38"/>
                  </a:lnTo>
                  <a:lnTo>
                    <a:pt x="18" y="36"/>
                  </a:lnTo>
                  <a:lnTo>
                    <a:pt x="24" y="34"/>
                  </a:lnTo>
                  <a:lnTo>
                    <a:pt x="26" y="34"/>
                  </a:lnTo>
                  <a:lnTo>
                    <a:pt x="26" y="32"/>
                  </a:lnTo>
                  <a:lnTo>
                    <a:pt x="26" y="28"/>
                  </a:lnTo>
                  <a:lnTo>
                    <a:pt x="28" y="28"/>
                  </a:lnTo>
                  <a:lnTo>
                    <a:pt x="28" y="30"/>
                  </a:lnTo>
                  <a:lnTo>
                    <a:pt x="30" y="32"/>
                  </a:lnTo>
                  <a:lnTo>
                    <a:pt x="32" y="32"/>
                  </a:lnTo>
                  <a:lnTo>
                    <a:pt x="36" y="34"/>
                  </a:lnTo>
                  <a:lnTo>
                    <a:pt x="38" y="34"/>
                  </a:lnTo>
                  <a:lnTo>
                    <a:pt x="40" y="34"/>
                  </a:lnTo>
                  <a:lnTo>
                    <a:pt x="38" y="30"/>
                  </a:lnTo>
                  <a:lnTo>
                    <a:pt x="40" y="28"/>
                  </a:lnTo>
                  <a:lnTo>
                    <a:pt x="42" y="28"/>
                  </a:lnTo>
                  <a:lnTo>
                    <a:pt x="44" y="26"/>
                  </a:lnTo>
                  <a:lnTo>
                    <a:pt x="46" y="24"/>
                  </a:lnTo>
                  <a:lnTo>
                    <a:pt x="48" y="24"/>
                  </a:lnTo>
                  <a:lnTo>
                    <a:pt x="50" y="24"/>
                  </a:lnTo>
                  <a:lnTo>
                    <a:pt x="52" y="22"/>
                  </a:lnTo>
                  <a:lnTo>
                    <a:pt x="52" y="20"/>
                  </a:lnTo>
                  <a:lnTo>
                    <a:pt x="50" y="20"/>
                  </a:lnTo>
                  <a:lnTo>
                    <a:pt x="52" y="20"/>
                  </a:lnTo>
                  <a:lnTo>
                    <a:pt x="52" y="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3" name="Google Shape;273;p60"/>
            <p:cNvSpPr/>
            <p:nvPr/>
          </p:nvSpPr>
          <p:spPr>
            <a:xfrm>
              <a:off x="7935403" y="2988570"/>
              <a:ext cx="230698" cy="387108"/>
            </a:xfrm>
            <a:custGeom>
              <a:rect b="b" l="l" r="r" t="t"/>
              <a:pathLst>
                <a:path extrusionOk="0" h="274" w="140">
                  <a:moveTo>
                    <a:pt x="0" y="202"/>
                  </a:moveTo>
                  <a:lnTo>
                    <a:pt x="0" y="202"/>
                  </a:lnTo>
                  <a:lnTo>
                    <a:pt x="0" y="214"/>
                  </a:lnTo>
                  <a:lnTo>
                    <a:pt x="4" y="214"/>
                  </a:lnTo>
                  <a:lnTo>
                    <a:pt x="4" y="216"/>
                  </a:lnTo>
                  <a:lnTo>
                    <a:pt x="4" y="220"/>
                  </a:lnTo>
                  <a:lnTo>
                    <a:pt x="2" y="222"/>
                  </a:lnTo>
                  <a:lnTo>
                    <a:pt x="2" y="224"/>
                  </a:lnTo>
                  <a:lnTo>
                    <a:pt x="10" y="234"/>
                  </a:lnTo>
                  <a:lnTo>
                    <a:pt x="20" y="244"/>
                  </a:lnTo>
                  <a:lnTo>
                    <a:pt x="16" y="250"/>
                  </a:lnTo>
                  <a:lnTo>
                    <a:pt x="12" y="250"/>
                  </a:lnTo>
                  <a:lnTo>
                    <a:pt x="12" y="258"/>
                  </a:lnTo>
                  <a:lnTo>
                    <a:pt x="16" y="258"/>
                  </a:lnTo>
                  <a:lnTo>
                    <a:pt x="16" y="262"/>
                  </a:lnTo>
                  <a:lnTo>
                    <a:pt x="14" y="264"/>
                  </a:lnTo>
                  <a:lnTo>
                    <a:pt x="32" y="264"/>
                  </a:lnTo>
                  <a:lnTo>
                    <a:pt x="32" y="260"/>
                  </a:lnTo>
                  <a:lnTo>
                    <a:pt x="32" y="256"/>
                  </a:lnTo>
                  <a:lnTo>
                    <a:pt x="38" y="248"/>
                  </a:lnTo>
                  <a:lnTo>
                    <a:pt x="48" y="250"/>
                  </a:lnTo>
                  <a:lnTo>
                    <a:pt x="54" y="250"/>
                  </a:lnTo>
                  <a:lnTo>
                    <a:pt x="58" y="248"/>
                  </a:lnTo>
                  <a:lnTo>
                    <a:pt x="62" y="240"/>
                  </a:lnTo>
                  <a:lnTo>
                    <a:pt x="60" y="242"/>
                  </a:lnTo>
                  <a:lnTo>
                    <a:pt x="58" y="244"/>
                  </a:lnTo>
                  <a:lnTo>
                    <a:pt x="56" y="242"/>
                  </a:lnTo>
                  <a:lnTo>
                    <a:pt x="56" y="238"/>
                  </a:lnTo>
                  <a:lnTo>
                    <a:pt x="58" y="230"/>
                  </a:lnTo>
                  <a:lnTo>
                    <a:pt x="62" y="218"/>
                  </a:lnTo>
                  <a:lnTo>
                    <a:pt x="62" y="212"/>
                  </a:lnTo>
                  <a:lnTo>
                    <a:pt x="62" y="210"/>
                  </a:lnTo>
                  <a:lnTo>
                    <a:pt x="60" y="208"/>
                  </a:lnTo>
                  <a:lnTo>
                    <a:pt x="62" y="206"/>
                  </a:lnTo>
                  <a:lnTo>
                    <a:pt x="62" y="204"/>
                  </a:lnTo>
                  <a:lnTo>
                    <a:pt x="64" y="204"/>
                  </a:lnTo>
                  <a:lnTo>
                    <a:pt x="68" y="202"/>
                  </a:lnTo>
                  <a:lnTo>
                    <a:pt x="70" y="202"/>
                  </a:lnTo>
                  <a:lnTo>
                    <a:pt x="72" y="204"/>
                  </a:lnTo>
                  <a:lnTo>
                    <a:pt x="76" y="204"/>
                  </a:lnTo>
                  <a:lnTo>
                    <a:pt x="80" y="196"/>
                  </a:lnTo>
                  <a:lnTo>
                    <a:pt x="84" y="196"/>
                  </a:lnTo>
                  <a:lnTo>
                    <a:pt x="84" y="194"/>
                  </a:lnTo>
                  <a:lnTo>
                    <a:pt x="84" y="192"/>
                  </a:lnTo>
                  <a:lnTo>
                    <a:pt x="80" y="190"/>
                  </a:lnTo>
                  <a:lnTo>
                    <a:pt x="88" y="188"/>
                  </a:lnTo>
                  <a:lnTo>
                    <a:pt x="88" y="184"/>
                  </a:lnTo>
                  <a:lnTo>
                    <a:pt x="84" y="178"/>
                  </a:lnTo>
                  <a:lnTo>
                    <a:pt x="80" y="172"/>
                  </a:lnTo>
                  <a:lnTo>
                    <a:pt x="74" y="170"/>
                  </a:lnTo>
                  <a:lnTo>
                    <a:pt x="66" y="168"/>
                  </a:lnTo>
                  <a:lnTo>
                    <a:pt x="68" y="154"/>
                  </a:lnTo>
                  <a:lnTo>
                    <a:pt x="68" y="144"/>
                  </a:lnTo>
                  <a:lnTo>
                    <a:pt x="66" y="142"/>
                  </a:lnTo>
                  <a:lnTo>
                    <a:pt x="66" y="140"/>
                  </a:lnTo>
                  <a:lnTo>
                    <a:pt x="68" y="140"/>
                  </a:lnTo>
                  <a:lnTo>
                    <a:pt x="68" y="136"/>
                  </a:lnTo>
                  <a:lnTo>
                    <a:pt x="70" y="134"/>
                  </a:lnTo>
                  <a:lnTo>
                    <a:pt x="68" y="132"/>
                  </a:lnTo>
                  <a:lnTo>
                    <a:pt x="68" y="130"/>
                  </a:lnTo>
                  <a:lnTo>
                    <a:pt x="76" y="128"/>
                  </a:lnTo>
                  <a:lnTo>
                    <a:pt x="76" y="126"/>
                  </a:lnTo>
                  <a:lnTo>
                    <a:pt x="76" y="124"/>
                  </a:lnTo>
                  <a:lnTo>
                    <a:pt x="76" y="122"/>
                  </a:lnTo>
                  <a:lnTo>
                    <a:pt x="80" y="120"/>
                  </a:lnTo>
                  <a:lnTo>
                    <a:pt x="82" y="120"/>
                  </a:lnTo>
                  <a:lnTo>
                    <a:pt x="84" y="112"/>
                  </a:lnTo>
                  <a:lnTo>
                    <a:pt x="84" y="110"/>
                  </a:lnTo>
                  <a:lnTo>
                    <a:pt x="86" y="108"/>
                  </a:lnTo>
                  <a:lnTo>
                    <a:pt x="96" y="104"/>
                  </a:lnTo>
                  <a:lnTo>
                    <a:pt x="106" y="102"/>
                  </a:lnTo>
                  <a:lnTo>
                    <a:pt x="108" y="98"/>
                  </a:lnTo>
                  <a:lnTo>
                    <a:pt x="110" y="94"/>
                  </a:lnTo>
                  <a:lnTo>
                    <a:pt x="114" y="94"/>
                  </a:lnTo>
                  <a:lnTo>
                    <a:pt x="114" y="88"/>
                  </a:lnTo>
                  <a:lnTo>
                    <a:pt x="114" y="86"/>
                  </a:lnTo>
                  <a:lnTo>
                    <a:pt x="112" y="82"/>
                  </a:lnTo>
                  <a:lnTo>
                    <a:pt x="112" y="78"/>
                  </a:lnTo>
                  <a:lnTo>
                    <a:pt x="118" y="70"/>
                  </a:lnTo>
                  <a:lnTo>
                    <a:pt x="118" y="66"/>
                  </a:lnTo>
                  <a:lnTo>
                    <a:pt x="120" y="66"/>
                  </a:lnTo>
                  <a:lnTo>
                    <a:pt x="124" y="66"/>
                  </a:lnTo>
                  <a:lnTo>
                    <a:pt x="126" y="62"/>
                  </a:lnTo>
                  <a:lnTo>
                    <a:pt x="126" y="58"/>
                  </a:lnTo>
                  <a:lnTo>
                    <a:pt x="132" y="56"/>
                  </a:lnTo>
                  <a:lnTo>
                    <a:pt x="134" y="60"/>
                  </a:lnTo>
                  <a:lnTo>
                    <a:pt x="140" y="60"/>
                  </a:lnTo>
                  <a:lnTo>
                    <a:pt x="138" y="52"/>
                  </a:lnTo>
                  <a:lnTo>
                    <a:pt x="138" y="48"/>
                  </a:lnTo>
                  <a:lnTo>
                    <a:pt x="138" y="40"/>
                  </a:lnTo>
                  <a:lnTo>
                    <a:pt x="140" y="36"/>
                  </a:lnTo>
                  <a:lnTo>
                    <a:pt x="138" y="34"/>
                  </a:lnTo>
                  <a:lnTo>
                    <a:pt x="136" y="30"/>
                  </a:lnTo>
                  <a:lnTo>
                    <a:pt x="136" y="26"/>
                  </a:lnTo>
                  <a:lnTo>
                    <a:pt x="136" y="24"/>
                  </a:lnTo>
                  <a:lnTo>
                    <a:pt x="136" y="22"/>
                  </a:lnTo>
                  <a:lnTo>
                    <a:pt x="130" y="16"/>
                  </a:lnTo>
                  <a:lnTo>
                    <a:pt x="126" y="12"/>
                  </a:lnTo>
                  <a:lnTo>
                    <a:pt x="120" y="12"/>
                  </a:lnTo>
                  <a:lnTo>
                    <a:pt x="116" y="10"/>
                  </a:lnTo>
                  <a:lnTo>
                    <a:pt x="114" y="4"/>
                  </a:lnTo>
                  <a:lnTo>
                    <a:pt x="112" y="4"/>
                  </a:lnTo>
                  <a:lnTo>
                    <a:pt x="110" y="2"/>
                  </a:lnTo>
                  <a:lnTo>
                    <a:pt x="106" y="2"/>
                  </a:lnTo>
                  <a:lnTo>
                    <a:pt x="100" y="0"/>
                  </a:lnTo>
                  <a:lnTo>
                    <a:pt x="104" y="6"/>
                  </a:lnTo>
                  <a:lnTo>
                    <a:pt x="102" y="12"/>
                  </a:lnTo>
                  <a:lnTo>
                    <a:pt x="100" y="16"/>
                  </a:lnTo>
                  <a:lnTo>
                    <a:pt x="98" y="18"/>
                  </a:lnTo>
                  <a:lnTo>
                    <a:pt x="92" y="16"/>
                  </a:lnTo>
                  <a:lnTo>
                    <a:pt x="90" y="16"/>
                  </a:lnTo>
                  <a:lnTo>
                    <a:pt x="86" y="16"/>
                  </a:lnTo>
                  <a:lnTo>
                    <a:pt x="86" y="18"/>
                  </a:lnTo>
                  <a:lnTo>
                    <a:pt x="86" y="22"/>
                  </a:lnTo>
                  <a:lnTo>
                    <a:pt x="86" y="26"/>
                  </a:lnTo>
                  <a:lnTo>
                    <a:pt x="82" y="24"/>
                  </a:lnTo>
                  <a:lnTo>
                    <a:pt x="76" y="18"/>
                  </a:lnTo>
                  <a:lnTo>
                    <a:pt x="76" y="20"/>
                  </a:lnTo>
                  <a:lnTo>
                    <a:pt x="72" y="24"/>
                  </a:lnTo>
                  <a:lnTo>
                    <a:pt x="70" y="32"/>
                  </a:lnTo>
                  <a:lnTo>
                    <a:pt x="70" y="36"/>
                  </a:lnTo>
                  <a:lnTo>
                    <a:pt x="66" y="38"/>
                  </a:lnTo>
                  <a:lnTo>
                    <a:pt x="64" y="40"/>
                  </a:lnTo>
                  <a:lnTo>
                    <a:pt x="62" y="44"/>
                  </a:lnTo>
                  <a:lnTo>
                    <a:pt x="60" y="46"/>
                  </a:lnTo>
                  <a:lnTo>
                    <a:pt x="56" y="46"/>
                  </a:lnTo>
                  <a:lnTo>
                    <a:pt x="54" y="46"/>
                  </a:lnTo>
                  <a:lnTo>
                    <a:pt x="54" y="48"/>
                  </a:lnTo>
                  <a:lnTo>
                    <a:pt x="54" y="54"/>
                  </a:lnTo>
                  <a:lnTo>
                    <a:pt x="52" y="62"/>
                  </a:lnTo>
                  <a:lnTo>
                    <a:pt x="48" y="68"/>
                  </a:lnTo>
                  <a:lnTo>
                    <a:pt x="44" y="72"/>
                  </a:lnTo>
                  <a:lnTo>
                    <a:pt x="40" y="74"/>
                  </a:lnTo>
                  <a:lnTo>
                    <a:pt x="42" y="80"/>
                  </a:lnTo>
                  <a:lnTo>
                    <a:pt x="42" y="86"/>
                  </a:lnTo>
                  <a:lnTo>
                    <a:pt x="40" y="92"/>
                  </a:lnTo>
                  <a:lnTo>
                    <a:pt x="38" y="92"/>
                  </a:lnTo>
                  <a:lnTo>
                    <a:pt x="34" y="88"/>
                  </a:lnTo>
                  <a:lnTo>
                    <a:pt x="32" y="88"/>
                  </a:lnTo>
                  <a:lnTo>
                    <a:pt x="30" y="88"/>
                  </a:lnTo>
                  <a:lnTo>
                    <a:pt x="24" y="90"/>
                  </a:lnTo>
                  <a:lnTo>
                    <a:pt x="22" y="92"/>
                  </a:lnTo>
                  <a:lnTo>
                    <a:pt x="20" y="94"/>
                  </a:lnTo>
                  <a:lnTo>
                    <a:pt x="18" y="100"/>
                  </a:lnTo>
                  <a:lnTo>
                    <a:pt x="14" y="104"/>
                  </a:lnTo>
                  <a:lnTo>
                    <a:pt x="14" y="106"/>
                  </a:lnTo>
                  <a:lnTo>
                    <a:pt x="12" y="108"/>
                  </a:lnTo>
                  <a:lnTo>
                    <a:pt x="10" y="110"/>
                  </a:lnTo>
                  <a:lnTo>
                    <a:pt x="8" y="112"/>
                  </a:lnTo>
                  <a:lnTo>
                    <a:pt x="10" y="116"/>
                  </a:lnTo>
                  <a:lnTo>
                    <a:pt x="10" y="120"/>
                  </a:lnTo>
                  <a:lnTo>
                    <a:pt x="10" y="124"/>
                  </a:lnTo>
                  <a:lnTo>
                    <a:pt x="10" y="130"/>
                  </a:lnTo>
                  <a:lnTo>
                    <a:pt x="10" y="134"/>
                  </a:lnTo>
                  <a:lnTo>
                    <a:pt x="10" y="140"/>
                  </a:lnTo>
                  <a:lnTo>
                    <a:pt x="8" y="144"/>
                  </a:lnTo>
                  <a:lnTo>
                    <a:pt x="10" y="146"/>
                  </a:lnTo>
                  <a:lnTo>
                    <a:pt x="12" y="148"/>
                  </a:lnTo>
                  <a:lnTo>
                    <a:pt x="12" y="152"/>
                  </a:lnTo>
                  <a:lnTo>
                    <a:pt x="14" y="156"/>
                  </a:lnTo>
                  <a:lnTo>
                    <a:pt x="12" y="160"/>
                  </a:lnTo>
                  <a:lnTo>
                    <a:pt x="8" y="160"/>
                  </a:lnTo>
                  <a:lnTo>
                    <a:pt x="8" y="168"/>
                  </a:lnTo>
                  <a:lnTo>
                    <a:pt x="6" y="172"/>
                  </a:lnTo>
                  <a:lnTo>
                    <a:pt x="8" y="174"/>
                  </a:lnTo>
                  <a:lnTo>
                    <a:pt x="10" y="178"/>
                  </a:lnTo>
                  <a:lnTo>
                    <a:pt x="8" y="180"/>
                  </a:lnTo>
                  <a:lnTo>
                    <a:pt x="6" y="182"/>
                  </a:lnTo>
                  <a:lnTo>
                    <a:pt x="6" y="184"/>
                  </a:lnTo>
                  <a:lnTo>
                    <a:pt x="4" y="184"/>
                  </a:lnTo>
                  <a:lnTo>
                    <a:pt x="2" y="186"/>
                  </a:lnTo>
                  <a:lnTo>
                    <a:pt x="4" y="188"/>
                  </a:lnTo>
                  <a:lnTo>
                    <a:pt x="4" y="192"/>
                  </a:lnTo>
                  <a:lnTo>
                    <a:pt x="6" y="196"/>
                  </a:lnTo>
                  <a:lnTo>
                    <a:pt x="6" y="200"/>
                  </a:lnTo>
                  <a:lnTo>
                    <a:pt x="4" y="202"/>
                  </a:lnTo>
                  <a:lnTo>
                    <a:pt x="0" y="202"/>
                  </a:lnTo>
                  <a:close/>
                  <a:moveTo>
                    <a:pt x="38" y="202"/>
                  </a:moveTo>
                  <a:lnTo>
                    <a:pt x="38" y="202"/>
                  </a:lnTo>
                  <a:lnTo>
                    <a:pt x="38" y="206"/>
                  </a:lnTo>
                  <a:lnTo>
                    <a:pt x="38" y="210"/>
                  </a:lnTo>
                  <a:lnTo>
                    <a:pt x="34" y="210"/>
                  </a:lnTo>
                  <a:lnTo>
                    <a:pt x="36" y="208"/>
                  </a:lnTo>
                  <a:lnTo>
                    <a:pt x="38" y="202"/>
                  </a:lnTo>
                  <a:close/>
                  <a:moveTo>
                    <a:pt x="38" y="268"/>
                  </a:moveTo>
                  <a:lnTo>
                    <a:pt x="38" y="268"/>
                  </a:lnTo>
                  <a:lnTo>
                    <a:pt x="38" y="274"/>
                  </a:lnTo>
                  <a:lnTo>
                    <a:pt x="44" y="274"/>
                  </a:lnTo>
                  <a:lnTo>
                    <a:pt x="42" y="272"/>
                  </a:lnTo>
                  <a:lnTo>
                    <a:pt x="38" y="268"/>
                  </a:lnTo>
                  <a:close/>
                  <a:moveTo>
                    <a:pt x="86" y="220"/>
                  </a:moveTo>
                  <a:lnTo>
                    <a:pt x="86" y="224"/>
                  </a:lnTo>
                  <a:lnTo>
                    <a:pt x="80" y="224"/>
                  </a:lnTo>
                  <a:lnTo>
                    <a:pt x="78" y="230"/>
                  </a:lnTo>
                  <a:lnTo>
                    <a:pt x="76" y="240"/>
                  </a:lnTo>
                  <a:lnTo>
                    <a:pt x="80" y="242"/>
                  </a:lnTo>
                  <a:lnTo>
                    <a:pt x="86" y="228"/>
                  </a:lnTo>
                  <a:lnTo>
                    <a:pt x="88" y="222"/>
                  </a:lnTo>
                  <a:lnTo>
                    <a:pt x="88" y="220"/>
                  </a:lnTo>
                  <a:lnTo>
                    <a:pt x="86" y="220"/>
                  </a:lnTo>
                  <a:close/>
                  <a:moveTo>
                    <a:pt x="36" y="212"/>
                  </a:moveTo>
                  <a:lnTo>
                    <a:pt x="36" y="212"/>
                  </a:lnTo>
                  <a:lnTo>
                    <a:pt x="36" y="214"/>
                  </a:lnTo>
                  <a:lnTo>
                    <a:pt x="34" y="216"/>
                  </a:lnTo>
                  <a:lnTo>
                    <a:pt x="34" y="212"/>
                  </a:lnTo>
                  <a:lnTo>
                    <a:pt x="36" y="212"/>
                  </a:lnTo>
                  <a:close/>
                  <a:moveTo>
                    <a:pt x="66" y="188"/>
                  </a:moveTo>
                  <a:lnTo>
                    <a:pt x="66" y="188"/>
                  </a:lnTo>
                  <a:lnTo>
                    <a:pt x="70" y="188"/>
                  </a:lnTo>
                  <a:lnTo>
                    <a:pt x="72" y="190"/>
                  </a:lnTo>
                  <a:lnTo>
                    <a:pt x="72" y="192"/>
                  </a:lnTo>
                  <a:lnTo>
                    <a:pt x="66" y="190"/>
                  </a:lnTo>
                  <a:lnTo>
                    <a:pt x="64" y="188"/>
                  </a:lnTo>
                  <a:lnTo>
                    <a:pt x="66" y="188"/>
                  </a:lnTo>
                  <a:close/>
                  <a:moveTo>
                    <a:pt x="24" y="188"/>
                  </a:moveTo>
                  <a:lnTo>
                    <a:pt x="24" y="188"/>
                  </a:lnTo>
                  <a:lnTo>
                    <a:pt x="28" y="190"/>
                  </a:lnTo>
                  <a:lnTo>
                    <a:pt x="30" y="194"/>
                  </a:lnTo>
                  <a:lnTo>
                    <a:pt x="32" y="198"/>
                  </a:lnTo>
                  <a:lnTo>
                    <a:pt x="30" y="200"/>
                  </a:lnTo>
                  <a:lnTo>
                    <a:pt x="24" y="204"/>
                  </a:lnTo>
                  <a:lnTo>
                    <a:pt x="12" y="208"/>
                  </a:lnTo>
                  <a:lnTo>
                    <a:pt x="12" y="200"/>
                  </a:lnTo>
                  <a:lnTo>
                    <a:pt x="20" y="196"/>
                  </a:lnTo>
                  <a:lnTo>
                    <a:pt x="24" y="18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4" name="Google Shape;274;p60"/>
            <p:cNvSpPr/>
            <p:nvPr/>
          </p:nvSpPr>
          <p:spPr>
            <a:xfrm>
              <a:off x="8296130" y="5063900"/>
              <a:ext cx="23070" cy="30467"/>
            </a:xfrm>
            <a:custGeom>
              <a:rect b="b" l="l" r="r" t="t"/>
              <a:pathLst>
                <a:path extrusionOk="0" h="22" w="14">
                  <a:moveTo>
                    <a:pt x="12" y="14"/>
                  </a:moveTo>
                  <a:lnTo>
                    <a:pt x="12" y="14"/>
                  </a:lnTo>
                  <a:lnTo>
                    <a:pt x="14" y="6"/>
                  </a:lnTo>
                  <a:lnTo>
                    <a:pt x="12" y="2"/>
                  </a:lnTo>
                  <a:lnTo>
                    <a:pt x="8" y="0"/>
                  </a:lnTo>
                  <a:lnTo>
                    <a:pt x="6" y="2"/>
                  </a:lnTo>
                  <a:lnTo>
                    <a:pt x="4" y="2"/>
                  </a:lnTo>
                  <a:lnTo>
                    <a:pt x="2" y="2"/>
                  </a:lnTo>
                  <a:lnTo>
                    <a:pt x="0" y="2"/>
                  </a:lnTo>
                  <a:lnTo>
                    <a:pt x="0" y="8"/>
                  </a:lnTo>
                  <a:lnTo>
                    <a:pt x="0" y="12"/>
                  </a:lnTo>
                  <a:lnTo>
                    <a:pt x="0" y="14"/>
                  </a:lnTo>
                  <a:lnTo>
                    <a:pt x="2" y="18"/>
                  </a:lnTo>
                  <a:lnTo>
                    <a:pt x="4" y="18"/>
                  </a:lnTo>
                  <a:lnTo>
                    <a:pt x="12" y="22"/>
                  </a:lnTo>
                  <a:lnTo>
                    <a:pt x="12" y="1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5" name="Google Shape;275;p60"/>
            <p:cNvSpPr/>
            <p:nvPr/>
          </p:nvSpPr>
          <p:spPr>
            <a:xfrm>
              <a:off x="6633010" y="4425888"/>
              <a:ext cx="77598" cy="96777"/>
            </a:xfrm>
            <a:custGeom>
              <a:rect b="b" l="l" r="r" t="t"/>
              <a:pathLst>
                <a:path extrusionOk="0" h="68" w="46">
                  <a:moveTo>
                    <a:pt x="12" y="4"/>
                  </a:moveTo>
                  <a:lnTo>
                    <a:pt x="12" y="4"/>
                  </a:lnTo>
                  <a:lnTo>
                    <a:pt x="8" y="10"/>
                  </a:lnTo>
                  <a:lnTo>
                    <a:pt x="8" y="18"/>
                  </a:lnTo>
                  <a:lnTo>
                    <a:pt x="4" y="20"/>
                  </a:lnTo>
                  <a:lnTo>
                    <a:pt x="2" y="24"/>
                  </a:lnTo>
                  <a:lnTo>
                    <a:pt x="0" y="24"/>
                  </a:lnTo>
                  <a:lnTo>
                    <a:pt x="2" y="26"/>
                  </a:lnTo>
                  <a:lnTo>
                    <a:pt x="2" y="32"/>
                  </a:lnTo>
                  <a:lnTo>
                    <a:pt x="2" y="40"/>
                  </a:lnTo>
                  <a:lnTo>
                    <a:pt x="4" y="42"/>
                  </a:lnTo>
                  <a:lnTo>
                    <a:pt x="6" y="46"/>
                  </a:lnTo>
                  <a:lnTo>
                    <a:pt x="4" y="50"/>
                  </a:lnTo>
                  <a:lnTo>
                    <a:pt x="6" y="60"/>
                  </a:lnTo>
                  <a:lnTo>
                    <a:pt x="8" y="66"/>
                  </a:lnTo>
                  <a:lnTo>
                    <a:pt x="12" y="66"/>
                  </a:lnTo>
                  <a:lnTo>
                    <a:pt x="20" y="68"/>
                  </a:lnTo>
                  <a:lnTo>
                    <a:pt x="24" y="64"/>
                  </a:lnTo>
                  <a:lnTo>
                    <a:pt x="20" y="60"/>
                  </a:lnTo>
                  <a:lnTo>
                    <a:pt x="22" y="54"/>
                  </a:lnTo>
                  <a:lnTo>
                    <a:pt x="28" y="56"/>
                  </a:lnTo>
                  <a:lnTo>
                    <a:pt x="32" y="54"/>
                  </a:lnTo>
                  <a:lnTo>
                    <a:pt x="34" y="58"/>
                  </a:lnTo>
                  <a:lnTo>
                    <a:pt x="40" y="58"/>
                  </a:lnTo>
                  <a:lnTo>
                    <a:pt x="44" y="50"/>
                  </a:lnTo>
                  <a:lnTo>
                    <a:pt x="46" y="42"/>
                  </a:lnTo>
                  <a:lnTo>
                    <a:pt x="46" y="40"/>
                  </a:lnTo>
                  <a:lnTo>
                    <a:pt x="42" y="36"/>
                  </a:lnTo>
                  <a:lnTo>
                    <a:pt x="40" y="34"/>
                  </a:lnTo>
                  <a:lnTo>
                    <a:pt x="40" y="30"/>
                  </a:lnTo>
                  <a:lnTo>
                    <a:pt x="40" y="16"/>
                  </a:lnTo>
                  <a:lnTo>
                    <a:pt x="44" y="6"/>
                  </a:lnTo>
                  <a:lnTo>
                    <a:pt x="44" y="2"/>
                  </a:lnTo>
                  <a:lnTo>
                    <a:pt x="30" y="0"/>
                  </a:lnTo>
                  <a:lnTo>
                    <a:pt x="14" y="0"/>
                  </a:lnTo>
                  <a:lnTo>
                    <a:pt x="14" y="2"/>
                  </a:lnTo>
                  <a:lnTo>
                    <a:pt x="12"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6" name="Google Shape;276;p60"/>
            <p:cNvSpPr/>
            <p:nvPr/>
          </p:nvSpPr>
          <p:spPr>
            <a:xfrm>
              <a:off x="8124155" y="4080000"/>
              <a:ext cx="327171" cy="394277"/>
            </a:xfrm>
            <a:custGeom>
              <a:rect b="b" l="l" r="r" t="t"/>
              <a:pathLst>
                <a:path extrusionOk="0" h="280" w="198">
                  <a:moveTo>
                    <a:pt x="198" y="70"/>
                  </a:moveTo>
                  <a:lnTo>
                    <a:pt x="194" y="70"/>
                  </a:lnTo>
                  <a:lnTo>
                    <a:pt x="178" y="52"/>
                  </a:lnTo>
                  <a:lnTo>
                    <a:pt x="176" y="44"/>
                  </a:lnTo>
                  <a:lnTo>
                    <a:pt x="178" y="36"/>
                  </a:lnTo>
                  <a:lnTo>
                    <a:pt x="178" y="28"/>
                  </a:lnTo>
                  <a:lnTo>
                    <a:pt x="178" y="20"/>
                  </a:lnTo>
                  <a:lnTo>
                    <a:pt x="174" y="18"/>
                  </a:lnTo>
                  <a:lnTo>
                    <a:pt x="174" y="14"/>
                  </a:lnTo>
                  <a:lnTo>
                    <a:pt x="174" y="10"/>
                  </a:lnTo>
                  <a:lnTo>
                    <a:pt x="168" y="6"/>
                  </a:lnTo>
                  <a:lnTo>
                    <a:pt x="162" y="2"/>
                  </a:lnTo>
                  <a:lnTo>
                    <a:pt x="162" y="0"/>
                  </a:lnTo>
                  <a:lnTo>
                    <a:pt x="154" y="2"/>
                  </a:lnTo>
                  <a:lnTo>
                    <a:pt x="150" y="2"/>
                  </a:lnTo>
                  <a:lnTo>
                    <a:pt x="148" y="10"/>
                  </a:lnTo>
                  <a:lnTo>
                    <a:pt x="144" y="12"/>
                  </a:lnTo>
                  <a:lnTo>
                    <a:pt x="142" y="18"/>
                  </a:lnTo>
                  <a:lnTo>
                    <a:pt x="138" y="20"/>
                  </a:lnTo>
                  <a:lnTo>
                    <a:pt x="136" y="18"/>
                  </a:lnTo>
                  <a:lnTo>
                    <a:pt x="126" y="18"/>
                  </a:lnTo>
                  <a:lnTo>
                    <a:pt x="126" y="14"/>
                  </a:lnTo>
                  <a:lnTo>
                    <a:pt x="122" y="18"/>
                  </a:lnTo>
                  <a:lnTo>
                    <a:pt x="42" y="16"/>
                  </a:lnTo>
                  <a:lnTo>
                    <a:pt x="42" y="44"/>
                  </a:lnTo>
                  <a:lnTo>
                    <a:pt x="30" y="44"/>
                  </a:lnTo>
                  <a:lnTo>
                    <a:pt x="30" y="54"/>
                  </a:lnTo>
                  <a:lnTo>
                    <a:pt x="30" y="108"/>
                  </a:lnTo>
                  <a:lnTo>
                    <a:pt x="28" y="108"/>
                  </a:lnTo>
                  <a:lnTo>
                    <a:pt x="22" y="108"/>
                  </a:lnTo>
                  <a:lnTo>
                    <a:pt x="20" y="106"/>
                  </a:lnTo>
                  <a:lnTo>
                    <a:pt x="18" y="108"/>
                  </a:lnTo>
                  <a:lnTo>
                    <a:pt x="14" y="112"/>
                  </a:lnTo>
                  <a:lnTo>
                    <a:pt x="14" y="116"/>
                  </a:lnTo>
                  <a:lnTo>
                    <a:pt x="14" y="118"/>
                  </a:lnTo>
                  <a:lnTo>
                    <a:pt x="12" y="122"/>
                  </a:lnTo>
                  <a:lnTo>
                    <a:pt x="10" y="124"/>
                  </a:lnTo>
                  <a:lnTo>
                    <a:pt x="10" y="126"/>
                  </a:lnTo>
                  <a:lnTo>
                    <a:pt x="10" y="130"/>
                  </a:lnTo>
                  <a:lnTo>
                    <a:pt x="8" y="134"/>
                  </a:lnTo>
                  <a:lnTo>
                    <a:pt x="6" y="136"/>
                  </a:lnTo>
                  <a:lnTo>
                    <a:pt x="4" y="138"/>
                  </a:lnTo>
                  <a:lnTo>
                    <a:pt x="4" y="142"/>
                  </a:lnTo>
                  <a:lnTo>
                    <a:pt x="2" y="144"/>
                  </a:lnTo>
                  <a:lnTo>
                    <a:pt x="0" y="146"/>
                  </a:lnTo>
                  <a:lnTo>
                    <a:pt x="0" y="148"/>
                  </a:lnTo>
                  <a:lnTo>
                    <a:pt x="0" y="150"/>
                  </a:lnTo>
                  <a:lnTo>
                    <a:pt x="2" y="150"/>
                  </a:lnTo>
                  <a:lnTo>
                    <a:pt x="6" y="150"/>
                  </a:lnTo>
                  <a:lnTo>
                    <a:pt x="8" y="150"/>
                  </a:lnTo>
                  <a:lnTo>
                    <a:pt x="10" y="152"/>
                  </a:lnTo>
                  <a:lnTo>
                    <a:pt x="10" y="154"/>
                  </a:lnTo>
                  <a:lnTo>
                    <a:pt x="10" y="156"/>
                  </a:lnTo>
                  <a:lnTo>
                    <a:pt x="8" y="160"/>
                  </a:lnTo>
                  <a:lnTo>
                    <a:pt x="8" y="162"/>
                  </a:lnTo>
                  <a:lnTo>
                    <a:pt x="8" y="164"/>
                  </a:lnTo>
                  <a:lnTo>
                    <a:pt x="8" y="166"/>
                  </a:lnTo>
                  <a:lnTo>
                    <a:pt x="8" y="170"/>
                  </a:lnTo>
                  <a:lnTo>
                    <a:pt x="10" y="172"/>
                  </a:lnTo>
                  <a:lnTo>
                    <a:pt x="12" y="176"/>
                  </a:lnTo>
                  <a:lnTo>
                    <a:pt x="18" y="184"/>
                  </a:lnTo>
                  <a:lnTo>
                    <a:pt x="18" y="192"/>
                  </a:lnTo>
                  <a:lnTo>
                    <a:pt x="16" y="194"/>
                  </a:lnTo>
                  <a:lnTo>
                    <a:pt x="20" y="196"/>
                  </a:lnTo>
                  <a:lnTo>
                    <a:pt x="22" y="200"/>
                  </a:lnTo>
                  <a:lnTo>
                    <a:pt x="22" y="204"/>
                  </a:lnTo>
                  <a:lnTo>
                    <a:pt x="22" y="208"/>
                  </a:lnTo>
                  <a:lnTo>
                    <a:pt x="24" y="210"/>
                  </a:lnTo>
                  <a:lnTo>
                    <a:pt x="28" y="214"/>
                  </a:lnTo>
                  <a:lnTo>
                    <a:pt x="30" y="218"/>
                  </a:lnTo>
                  <a:lnTo>
                    <a:pt x="30" y="220"/>
                  </a:lnTo>
                  <a:lnTo>
                    <a:pt x="32" y="220"/>
                  </a:lnTo>
                  <a:lnTo>
                    <a:pt x="36" y="220"/>
                  </a:lnTo>
                  <a:lnTo>
                    <a:pt x="38" y="222"/>
                  </a:lnTo>
                  <a:lnTo>
                    <a:pt x="40" y="224"/>
                  </a:lnTo>
                  <a:lnTo>
                    <a:pt x="42" y="226"/>
                  </a:lnTo>
                  <a:lnTo>
                    <a:pt x="46" y="226"/>
                  </a:lnTo>
                  <a:lnTo>
                    <a:pt x="48" y="228"/>
                  </a:lnTo>
                  <a:lnTo>
                    <a:pt x="48" y="232"/>
                  </a:lnTo>
                  <a:lnTo>
                    <a:pt x="50" y="234"/>
                  </a:lnTo>
                  <a:lnTo>
                    <a:pt x="52" y="236"/>
                  </a:lnTo>
                  <a:lnTo>
                    <a:pt x="58" y="238"/>
                  </a:lnTo>
                  <a:lnTo>
                    <a:pt x="60" y="242"/>
                  </a:lnTo>
                  <a:lnTo>
                    <a:pt x="60" y="246"/>
                  </a:lnTo>
                  <a:lnTo>
                    <a:pt x="62" y="250"/>
                  </a:lnTo>
                  <a:lnTo>
                    <a:pt x="64" y="252"/>
                  </a:lnTo>
                  <a:lnTo>
                    <a:pt x="64" y="254"/>
                  </a:lnTo>
                  <a:lnTo>
                    <a:pt x="68" y="260"/>
                  </a:lnTo>
                  <a:lnTo>
                    <a:pt x="68" y="262"/>
                  </a:lnTo>
                  <a:lnTo>
                    <a:pt x="70" y="266"/>
                  </a:lnTo>
                  <a:lnTo>
                    <a:pt x="72" y="266"/>
                  </a:lnTo>
                  <a:lnTo>
                    <a:pt x="74" y="262"/>
                  </a:lnTo>
                  <a:lnTo>
                    <a:pt x="76" y="262"/>
                  </a:lnTo>
                  <a:lnTo>
                    <a:pt x="78" y="262"/>
                  </a:lnTo>
                  <a:lnTo>
                    <a:pt x="82" y="266"/>
                  </a:lnTo>
                  <a:lnTo>
                    <a:pt x="84" y="266"/>
                  </a:lnTo>
                  <a:lnTo>
                    <a:pt x="86" y="264"/>
                  </a:lnTo>
                  <a:lnTo>
                    <a:pt x="88" y="262"/>
                  </a:lnTo>
                  <a:lnTo>
                    <a:pt x="90" y="262"/>
                  </a:lnTo>
                  <a:lnTo>
                    <a:pt x="92" y="266"/>
                  </a:lnTo>
                  <a:lnTo>
                    <a:pt x="96" y="272"/>
                  </a:lnTo>
                  <a:lnTo>
                    <a:pt x="104" y="276"/>
                  </a:lnTo>
                  <a:lnTo>
                    <a:pt x="106" y="278"/>
                  </a:lnTo>
                  <a:lnTo>
                    <a:pt x="108" y="276"/>
                  </a:lnTo>
                  <a:lnTo>
                    <a:pt x="114" y="280"/>
                  </a:lnTo>
                  <a:lnTo>
                    <a:pt x="116" y="276"/>
                  </a:lnTo>
                  <a:lnTo>
                    <a:pt x="120" y="276"/>
                  </a:lnTo>
                  <a:lnTo>
                    <a:pt x="122" y="274"/>
                  </a:lnTo>
                  <a:lnTo>
                    <a:pt x="124" y="274"/>
                  </a:lnTo>
                  <a:lnTo>
                    <a:pt x="126" y="274"/>
                  </a:lnTo>
                  <a:lnTo>
                    <a:pt x="130" y="274"/>
                  </a:lnTo>
                  <a:lnTo>
                    <a:pt x="132" y="274"/>
                  </a:lnTo>
                  <a:lnTo>
                    <a:pt x="134" y="276"/>
                  </a:lnTo>
                  <a:lnTo>
                    <a:pt x="138" y="272"/>
                  </a:lnTo>
                  <a:lnTo>
                    <a:pt x="144" y="272"/>
                  </a:lnTo>
                  <a:lnTo>
                    <a:pt x="148" y="268"/>
                  </a:lnTo>
                  <a:lnTo>
                    <a:pt x="152" y="268"/>
                  </a:lnTo>
                  <a:lnTo>
                    <a:pt x="158" y="268"/>
                  </a:lnTo>
                  <a:lnTo>
                    <a:pt x="164" y="272"/>
                  </a:lnTo>
                  <a:lnTo>
                    <a:pt x="164" y="268"/>
                  </a:lnTo>
                  <a:lnTo>
                    <a:pt x="164" y="266"/>
                  </a:lnTo>
                  <a:lnTo>
                    <a:pt x="162" y="264"/>
                  </a:lnTo>
                  <a:lnTo>
                    <a:pt x="160" y="262"/>
                  </a:lnTo>
                  <a:lnTo>
                    <a:pt x="158" y="262"/>
                  </a:lnTo>
                  <a:lnTo>
                    <a:pt x="154" y="262"/>
                  </a:lnTo>
                  <a:lnTo>
                    <a:pt x="152" y="258"/>
                  </a:lnTo>
                  <a:lnTo>
                    <a:pt x="148" y="252"/>
                  </a:lnTo>
                  <a:lnTo>
                    <a:pt x="146" y="246"/>
                  </a:lnTo>
                  <a:lnTo>
                    <a:pt x="146" y="242"/>
                  </a:lnTo>
                  <a:lnTo>
                    <a:pt x="144" y="240"/>
                  </a:lnTo>
                  <a:lnTo>
                    <a:pt x="138" y="234"/>
                  </a:lnTo>
                  <a:lnTo>
                    <a:pt x="136" y="230"/>
                  </a:lnTo>
                  <a:lnTo>
                    <a:pt x="132" y="230"/>
                  </a:lnTo>
                  <a:lnTo>
                    <a:pt x="128" y="228"/>
                  </a:lnTo>
                  <a:lnTo>
                    <a:pt x="126" y="228"/>
                  </a:lnTo>
                  <a:lnTo>
                    <a:pt x="124" y="228"/>
                  </a:lnTo>
                  <a:lnTo>
                    <a:pt x="126" y="220"/>
                  </a:lnTo>
                  <a:lnTo>
                    <a:pt x="130" y="220"/>
                  </a:lnTo>
                  <a:lnTo>
                    <a:pt x="134" y="218"/>
                  </a:lnTo>
                  <a:lnTo>
                    <a:pt x="136" y="218"/>
                  </a:lnTo>
                  <a:lnTo>
                    <a:pt x="138" y="210"/>
                  </a:lnTo>
                  <a:lnTo>
                    <a:pt x="138" y="198"/>
                  </a:lnTo>
                  <a:lnTo>
                    <a:pt x="140" y="192"/>
                  </a:lnTo>
                  <a:lnTo>
                    <a:pt x="144" y="184"/>
                  </a:lnTo>
                  <a:lnTo>
                    <a:pt x="144" y="176"/>
                  </a:lnTo>
                  <a:lnTo>
                    <a:pt x="148" y="174"/>
                  </a:lnTo>
                  <a:lnTo>
                    <a:pt x="152" y="172"/>
                  </a:lnTo>
                  <a:lnTo>
                    <a:pt x="154" y="170"/>
                  </a:lnTo>
                  <a:lnTo>
                    <a:pt x="156" y="162"/>
                  </a:lnTo>
                  <a:lnTo>
                    <a:pt x="158" y="158"/>
                  </a:lnTo>
                  <a:lnTo>
                    <a:pt x="160" y="152"/>
                  </a:lnTo>
                  <a:lnTo>
                    <a:pt x="160" y="148"/>
                  </a:lnTo>
                  <a:lnTo>
                    <a:pt x="162" y="146"/>
                  </a:lnTo>
                  <a:lnTo>
                    <a:pt x="166" y="142"/>
                  </a:lnTo>
                  <a:lnTo>
                    <a:pt x="172" y="132"/>
                  </a:lnTo>
                  <a:lnTo>
                    <a:pt x="172" y="126"/>
                  </a:lnTo>
                  <a:lnTo>
                    <a:pt x="172" y="120"/>
                  </a:lnTo>
                  <a:lnTo>
                    <a:pt x="172" y="116"/>
                  </a:lnTo>
                  <a:lnTo>
                    <a:pt x="172" y="110"/>
                  </a:lnTo>
                  <a:lnTo>
                    <a:pt x="174" y="104"/>
                  </a:lnTo>
                  <a:lnTo>
                    <a:pt x="176" y="100"/>
                  </a:lnTo>
                  <a:lnTo>
                    <a:pt x="176" y="90"/>
                  </a:lnTo>
                  <a:lnTo>
                    <a:pt x="176" y="86"/>
                  </a:lnTo>
                  <a:lnTo>
                    <a:pt x="178" y="86"/>
                  </a:lnTo>
                  <a:lnTo>
                    <a:pt x="180" y="84"/>
                  </a:lnTo>
                  <a:lnTo>
                    <a:pt x="180" y="80"/>
                  </a:lnTo>
                  <a:lnTo>
                    <a:pt x="184" y="76"/>
                  </a:lnTo>
                  <a:lnTo>
                    <a:pt x="186" y="76"/>
                  </a:lnTo>
                  <a:lnTo>
                    <a:pt x="192" y="76"/>
                  </a:lnTo>
                  <a:lnTo>
                    <a:pt x="198" y="7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7" name="Google Shape;277;p60"/>
            <p:cNvSpPr/>
            <p:nvPr/>
          </p:nvSpPr>
          <p:spPr>
            <a:xfrm>
              <a:off x="9200045" y="4361370"/>
              <a:ext cx="41945" cy="77063"/>
            </a:xfrm>
            <a:custGeom>
              <a:rect b="b" l="l" r="r" t="t"/>
              <a:pathLst>
                <a:path extrusionOk="0" h="54" w="26">
                  <a:moveTo>
                    <a:pt x="6" y="0"/>
                  </a:moveTo>
                  <a:lnTo>
                    <a:pt x="6" y="0"/>
                  </a:lnTo>
                  <a:lnTo>
                    <a:pt x="4" y="2"/>
                  </a:lnTo>
                  <a:lnTo>
                    <a:pt x="2" y="4"/>
                  </a:lnTo>
                  <a:lnTo>
                    <a:pt x="4" y="6"/>
                  </a:lnTo>
                  <a:lnTo>
                    <a:pt x="4" y="8"/>
                  </a:lnTo>
                  <a:lnTo>
                    <a:pt x="6" y="10"/>
                  </a:lnTo>
                  <a:lnTo>
                    <a:pt x="0" y="24"/>
                  </a:lnTo>
                  <a:lnTo>
                    <a:pt x="2" y="30"/>
                  </a:lnTo>
                  <a:lnTo>
                    <a:pt x="4" y="38"/>
                  </a:lnTo>
                  <a:lnTo>
                    <a:pt x="6" y="46"/>
                  </a:lnTo>
                  <a:lnTo>
                    <a:pt x="6" y="52"/>
                  </a:lnTo>
                  <a:lnTo>
                    <a:pt x="8" y="54"/>
                  </a:lnTo>
                  <a:lnTo>
                    <a:pt x="10" y="54"/>
                  </a:lnTo>
                  <a:lnTo>
                    <a:pt x="18" y="50"/>
                  </a:lnTo>
                  <a:lnTo>
                    <a:pt x="22" y="50"/>
                  </a:lnTo>
                  <a:lnTo>
                    <a:pt x="24" y="48"/>
                  </a:lnTo>
                  <a:lnTo>
                    <a:pt x="26" y="42"/>
                  </a:lnTo>
                  <a:lnTo>
                    <a:pt x="26" y="38"/>
                  </a:lnTo>
                  <a:lnTo>
                    <a:pt x="24" y="28"/>
                  </a:lnTo>
                  <a:lnTo>
                    <a:pt x="14" y="10"/>
                  </a:lnTo>
                  <a:lnTo>
                    <a:pt x="6"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8" name="Google Shape;278;p60"/>
            <p:cNvSpPr/>
            <p:nvPr/>
          </p:nvSpPr>
          <p:spPr>
            <a:xfrm>
              <a:off x="7408993" y="3639127"/>
              <a:ext cx="411061" cy="356641"/>
            </a:xfrm>
            <a:custGeom>
              <a:rect b="b" l="l" r="r" t="t"/>
              <a:pathLst>
                <a:path extrusionOk="0" h="252" w="250">
                  <a:moveTo>
                    <a:pt x="226" y="62"/>
                  </a:moveTo>
                  <a:lnTo>
                    <a:pt x="226" y="62"/>
                  </a:lnTo>
                  <a:lnTo>
                    <a:pt x="226" y="68"/>
                  </a:lnTo>
                  <a:lnTo>
                    <a:pt x="226" y="70"/>
                  </a:lnTo>
                  <a:lnTo>
                    <a:pt x="228" y="72"/>
                  </a:lnTo>
                  <a:lnTo>
                    <a:pt x="232" y="66"/>
                  </a:lnTo>
                  <a:lnTo>
                    <a:pt x="226" y="62"/>
                  </a:lnTo>
                  <a:close/>
                  <a:moveTo>
                    <a:pt x="242" y="62"/>
                  </a:moveTo>
                  <a:lnTo>
                    <a:pt x="246" y="66"/>
                  </a:lnTo>
                  <a:lnTo>
                    <a:pt x="250" y="66"/>
                  </a:lnTo>
                  <a:lnTo>
                    <a:pt x="248" y="64"/>
                  </a:lnTo>
                  <a:lnTo>
                    <a:pt x="242" y="62"/>
                  </a:lnTo>
                  <a:close/>
                  <a:moveTo>
                    <a:pt x="204" y="72"/>
                  </a:moveTo>
                  <a:lnTo>
                    <a:pt x="204" y="72"/>
                  </a:lnTo>
                  <a:lnTo>
                    <a:pt x="204" y="74"/>
                  </a:lnTo>
                  <a:lnTo>
                    <a:pt x="206" y="76"/>
                  </a:lnTo>
                  <a:lnTo>
                    <a:pt x="208" y="74"/>
                  </a:lnTo>
                  <a:lnTo>
                    <a:pt x="208" y="72"/>
                  </a:lnTo>
                  <a:lnTo>
                    <a:pt x="204" y="72"/>
                  </a:lnTo>
                  <a:close/>
                  <a:moveTo>
                    <a:pt x="34" y="240"/>
                  </a:moveTo>
                  <a:lnTo>
                    <a:pt x="34" y="240"/>
                  </a:lnTo>
                  <a:lnTo>
                    <a:pt x="30" y="246"/>
                  </a:lnTo>
                  <a:lnTo>
                    <a:pt x="36" y="244"/>
                  </a:lnTo>
                  <a:lnTo>
                    <a:pt x="34" y="240"/>
                  </a:lnTo>
                  <a:close/>
                  <a:moveTo>
                    <a:pt x="4" y="242"/>
                  </a:moveTo>
                  <a:lnTo>
                    <a:pt x="4" y="242"/>
                  </a:lnTo>
                  <a:lnTo>
                    <a:pt x="0" y="246"/>
                  </a:lnTo>
                  <a:lnTo>
                    <a:pt x="0" y="248"/>
                  </a:lnTo>
                  <a:lnTo>
                    <a:pt x="4" y="246"/>
                  </a:lnTo>
                  <a:lnTo>
                    <a:pt x="4" y="244"/>
                  </a:lnTo>
                  <a:lnTo>
                    <a:pt x="6" y="242"/>
                  </a:lnTo>
                  <a:lnTo>
                    <a:pt x="4" y="242"/>
                  </a:lnTo>
                  <a:close/>
                  <a:moveTo>
                    <a:pt x="14" y="246"/>
                  </a:moveTo>
                  <a:lnTo>
                    <a:pt x="14" y="246"/>
                  </a:lnTo>
                  <a:lnTo>
                    <a:pt x="12" y="248"/>
                  </a:lnTo>
                  <a:lnTo>
                    <a:pt x="14" y="250"/>
                  </a:lnTo>
                  <a:lnTo>
                    <a:pt x="16" y="252"/>
                  </a:lnTo>
                  <a:lnTo>
                    <a:pt x="18" y="248"/>
                  </a:lnTo>
                  <a:lnTo>
                    <a:pt x="18" y="246"/>
                  </a:lnTo>
                  <a:lnTo>
                    <a:pt x="14" y="246"/>
                  </a:lnTo>
                  <a:close/>
                  <a:moveTo>
                    <a:pt x="174" y="8"/>
                  </a:moveTo>
                  <a:lnTo>
                    <a:pt x="174" y="8"/>
                  </a:lnTo>
                  <a:lnTo>
                    <a:pt x="166" y="8"/>
                  </a:lnTo>
                  <a:lnTo>
                    <a:pt x="156" y="6"/>
                  </a:lnTo>
                  <a:lnTo>
                    <a:pt x="136" y="4"/>
                  </a:lnTo>
                  <a:lnTo>
                    <a:pt x="124" y="4"/>
                  </a:lnTo>
                  <a:lnTo>
                    <a:pt x="112" y="4"/>
                  </a:lnTo>
                  <a:lnTo>
                    <a:pt x="110" y="2"/>
                  </a:lnTo>
                  <a:lnTo>
                    <a:pt x="106" y="0"/>
                  </a:lnTo>
                  <a:lnTo>
                    <a:pt x="102" y="2"/>
                  </a:lnTo>
                  <a:lnTo>
                    <a:pt x="100" y="4"/>
                  </a:lnTo>
                  <a:lnTo>
                    <a:pt x="98" y="8"/>
                  </a:lnTo>
                  <a:lnTo>
                    <a:pt x="94" y="8"/>
                  </a:lnTo>
                  <a:lnTo>
                    <a:pt x="88" y="8"/>
                  </a:lnTo>
                  <a:lnTo>
                    <a:pt x="86" y="10"/>
                  </a:lnTo>
                  <a:lnTo>
                    <a:pt x="84" y="14"/>
                  </a:lnTo>
                  <a:lnTo>
                    <a:pt x="88" y="22"/>
                  </a:lnTo>
                  <a:lnTo>
                    <a:pt x="88" y="30"/>
                  </a:lnTo>
                  <a:lnTo>
                    <a:pt x="92" y="28"/>
                  </a:lnTo>
                  <a:lnTo>
                    <a:pt x="96" y="28"/>
                  </a:lnTo>
                  <a:lnTo>
                    <a:pt x="98" y="28"/>
                  </a:lnTo>
                  <a:lnTo>
                    <a:pt x="98" y="32"/>
                  </a:lnTo>
                  <a:lnTo>
                    <a:pt x="100" y="30"/>
                  </a:lnTo>
                  <a:lnTo>
                    <a:pt x="108" y="30"/>
                  </a:lnTo>
                  <a:lnTo>
                    <a:pt x="112" y="30"/>
                  </a:lnTo>
                  <a:lnTo>
                    <a:pt x="112" y="32"/>
                  </a:lnTo>
                  <a:lnTo>
                    <a:pt x="114" y="34"/>
                  </a:lnTo>
                  <a:lnTo>
                    <a:pt x="114" y="36"/>
                  </a:lnTo>
                  <a:lnTo>
                    <a:pt x="110" y="42"/>
                  </a:lnTo>
                  <a:lnTo>
                    <a:pt x="108" y="42"/>
                  </a:lnTo>
                  <a:lnTo>
                    <a:pt x="110" y="46"/>
                  </a:lnTo>
                  <a:lnTo>
                    <a:pt x="112" y="52"/>
                  </a:lnTo>
                  <a:lnTo>
                    <a:pt x="112" y="54"/>
                  </a:lnTo>
                  <a:lnTo>
                    <a:pt x="112" y="56"/>
                  </a:lnTo>
                  <a:lnTo>
                    <a:pt x="108" y="60"/>
                  </a:lnTo>
                  <a:lnTo>
                    <a:pt x="108" y="64"/>
                  </a:lnTo>
                  <a:lnTo>
                    <a:pt x="110" y="68"/>
                  </a:lnTo>
                  <a:lnTo>
                    <a:pt x="108" y="72"/>
                  </a:lnTo>
                  <a:lnTo>
                    <a:pt x="106" y="74"/>
                  </a:lnTo>
                  <a:lnTo>
                    <a:pt x="106" y="76"/>
                  </a:lnTo>
                  <a:lnTo>
                    <a:pt x="108" y="80"/>
                  </a:lnTo>
                  <a:lnTo>
                    <a:pt x="110" y="82"/>
                  </a:lnTo>
                  <a:lnTo>
                    <a:pt x="108" y="86"/>
                  </a:lnTo>
                  <a:lnTo>
                    <a:pt x="106" y="88"/>
                  </a:lnTo>
                  <a:lnTo>
                    <a:pt x="106" y="92"/>
                  </a:lnTo>
                  <a:lnTo>
                    <a:pt x="108" y="94"/>
                  </a:lnTo>
                  <a:lnTo>
                    <a:pt x="110" y="94"/>
                  </a:lnTo>
                  <a:lnTo>
                    <a:pt x="110" y="96"/>
                  </a:lnTo>
                  <a:lnTo>
                    <a:pt x="110" y="102"/>
                  </a:lnTo>
                  <a:lnTo>
                    <a:pt x="112" y="104"/>
                  </a:lnTo>
                  <a:lnTo>
                    <a:pt x="122" y="120"/>
                  </a:lnTo>
                  <a:lnTo>
                    <a:pt x="130" y="118"/>
                  </a:lnTo>
                  <a:lnTo>
                    <a:pt x="138" y="116"/>
                  </a:lnTo>
                  <a:lnTo>
                    <a:pt x="140" y="112"/>
                  </a:lnTo>
                  <a:lnTo>
                    <a:pt x="144" y="112"/>
                  </a:lnTo>
                  <a:lnTo>
                    <a:pt x="150" y="114"/>
                  </a:lnTo>
                  <a:lnTo>
                    <a:pt x="156" y="114"/>
                  </a:lnTo>
                  <a:lnTo>
                    <a:pt x="162" y="112"/>
                  </a:lnTo>
                  <a:lnTo>
                    <a:pt x="162" y="110"/>
                  </a:lnTo>
                  <a:lnTo>
                    <a:pt x="164" y="108"/>
                  </a:lnTo>
                  <a:lnTo>
                    <a:pt x="166" y="106"/>
                  </a:lnTo>
                  <a:lnTo>
                    <a:pt x="168" y="100"/>
                  </a:lnTo>
                  <a:lnTo>
                    <a:pt x="176" y="98"/>
                  </a:lnTo>
                  <a:lnTo>
                    <a:pt x="178" y="96"/>
                  </a:lnTo>
                  <a:lnTo>
                    <a:pt x="182" y="96"/>
                  </a:lnTo>
                  <a:lnTo>
                    <a:pt x="182" y="92"/>
                  </a:lnTo>
                  <a:lnTo>
                    <a:pt x="182" y="88"/>
                  </a:lnTo>
                  <a:lnTo>
                    <a:pt x="190" y="80"/>
                  </a:lnTo>
                  <a:lnTo>
                    <a:pt x="192" y="78"/>
                  </a:lnTo>
                  <a:lnTo>
                    <a:pt x="192" y="74"/>
                  </a:lnTo>
                  <a:lnTo>
                    <a:pt x="190" y="72"/>
                  </a:lnTo>
                  <a:lnTo>
                    <a:pt x="188" y="70"/>
                  </a:lnTo>
                  <a:lnTo>
                    <a:pt x="188" y="66"/>
                  </a:lnTo>
                  <a:lnTo>
                    <a:pt x="194" y="62"/>
                  </a:lnTo>
                  <a:lnTo>
                    <a:pt x="200" y="50"/>
                  </a:lnTo>
                  <a:lnTo>
                    <a:pt x="204" y="46"/>
                  </a:lnTo>
                  <a:lnTo>
                    <a:pt x="208" y="42"/>
                  </a:lnTo>
                  <a:lnTo>
                    <a:pt x="218" y="38"/>
                  </a:lnTo>
                  <a:lnTo>
                    <a:pt x="224" y="36"/>
                  </a:lnTo>
                  <a:lnTo>
                    <a:pt x="226" y="32"/>
                  </a:lnTo>
                  <a:lnTo>
                    <a:pt x="226" y="26"/>
                  </a:lnTo>
                  <a:lnTo>
                    <a:pt x="226" y="20"/>
                  </a:lnTo>
                  <a:lnTo>
                    <a:pt x="224" y="20"/>
                  </a:lnTo>
                  <a:lnTo>
                    <a:pt x="222" y="22"/>
                  </a:lnTo>
                  <a:lnTo>
                    <a:pt x="220" y="24"/>
                  </a:lnTo>
                  <a:lnTo>
                    <a:pt x="212" y="24"/>
                  </a:lnTo>
                  <a:lnTo>
                    <a:pt x="210" y="26"/>
                  </a:lnTo>
                  <a:lnTo>
                    <a:pt x="208" y="22"/>
                  </a:lnTo>
                  <a:lnTo>
                    <a:pt x="200" y="20"/>
                  </a:lnTo>
                  <a:lnTo>
                    <a:pt x="196" y="20"/>
                  </a:lnTo>
                  <a:lnTo>
                    <a:pt x="192" y="20"/>
                  </a:lnTo>
                  <a:lnTo>
                    <a:pt x="190" y="18"/>
                  </a:lnTo>
                  <a:lnTo>
                    <a:pt x="188" y="18"/>
                  </a:lnTo>
                  <a:lnTo>
                    <a:pt x="184" y="16"/>
                  </a:lnTo>
                  <a:lnTo>
                    <a:pt x="182" y="16"/>
                  </a:lnTo>
                  <a:lnTo>
                    <a:pt x="178" y="14"/>
                  </a:lnTo>
                  <a:lnTo>
                    <a:pt x="178" y="12"/>
                  </a:lnTo>
                  <a:lnTo>
                    <a:pt x="176" y="10"/>
                  </a:lnTo>
                  <a:lnTo>
                    <a:pt x="174"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79" name="Google Shape;279;p60"/>
            <p:cNvSpPr/>
            <p:nvPr/>
          </p:nvSpPr>
          <p:spPr>
            <a:xfrm>
              <a:off x="10076696" y="3766370"/>
              <a:ext cx="58723" cy="116491"/>
            </a:xfrm>
            <a:custGeom>
              <a:rect b="b" l="l" r="r" t="t"/>
              <a:pathLst>
                <a:path extrusionOk="0" h="82" w="36">
                  <a:moveTo>
                    <a:pt x="6" y="8"/>
                  </a:moveTo>
                  <a:lnTo>
                    <a:pt x="6" y="8"/>
                  </a:lnTo>
                  <a:lnTo>
                    <a:pt x="8" y="18"/>
                  </a:lnTo>
                  <a:lnTo>
                    <a:pt x="8" y="20"/>
                  </a:lnTo>
                  <a:lnTo>
                    <a:pt x="4" y="22"/>
                  </a:lnTo>
                  <a:lnTo>
                    <a:pt x="8" y="28"/>
                  </a:lnTo>
                  <a:lnTo>
                    <a:pt x="8" y="30"/>
                  </a:lnTo>
                  <a:lnTo>
                    <a:pt x="6" y="32"/>
                  </a:lnTo>
                  <a:lnTo>
                    <a:pt x="6" y="36"/>
                  </a:lnTo>
                  <a:lnTo>
                    <a:pt x="8" y="36"/>
                  </a:lnTo>
                  <a:lnTo>
                    <a:pt x="8" y="38"/>
                  </a:lnTo>
                  <a:lnTo>
                    <a:pt x="8" y="44"/>
                  </a:lnTo>
                  <a:lnTo>
                    <a:pt x="4" y="46"/>
                  </a:lnTo>
                  <a:lnTo>
                    <a:pt x="2" y="56"/>
                  </a:lnTo>
                  <a:lnTo>
                    <a:pt x="2" y="64"/>
                  </a:lnTo>
                  <a:lnTo>
                    <a:pt x="4" y="64"/>
                  </a:lnTo>
                  <a:lnTo>
                    <a:pt x="6" y="66"/>
                  </a:lnTo>
                  <a:lnTo>
                    <a:pt x="12" y="60"/>
                  </a:lnTo>
                  <a:lnTo>
                    <a:pt x="20" y="56"/>
                  </a:lnTo>
                  <a:lnTo>
                    <a:pt x="28" y="52"/>
                  </a:lnTo>
                  <a:lnTo>
                    <a:pt x="32" y="52"/>
                  </a:lnTo>
                  <a:lnTo>
                    <a:pt x="34" y="48"/>
                  </a:lnTo>
                  <a:lnTo>
                    <a:pt x="36" y="36"/>
                  </a:lnTo>
                  <a:lnTo>
                    <a:pt x="36" y="20"/>
                  </a:lnTo>
                  <a:lnTo>
                    <a:pt x="32" y="16"/>
                  </a:lnTo>
                  <a:lnTo>
                    <a:pt x="32" y="10"/>
                  </a:lnTo>
                  <a:lnTo>
                    <a:pt x="28" y="10"/>
                  </a:lnTo>
                  <a:lnTo>
                    <a:pt x="28" y="6"/>
                  </a:lnTo>
                  <a:lnTo>
                    <a:pt x="28" y="4"/>
                  </a:lnTo>
                  <a:lnTo>
                    <a:pt x="24" y="2"/>
                  </a:lnTo>
                  <a:lnTo>
                    <a:pt x="20" y="4"/>
                  </a:lnTo>
                  <a:lnTo>
                    <a:pt x="14" y="0"/>
                  </a:lnTo>
                  <a:lnTo>
                    <a:pt x="10" y="2"/>
                  </a:lnTo>
                  <a:lnTo>
                    <a:pt x="4" y="8"/>
                  </a:lnTo>
                  <a:lnTo>
                    <a:pt x="6" y="8"/>
                  </a:lnTo>
                  <a:close/>
                  <a:moveTo>
                    <a:pt x="2" y="76"/>
                  </a:moveTo>
                  <a:lnTo>
                    <a:pt x="2" y="76"/>
                  </a:lnTo>
                  <a:lnTo>
                    <a:pt x="0" y="80"/>
                  </a:lnTo>
                  <a:lnTo>
                    <a:pt x="0" y="82"/>
                  </a:lnTo>
                  <a:lnTo>
                    <a:pt x="2" y="82"/>
                  </a:lnTo>
                  <a:lnTo>
                    <a:pt x="4" y="78"/>
                  </a:lnTo>
                  <a:lnTo>
                    <a:pt x="4" y="76"/>
                  </a:lnTo>
                  <a:lnTo>
                    <a:pt x="2" y="7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0" name="Google Shape;280;p60"/>
            <p:cNvSpPr/>
            <p:nvPr/>
          </p:nvSpPr>
          <p:spPr>
            <a:xfrm>
              <a:off x="8025585" y="4992213"/>
              <a:ext cx="304101" cy="263449"/>
            </a:xfrm>
            <a:custGeom>
              <a:rect b="b" l="l" r="r" t="t"/>
              <a:pathLst>
                <a:path extrusionOk="0" h="186" w="184">
                  <a:moveTo>
                    <a:pt x="184" y="64"/>
                  </a:moveTo>
                  <a:lnTo>
                    <a:pt x="184" y="64"/>
                  </a:lnTo>
                  <a:lnTo>
                    <a:pt x="182" y="88"/>
                  </a:lnTo>
                  <a:lnTo>
                    <a:pt x="176" y="88"/>
                  </a:lnTo>
                  <a:lnTo>
                    <a:pt x="176" y="92"/>
                  </a:lnTo>
                  <a:lnTo>
                    <a:pt x="180" y="96"/>
                  </a:lnTo>
                  <a:lnTo>
                    <a:pt x="166" y="104"/>
                  </a:lnTo>
                  <a:lnTo>
                    <a:pt x="162" y="114"/>
                  </a:lnTo>
                  <a:lnTo>
                    <a:pt x="158" y="124"/>
                  </a:lnTo>
                  <a:lnTo>
                    <a:pt x="156" y="124"/>
                  </a:lnTo>
                  <a:lnTo>
                    <a:pt x="156" y="126"/>
                  </a:lnTo>
                  <a:lnTo>
                    <a:pt x="156" y="130"/>
                  </a:lnTo>
                  <a:lnTo>
                    <a:pt x="152" y="132"/>
                  </a:lnTo>
                  <a:lnTo>
                    <a:pt x="148" y="136"/>
                  </a:lnTo>
                  <a:lnTo>
                    <a:pt x="132" y="156"/>
                  </a:lnTo>
                  <a:lnTo>
                    <a:pt x="124" y="164"/>
                  </a:lnTo>
                  <a:lnTo>
                    <a:pt x="118" y="168"/>
                  </a:lnTo>
                  <a:lnTo>
                    <a:pt x="114" y="170"/>
                  </a:lnTo>
                  <a:lnTo>
                    <a:pt x="110" y="170"/>
                  </a:lnTo>
                  <a:lnTo>
                    <a:pt x="106" y="170"/>
                  </a:lnTo>
                  <a:lnTo>
                    <a:pt x="106" y="172"/>
                  </a:lnTo>
                  <a:lnTo>
                    <a:pt x="94" y="172"/>
                  </a:lnTo>
                  <a:lnTo>
                    <a:pt x="94" y="176"/>
                  </a:lnTo>
                  <a:lnTo>
                    <a:pt x="86" y="176"/>
                  </a:lnTo>
                  <a:lnTo>
                    <a:pt x="80" y="174"/>
                  </a:lnTo>
                  <a:lnTo>
                    <a:pt x="74" y="174"/>
                  </a:lnTo>
                  <a:lnTo>
                    <a:pt x="66" y="174"/>
                  </a:lnTo>
                  <a:lnTo>
                    <a:pt x="60" y="180"/>
                  </a:lnTo>
                  <a:lnTo>
                    <a:pt x="54" y="178"/>
                  </a:lnTo>
                  <a:lnTo>
                    <a:pt x="52" y="178"/>
                  </a:lnTo>
                  <a:lnTo>
                    <a:pt x="48" y="178"/>
                  </a:lnTo>
                  <a:lnTo>
                    <a:pt x="42" y="182"/>
                  </a:lnTo>
                  <a:lnTo>
                    <a:pt x="36" y="184"/>
                  </a:lnTo>
                  <a:lnTo>
                    <a:pt x="30" y="186"/>
                  </a:lnTo>
                  <a:lnTo>
                    <a:pt x="28" y="182"/>
                  </a:lnTo>
                  <a:lnTo>
                    <a:pt x="24" y="182"/>
                  </a:lnTo>
                  <a:lnTo>
                    <a:pt x="24" y="178"/>
                  </a:lnTo>
                  <a:lnTo>
                    <a:pt x="18" y="182"/>
                  </a:lnTo>
                  <a:lnTo>
                    <a:pt x="18" y="180"/>
                  </a:lnTo>
                  <a:lnTo>
                    <a:pt x="16" y="176"/>
                  </a:lnTo>
                  <a:lnTo>
                    <a:pt x="14" y="170"/>
                  </a:lnTo>
                  <a:lnTo>
                    <a:pt x="14" y="160"/>
                  </a:lnTo>
                  <a:lnTo>
                    <a:pt x="12" y="160"/>
                  </a:lnTo>
                  <a:lnTo>
                    <a:pt x="12" y="156"/>
                  </a:lnTo>
                  <a:lnTo>
                    <a:pt x="14" y="154"/>
                  </a:lnTo>
                  <a:lnTo>
                    <a:pt x="16" y="152"/>
                  </a:lnTo>
                  <a:lnTo>
                    <a:pt x="18" y="148"/>
                  </a:lnTo>
                  <a:lnTo>
                    <a:pt x="16" y="136"/>
                  </a:lnTo>
                  <a:lnTo>
                    <a:pt x="12" y="126"/>
                  </a:lnTo>
                  <a:lnTo>
                    <a:pt x="10" y="124"/>
                  </a:lnTo>
                  <a:lnTo>
                    <a:pt x="8" y="122"/>
                  </a:lnTo>
                  <a:lnTo>
                    <a:pt x="6" y="112"/>
                  </a:lnTo>
                  <a:lnTo>
                    <a:pt x="6" y="104"/>
                  </a:lnTo>
                  <a:lnTo>
                    <a:pt x="0" y="98"/>
                  </a:lnTo>
                  <a:lnTo>
                    <a:pt x="6" y="90"/>
                  </a:lnTo>
                  <a:lnTo>
                    <a:pt x="8" y="90"/>
                  </a:lnTo>
                  <a:lnTo>
                    <a:pt x="12" y="90"/>
                  </a:lnTo>
                  <a:lnTo>
                    <a:pt x="12" y="94"/>
                  </a:lnTo>
                  <a:lnTo>
                    <a:pt x="14" y="96"/>
                  </a:lnTo>
                  <a:lnTo>
                    <a:pt x="18" y="98"/>
                  </a:lnTo>
                  <a:lnTo>
                    <a:pt x="22" y="98"/>
                  </a:lnTo>
                  <a:lnTo>
                    <a:pt x="24" y="98"/>
                  </a:lnTo>
                  <a:lnTo>
                    <a:pt x="28" y="96"/>
                  </a:lnTo>
                  <a:lnTo>
                    <a:pt x="30" y="92"/>
                  </a:lnTo>
                  <a:lnTo>
                    <a:pt x="30" y="90"/>
                  </a:lnTo>
                  <a:lnTo>
                    <a:pt x="34" y="90"/>
                  </a:lnTo>
                  <a:lnTo>
                    <a:pt x="36" y="90"/>
                  </a:lnTo>
                  <a:lnTo>
                    <a:pt x="36" y="46"/>
                  </a:lnTo>
                  <a:lnTo>
                    <a:pt x="40" y="48"/>
                  </a:lnTo>
                  <a:lnTo>
                    <a:pt x="42" y="50"/>
                  </a:lnTo>
                  <a:lnTo>
                    <a:pt x="44" y="54"/>
                  </a:lnTo>
                  <a:lnTo>
                    <a:pt x="46" y="60"/>
                  </a:lnTo>
                  <a:lnTo>
                    <a:pt x="46" y="64"/>
                  </a:lnTo>
                  <a:lnTo>
                    <a:pt x="46" y="68"/>
                  </a:lnTo>
                  <a:lnTo>
                    <a:pt x="46" y="70"/>
                  </a:lnTo>
                  <a:lnTo>
                    <a:pt x="48" y="70"/>
                  </a:lnTo>
                  <a:lnTo>
                    <a:pt x="50" y="70"/>
                  </a:lnTo>
                  <a:lnTo>
                    <a:pt x="54" y="68"/>
                  </a:lnTo>
                  <a:lnTo>
                    <a:pt x="60" y="66"/>
                  </a:lnTo>
                  <a:lnTo>
                    <a:pt x="64" y="64"/>
                  </a:lnTo>
                  <a:lnTo>
                    <a:pt x="70" y="60"/>
                  </a:lnTo>
                  <a:lnTo>
                    <a:pt x="74" y="58"/>
                  </a:lnTo>
                  <a:lnTo>
                    <a:pt x="76" y="54"/>
                  </a:lnTo>
                  <a:lnTo>
                    <a:pt x="76" y="52"/>
                  </a:lnTo>
                  <a:lnTo>
                    <a:pt x="80" y="48"/>
                  </a:lnTo>
                  <a:lnTo>
                    <a:pt x="82" y="48"/>
                  </a:lnTo>
                  <a:lnTo>
                    <a:pt x="84" y="50"/>
                  </a:lnTo>
                  <a:lnTo>
                    <a:pt x="86" y="50"/>
                  </a:lnTo>
                  <a:lnTo>
                    <a:pt x="88" y="50"/>
                  </a:lnTo>
                  <a:lnTo>
                    <a:pt x="90" y="50"/>
                  </a:lnTo>
                  <a:lnTo>
                    <a:pt x="92" y="50"/>
                  </a:lnTo>
                  <a:lnTo>
                    <a:pt x="94" y="52"/>
                  </a:lnTo>
                  <a:lnTo>
                    <a:pt x="96" y="52"/>
                  </a:lnTo>
                  <a:lnTo>
                    <a:pt x="100" y="52"/>
                  </a:lnTo>
                  <a:lnTo>
                    <a:pt x="104" y="54"/>
                  </a:lnTo>
                  <a:lnTo>
                    <a:pt x="106" y="52"/>
                  </a:lnTo>
                  <a:lnTo>
                    <a:pt x="106" y="36"/>
                  </a:lnTo>
                  <a:lnTo>
                    <a:pt x="108" y="34"/>
                  </a:lnTo>
                  <a:lnTo>
                    <a:pt x="112" y="32"/>
                  </a:lnTo>
                  <a:lnTo>
                    <a:pt x="114" y="30"/>
                  </a:lnTo>
                  <a:lnTo>
                    <a:pt x="114" y="28"/>
                  </a:lnTo>
                  <a:lnTo>
                    <a:pt x="116" y="24"/>
                  </a:lnTo>
                  <a:lnTo>
                    <a:pt x="118" y="22"/>
                  </a:lnTo>
                  <a:lnTo>
                    <a:pt x="120" y="20"/>
                  </a:lnTo>
                  <a:lnTo>
                    <a:pt x="122" y="16"/>
                  </a:lnTo>
                  <a:lnTo>
                    <a:pt x="124" y="14"/>
                  </a:lnTo>
                  <a:lnTo>
                    <a:pt x="126" y="12"/>
                  </a:lnTo>
                  <a:lnTo>
                    <a:pt x="132" y="10"/>
                  </a:lnTo>
                  <a:lnTo>
                    <a:pt x="138" y="8"/>
                  </a:lnTo>
                  <a:lnTo>
                    <a:pt x="138" y="6"/>
                  </a:lnTo>
                  <a:lnTo>
                    <a:pt x="140" y="6"/>
                  </a:lnTo>
                  <a:lnTo>
                    <a:pt x="142" y="6"/>
                  </a:lnTo>
                  <a:lnTo>
                    <a:pt x="144" y="4"/>
                  </a:lnTo>
                  <a:lnTo>
                    <a:pt x="148" y="2"/>
                  </a:lnTo>
                  <a:lnTo>
                    <a:pt x="148" y="0"/>
                  </a:lnTo>
                  <a:lnTo>
                    <a:pt x="150" y="0"/>
                  </a:lnTo>
                  <a:lnTo>
                    <a:pt x="154" y="2"/>
                  </a:lnTo>
                  <a:lnTo>
                    <a:pt x="158" y="0"/>
                  </a:lnTo>
                  <a:lnTo>
                    <a:pt x="162" y="0"/>
                  </a:lnTo>
                  <a:lnTo>
                    <a:pt x="162" y="2"/>
                  </a:lnTo>
                  <a:lnTo>
                    <a:pt x="166" y="2"/>
                  </a:lnTo>
                  <a:lnTo>
                    <a:pt x="170" y="2"/>
                  </a:lnTo>
                  <a:lnTo>
                    <a:pt x="172" y="4"/>
                  </a:lnTo>
                  <a:lnTo>
                    <a:pt x="172" y="8"/>
                  </a:lnTo>
                  <a:lnTo>
                    <a:pt x="172" y="16"/>
                  </a:lnTo>
                  <a:lnTo>
                    <a:pt x="170" y="22"/>
                  </a:lnTo>
                  <a:lnTo>
                    <a:pt x="172" y="28"/>
                  </a:lnTo>
                  <a:lnTo>
                    <a:pt x="172" y="34"/>
                  </a:lnTo>
                  <a:lnTo>
                    <a:pt x="172" y="40"/>
                  </a:lnTo>
                  <a:lnTo>
                    <a:pt x="170" y="44"/>
                  </a:lnTo>
                  <a:lnTo>
                    <a:pt x="172" y="46"/>
                  </a:lnTo>
                  <a:lnTo>
                    <a:pt x="172" y="50"/>
                  </a:lnTo>
                  <a:lnTo>
                    <a:pt x="170" y="52"/>
                  </a:lnTo>
                  <a:lnTo>
                    <a:pt x="168" y="52"/>
                  </a:lnTo>
                  <a:lnTo>
                    <a:pt x="166" y="52"/>
                  </a:lnTo>
                  <a:lnTo>
                    <a:pt x="164" y="52"/>
                  </a:lnTo>
                  <a:lnTo>
                    <a:pt x="164" y="58"/>
                  </a:lnTo>
                  <a:lnTo>
                    <a:pt x="164" y="62"/>
                  </a:lnTo>
                  <a:lnTo>
                    <a:pt x="164" y="64"/>
                  </a:lnTo>
                  <a:lnTo>
                    <a:pt x="166" y="68"/>
                  </a:lnTo>
                  <a:lnTo>
                    <a:pt x="168" y="68"/>
                  </a:lnTo>
                  <a:lnTo>
                    <a:pt x="176" y="72"/>
                  </a:lnTo>
                  <a:lnTo>
                    <a:pt x="176" y="64"/>
                  </a:lnTo>
                  <a:lnTo>
                    <a:pt x="184" y="64"/>
                  </a:lnTo>
                  <a:close/>
                  <a:moveTo>
                    <a:pt x="130" y="120"/>
                  </a:moveTo>
                  <a:lnTo>
                    <a:pt x="130" y="120"/>
                  </a:lnTo>
                  <a:lnTo>
                    <a:pt x="132" y="116"/>
                  </a:lnTo>
                  <a:lnTo>
                    <a:pt x="136" y="114"/>
                  </a:lnTo>
                  <a:lnTo>
                    <a:pt x="138" y="114"/>
                  </a:lnTo>
                  <a:lnTo>
                    <a:pt x="140" y="114"/>
                  </a:lnTo>
                  <a:lnTo>
                    <a:pt x="140" y="110"/>
                  </a:lnTo>
                  <a:lnTo>
                    <a:pt x="138" y="108"/>
                  </a:lnTo>
                  <a:lnTo>
                    <a:pt x="136" y="104"/>
                  </a:lnTo>
                  <a:lnTo>
                    <a:pt x="134" y="100"/>
                  </a:lnTo>
                  <a:lnTo>
                    <a:pt x="126" y="106"/>
                  </a:lnTo>
                  <a:lnTo>
                    <a:pt x="124" y="108"/>
                  </a:lnTo>
                  <a:lnTo>
                    <a:pt x="122" y="108"/>
                  </a:lnTo>
                  <a:lnTo>
                    <a:pt x="120" y="110"/>
                  </a:lnTo>
                  <a:lnTo>
                    <a:pt x="120" y="112"/>
                  </a:lnTo>
                  <a:lnTo>
                    <a:pt x="120" y="114"/>
                  </a:lnTo>
                  <a:lnTo>
                    <a:pt x="122" y="116"/>
                  </a:lnTo>
                  <a:lnTo>
                    <a:pt x="122" y="120"/>
                  </a:lnTo>
                  <a:lnTo>
                    <a:pt x="126" y="120"/>
                  </a:lnTo>
                  <a:lnTo>
                    <a:pt x="128" y="120"/>
                  </a:lnTo>
                  <a:lnTo>
                    <a:pt x="130" y="1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1" name="Google Shape;281;p60"/>
            <p:cNvSpPr/>
            <p:nvPr/>
          </p:nvSpPr>
          <p:spPr>
            <a:xfrm>
              <a:off x="8497466" y="4305813"/>
              <a:ext cx="180364" cy="258072"/>
            </a:xfrm>
            <a:custGeom>
              <a:rect b="b" l="l" r="r" t="t"/>
              <a:pathLst>
                <a:path extrusionOk="0" h="184" w="110">
                  <a:moveTo>
                    <a:pt x="24" y="10"/>
                  </a:moveTo>
                  <a:lnTo>
                    <a:pt x="16" y="20"/>
                  </a:lnTo>
                  <a:lnTo>
                    <a:pt x="12" y="26"/>
                  </a:lnTo>
                  <a:lnTo>
                    <a:pt x="16" y="32"/>
                  </a:lnTo>
                  <a:lnTo>
                    <a:pt x="18" y="36"/>
                  </a:lnTo>
                  <a:lnTo>
                    <a:pt x="20" y="38"/>
                  </a:lnTo>
                  <a:lnTo>
                    <a:pt x="24" y="42"/>
                  </a:lnTo>
                  <a:lnTo>
                    <a:pt x="28" y="44"/>
                  </a:lnTo>
                  <a:lnTo>
                    <a:pt x="58" y="58"/>
                  </a:lnTo>
                  <a:lnTo>
                    <a:pt x="76" y="58"/>
                  </a:lnTo>
                  <a:lnTo>
                    <a:pt x="44" y="104"/>
                  </a:lnTo>
                  <a:lnTo>
                    <a:pt x="30" y="104"/>
                  </a:lnTo>
                  <a:lnTo>
                    <a:pt x="26" y="108"/>
                  </a:lnTo>
                  <a:lnTo>
                    <a:pt x="14" y="108"/>
                  </a:lnTo>
                  <a:lnTo>
                    <a:pt x="12" y="110"/>
                  </a:lnTo>
                  <a:lnTo>
                    <a:pt x="6" y="126"/>
                  </a:lnTo>
                  <a:lnTo>
                    <a:pt x="0" y="130"/>
                  </a:lnTo>
                  <a:lnTo>
                    <a:pt x="0" y="176"/>
                  </a:lnTo>
                  <a:lnTo>
                    <a:pt x="6" y="184"/>
                  </a:lnTo>
                  <a:lnTo>
                    <a:pt x="8" y="178"/>
                  </a:lnTo>
                  <a:lnTo>
                    <a:pt x="12" y="178"/>
                  </a:lnTo>
                  <a:lnTo>
                    <a:pt x="20" y="162"/>
                  </a:lnTo>
                  <a:lnTo>
                    <a:pt x="24" y="162"/>
                  </a:lnTo>
                  <a:lnTo>
                    <a:pt x="26" y="160"/>
                  </a:lnTo>
                  <a:lnTo>
                    <a:pt x="30" y="156"/>
                  </a:lnTo>
                  <a:lnTo>
                    <a:pt x="34" y="152"/>
                  </a:lnTo>
                  <a:lnTo>
                    <a:pt x="36" y="152"/>
                  </a:lnTo>
                  <a:lnTo>
                    <a:pt x="40" y="152"/>
                  </a:lnTo>
                  <a:lnTo>
                    <a:pt x="46" y="146"/>
                  </a:lnTo>
                  <a:lnTo>
                    <a:pt x="52" y="140"/>
                  </a:lnTo>
                  <a:lnTo>
                    <a:pt x="52" y="136"/>
                  </a:lnTo>
                  <a:lnTo>
                    <a:pt x="52" y="132"/>
                  </a:lnTo>
                  <a:lnTo>
                    <a:pt x="58" y="130"/>
                  </a:lnTo>
                  <a:lnTo>
                    <a:pt x="60" y="130"/>
                  </a:lnTo>
                  <a:lnTo>
                    <a:pt x="62" y="128"/>
                  </a:lnTo>
                  <a:lnTo>
                    <a:pt x="62" y="126"/>
                  </a:lnTo>
                  <a:lnTo>
                    <a:pt x="62" y="122"/>
                  </a:lnTo>
                  <a:lnTo>
                    <a:pt x="66" y="120"/>
                  </a:lnTo>
                  <a:lnTo>
                    <a:pt x="70" y="116"/>
                  </a:lnTo>
                  <a:lnTo>
                    <a:pt x="72" y="112"/>
                  </a:lnTo>
                  <a:lnTo>
                    <a:pt x="72" y="108"/>
                  </a:lnTo>
                  <a:lnTo>
                    <a:pt x="78" y="102"/>
                  </a:lnTo>
                  <a:lnTo>
                    <a:pt x="80" y="94"/>
                  </a:lnTo>
                  <a:lnTo>
                    <a:pt x="82" y="84"/>
                  </a:lnTo>
                  <a:lnTo>
                    <a:pt x="86" y="84"/>
                  </a:lnTo>
                  <a:lnTo>
                    <a:pt x="88" y="72"/>
                  </a:lnTo>
                  <a:lnTo>
                    <a:pt x="92" y="60"/>
                  </a:lnTo>
                  <a:lnTo>
                    <a:pt x="96" y="52"/>
                  </a:lnTo>
                  <a:lnTo>
                    <a:pt x="102" y="46"/>
                  </a:lnTo>
                  <a:lnTo>
                    <a:pt x="102" y="42"/>
                  </a:lnTo>
                  <a:lnTo>
                    <a:pt x="102" y="38"/>
                  </a:lnTo>
                  <a:lnTo>
                    <a:pt x="106" y="36"/>
                  </a:lnTo>
                  <a:lnTo>
                    <a:pt x="106" y="32"/>
                  </a:lnTo>
                  <a:lnTo>
                    <a:pt x="106" y="26"/>
                  </a:lnTo>
                  <a:lnTo>
                    <a:pt x="108" y="22"/>
                  </a:lnTo>
                  <a:lnTo>
                    <a:pt x="110" y="6"/>
                  </a:lnTo>
                  <a:lnTo>
                    <a:pt x="108" y="0"/>
                  </a:lnTo>
                  <a:lnTo>
                    <a:pt x="106" y="0"/>
                  </a:lnTo>
                  <a:lnTo>
                    <a:pt x="100" y="4"/>
                  </a:lnTo>
                  <a:lnTo>
                    <a:pt x="94" y="6"/>
                  </a:lnTo>
                  <a:lnTo>
                    <a:pt x="82" y="8"/>
                  </a:lnTo>
                  <a:lnTo>
                    <a:pt x="74" y="8"/>
                  </a:lnTo>
                  <a:lnTo>
                    <a:pt x="68" y="10"/>
                  </a:lnTo>
                  <a:lnTo>
                    <a:pt x="64" y="14"/>
                  </a:lnTo>
                  <a:lnTo>
                    <a:pt x="62" y="16"/>
                  </a:lnTo>
                  <a:lnTo>
                    <a:pt x="60" y="18"/>
                  </a:lnTo>
                  <a:lnTo>
                    <a:pt x="56" y="18"/>
                  </a:lnTo>
                  <a:lnTo>
                    <a:pt x="52" y="16"/>
                  </a:lnTo>
                  <a:lnTo>
                    <a:pt x="46" y="16"/>
                  </a:lnTo>
                  <a:lnTo>
                    <a:pt x="40" y="16"/>
                  </a:lnTo>
                  <a:lnTo>
                    <a:pt x="34" y="20"/>
                  </a:lnTo>
                  <a:lnTo>
                    <a:pt x="30" y="16"/>
                  </a:lnTo>
                  <a:lnTo>
                    <a:pt x="24"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2" name="Google Shape;282;p60"/>
            <p:cNvSpPr/>
            <p:nvPr/>
          </p:nvSpPr>
          <p:spPr>
            <a:xfrm>
              <a:off x="10626176" y="4691129"/>
              <a:ext cx="109057" cy="82440"/>
            </a:xfrm>
            <a:custGeom>
              <a:rect b="b" l="l" r="r" t="t"/>
              <a:pathLst>
                <a:path extrusionOk="0" h="58" w="66">
                  <a:moveTo>
                    <a:pt x="56" y="52"/>
                  </a:moveTo>
                  <a:lnTo>
                    <a:pt x="56" y="52"/>
                  </a:lnTo>
                  <a:lnTo>
                    <a:pt x="60" y="54"/>
                  </a:lnTo>
                  <a:lnTo>
                    <a:pt x="64" y="58"/>
                  </a:lnTo>
                  <a:lnTo>
                    <a:pt x="66" y="58"/>
                  </a:lnTo>
                  <a:lnTo>
                    <a:pt x="66" y="56"/>
                  </a:lnTo>
                  <a:lnTo>
                    <a:pt x="62" y="52"/>
                  </a:lnTo>
                  <a:lnTo>
                    <a:pt x="60" y="52"/>
                  </a:lnTo>
                  <a:lnTo>
                    <a:pt x="56" y="52"/>
                  </a:lnTo>
                  <a:close/>
                  <a:moveTo>
                    <a:pt x="36" y="38"/>
                  </a:moveTo>
                  <a:lnTo>
                    <a:pt x="36" y="38"/>
                  </a:lnTo>
                  <a:lnTo>
                    <a:pt x="38" y="42"/>
                  </a:lnTo>
                  <a:lnTo>
                    <a:pt x="40" y="44"/>
                  </a:lnTo>
                  <a:lnTo>
                    <a:pt x="40" y="46"/>
                  </a:lnTo>
                  <a:lnTo>
                    <a:pt x="46" y="46"/>
                  </a:lnTo>
                  <a:lnTo>
                    <a:pt x="48" y="44"/>
                  </a:lnTo>
                  <a:lnTo>
                    <a:pt x="48" y="40"/>
                  </a:lnTo>
                  <a:lnTo>
                    <a:pt x="44" y="38"/>
                  </a:lnTo>
                  <a:lnTo>
                    <a:pt x="40" y="38"/>
                  </a:lnTo>
                  <a:lnTo>
                    <a:pt x="36" y="38"/>
                  </a:lnTo>
                  <a:close/>
                  <a:moveTo>
                    <a:pt x="48" y="26"/>
                  </a:moveTo>
                  <a:lnTo>
                    <a:pt x="48" y="26"/>
                  </a:lnTo>
                  <a:lnTo>
                    <a:pt x="52" y="36"/>
                  </a:lnTo>
                  <a:lnTo>
                    <a:pt x="56" y="40"/>
                  </a:lnTo>
                  <a:lnTo>
                    <a:pt x="56" y="34"/>
                  </a:lnTo>
                  <a:lnTo>
                    <a:pt x="52" y="26"/>
                  </a:lnTo>
                  <a:lnTo>
                    <a:pt x="48" y="26"/>
                  </a:lnTo>
                  <a:close/>
                  <a:moveTo>
                    <a:pt x="12" y="18"/>
                  </a:moveTo>
                  <a:lnTo>
                    <a:pt x="10" y="22"/>
                  </a:lnTo>
                  <a:lnTo>
                    <a:pt x="12" y="24"/>
                  </a:lnTo>
                  <a:lnTo>
                    <a:pt x="14" y="26"/>
                  </a:lnTo>
                  <a:lnTo>
                    <a:pt x="16" y="26"/>
                  </a:lnTo>
                  <a:lnTo>
                    <a:pt x="14" y="22"/>
                  </a:lnTo>
                  <a:lnTo>
                    <a:pt x="14" y="18"/>
                  </a:lnTo>
                  <a:lnTo>
                    <a:pt x="12" y="18"/>
                  </a:lnTo>
                  <a:close/>
                  <a:moveTo>
                    <a:pt x="24" y="12"/>
                  </a:moveTo>
                  <a:lnTo>
                    <a:pt x="32" y="22"/>
                  </a:lnTo>
                  <a:lnTo>
                    <a:pt x="38" y="22"/>
                  </a:lnTo>
                  <a:lnTo>
                    <a:pt x="32" y="14"/>
                  </a:lnTo>
                  <a:lnTo>
                    <a:pt x="28" y="12"/>
                  </a:lnTo>
                  <a:lnTo>
                    <a:pt x="24" y="12"/>
                  </a:lnTo>
                  <a:close/>
                  <a:moveTo>
                    <a:pt x="0" y="0"/>
                  </a:moveTo>
                  <a:lnTo>
                    <a:pt x="0" y="0"/>
                  </a:lnTo>
                  <a:lnTo>
                    <a:pt x="2" y="4"/>
                  </a:lnTo>
                  <a:lnTo>
                    <a:pt x="2" y="6"/>
                  </a:lnTo>
                  <a:lnTo>
                    <a:pt x="10" y="10"/>
                  </a:lnTo>
                  <a:lnTo>
                    <a:pt x="12" y="10"/>
                  </a:lnTo>
                  <a:lnTo>
                    <a:pt x="12" y="8"/>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3" name="Google Shape;283;p60"/>
            <p:cNvSpPr/>
            <p:nvPr/>
          </p:nvSpPr>
          <p:spPr>
            <a:xfrm>
              <a:off x="7966862" y="3560271"/>
              <a:ext cx="65015" cy="51973"/>
            </a:xfrm>
            <a:custGeom>
              <a:rect b="b" l="l" r="r" t="t"/>
              <a:pathLst>
                <a:path extrusionOk="0" h="36" w="40">
                  <a:moveTo>
                    <a:pt x="6" y="30"/>
                  </a:moveTo>
                  <a:lnTo>
                    <a:pt x="6" y="30"/>
                  </a:lnTo>
                  <a:lnTo>
                    <a:pt x="4" y="32"/>
                  </a:lnTo>
                  <a:lnTo>
                    <a:pt x="4" y="36"/>
                  </a:lnTo>
                  <a:lnTo>
                    <a:pt x="10" y="34"/>
                  </a:lnTo>
                  <a:lnTo>
                    <a:pt x="14" y="32"/>
                  </a:lnTo>
                  <a:lnTo>
                    <a:pt x="18" y="32"/>
                  </a:lnTo>
                  <a:lnTo>
                    <a:pt x="18" y="28"/>
                  </a:lnTo>
                  <a:lnTo>
                    <a:pt x="18" y="24"/>
                  </a:lnTo>
                  <a:lnTo>
                    <a:pt x="18" y="22"/>
                  </a:lnTo>
                  <a:lnTo>
                    <a:pt x="18" y="24"/>
                  </a:lnTo>
                  <a:lnTo>
                    <a:pt x="20" y="26"/>
                  </a:lnTo>
                  <a:lnTo>
                    <a:pt x="22" y="26"/>
                  </a:lnTo>
                  <a:lnTo>
                    <a:pt x="24" y="26"/>
                  </a:lnTo>
                  <a:lnTo>
                    <a:pt x="26" y="22"/>
                  </a:lnTo>
                  <a:lnTo>
                    <a:pt x="28" y="16"/>
                  </a:lnTo>
                  <a:lnTo>
                    <a:pt x="28" y="14"/>
                  </a:lnTo>
                  <a:lnTo>
                    <a:pt x="30" y="14"/>
                  </a:lnTo>
                  <a:lnTo>
                    <a:pt x="34" y="14"/>
                  </a:lnTo>
                  <a:lnTo>
                    <a:pt x="36" y="12"/>
                  </a:lnTo>
                  <a:lnTo>
                    <a:pt x="36" y="8"/>
                  </a:lnTo>
                  <a:lnTo>
                    <a:pt x="38" y="8"/>
                  </a:lnTo>
                  <a:lnTo>
                    <a:pt x="40" y="6"/>
                  </a:lnTo>
                  <a:lnTo>
                    <a:pt x="40" y="4"/>
                  </a:lnTo>
                  <a:lnTo>
                    <a:pt x="38" y="0"/>
                  </a:lnTo>
                  <a:lnTo>
                    <a:pt x="36" y="0"/>
                  </a:lnTo>
                  <a:lnTo>
                    <a:pt x="32" y="2"/>
                  </a:lnTo>
                  <a:lnTo>
                    <a:pt x="28" y="2"/>
                  </a:lnTo>
                  <a:lnTo>
                    <a:pt x="24" y="2"/>
                  </a:lnTo>
                  <a:lnTo>
                    <a:pt x="22" y="2"/>
                  </a:lnTo>
                  <a:lnTo>
                    <a:pt x="20" y="4"/>
                  </a:lnTo>
                  <a:lnTo>
                    <a:pt x="16" y="6"/>
                  </a:lnTo>
                  <a:lnTo>
                    <a:pt x="12" y="6"/>
                  </a:lnTo>
                  <a:lnTo>
                    <a:pt x="8" y="6"/>
                  </a:lnTo>
                  <a:lnTo>
                    <a:pt x="6" y="8"/>
                  </a:lnTo>
                  <a:lnTo>
                    <a:pt x="4" y="10"/>
                  </a:lnTo>
                  <a:lnTo>
                    <a:pt x="2" y="10"/>
                  </a:lnTo>
                  <a:lnTo>
                    <a:pt x="0" y="12"/>
                  </a:lnTo>
                  <a:lnTo>
                    <a:pt x="0" y="16"/>
                  </a:lnTo>
                  <a:lnTo>
                    <a:pt x="2" y="16"/>
                  </a:lnTo>
                  <a:lnTo>
                    <a:pt x="4" y="18"/>
                  </a:lnTo>
                  <a:lnTo>
                    <a:pt x="4" y="22"/>
                  </a:lnTo>
                  <a:lnTo>
                    <a:pt x="4" y="26"/>
                  </a:lnTo>
                  <a:lnTo>
                    <a:pt x="4" y="28"/>
                  </a:lnTo>
                  <a:lnTo>
                    <a:pt x="6" y="3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4" name="Google Shape;284;p60"/>
            <p:cNvSpPr/>
            <p:nvPr/>
          </p:nvSpPr>
          <p:spPr>
            <a:xfrm>
              <a:off x="8036071" y="3495753"/>
              <a:ext cx="130030" cy="51973"/>
            </a:xfrm>
            <a:custGeom>
              <a:rect b="b" l="l" r="r" t="t"/>
              <a:pathLst>
                <a:path extrusionOk="0" h="36" w="80">
                  <a:moveTo>
                    <a:pt x="80" y="20"/>
                  </a:moveTo>
                  <a:lnTo>
                    <a:pt x="76" y="22"/>
                  </a:lnTo>
                  <a:lnTo>
                    <a:pt x="76" y="28"/>
                  </a:lnTo>
                  <a:lnTo>
                    <a:pt x="74" y="28"/>
                  </a:lnTo>
                  <a:lnTo>
                    <a:pt x="70" y="26"/>
                  </a:lnTo>
                  <a:lnTo>
                    <a:pt x="66" y="24"/>
                  </a:lnTo>
                  <a:lnTo>
                    <a:pt x="62" y="26"/>
                  </a:lnTo>
                  <a:lnTo>
                    <a:pt x="56" y="26"/>
                  </a:lnTo>
                  <a:lnTo>
                    <a:pt x="52" y="26"/>
                  </a:lnTo>
                  <a:lnTo>
                    <a:pt x="48" y="28"/>
                  </a:lnTo>
                  <a:lnTo>
                    <a:pt x="46" y="30"/>
                  </a:lnTo>
                  <a:lnTo>
                    <a:pt x="42" y="28"/>
                  </a:lnTo>
                  <a:lnTo>
                    <a:pt x="40" y="28"/>
                  </a:lnTo>
                  <a:lnTo>
                    <a:pt x="34" y="30"/>
                  </a:lnTo>
                  <a:lnTo>
                    <a:pt x="28" y="30"/>
                  </a:lnTo>
                  <a:lnTo>
                    <a:pt x="26" y="30"/>
                  </a:lnTo>
                  <a:lnTo>
                    <a:pt x="28" y="34"/>
                  </a:lnTo>
                  <a:lnTo>
                    <a:pt x="28" y="36"/>
                  </a:lnTo>
                  <a:lnTo>
                    <a:pt x="22" y="34"/>
                  </a:lnTo>
                  <a:lnTo>
                    <a:pt x="16" y="34"/>
                  </a:lnTo>
                  <a:lnTo>
                    <a:pt x="12" y="34"/>
                  </a:lnTo>
                  <a:lnTo>
                    <a:pt x="6" y="32"/>
                  </a:lnTo>
                  <a:lnTo>
                    <a:pt x="4" y="30"/>
                  </a:lnTo>
                  <a:lnTo>
                    <a:pt x="2" y="24"/>
                  </a:lnTo>
                  <a:lnTo>
                    <a:pt x="0" y="24"/>
                  </a:lnTo>
                  <a:lnTo>
                    <a:pt x="0" y="20"/>
                  </a:lnTo>
                  <a:lnTo>
                    <a:pt x="2" y="18"/>
                  </a:lnTo>
                  <a:lnTo>
                    <a:pt x="4" y="16"/>
                  </a:lnTo>
                  <a:lnTo>
                    <a:pt x="4" y="14"/>
                  </a:lnTo>
                  <a:lnTo>
                    <a:pt x="6" y="12"/>
                  </a:lnTo>
                  <a:lnTo>
                    <a:pt x="8" y="12"/>
                  </a:lnTo>
                  <a:lnTo>
                    <a:pt x="8" y="10"/>
                  </a:lnTo>
                  <a:lnTo>
                    <a:pt x="8" y="8"/>
                  </a:lnTo>
                  <a:lnTo>
                    <a:pt x="10" y="8"/>
                  </a:lnTo>
                  <a:lnTo>
                    <a:pt x="16" y="4"/>
                  </a:lnTo>
                  <a:lnTo>
                    <a:pt x="20" y="6"/>
                  </a:lnTo>
                  <a:lnTo>
                    <a:pt x="24" y="4"/>
                  </a:lnTo>
                  <a:lnTo>
                    <a:pt x="28" y="6"/>
                  </a:lnTo>
                  <a:lnTo>
                    <a:pt x="34" y="8"/>
                  </a:lnTo>
                  <a:lnTo>
                    <a:pt x="38" y="10"/>
                  </a:lnTo>
                  <a:lnTo>
                    <a:pt x="40" y="10"/>
                  </a:lnTo>
                  <a:lnTo>
                    <a:pt x="42" y="8"/>
                  </a:lnTo>
                  <a:lnTo>
                    <a:pt x="44" y="6"/>
                  </a:lnTo>
                  <a:lnTo>
                    <a:pt x="48" y="6"/>
                  </a:lnTo>
                  <a:lnTo>
                    <a:pt x="54" y="2"/>
                  </a:lnTo>
                  <a:lnTo>
                    <a:pt x="56" y="0"/>
                  </a:lnTo>
                  <a:lnTo>
                    <a:pt x="60" y="2"/>
                  </a:lnTo>
                  <a:lnTo>
                    <a:pt x="64" y="4"/>
                  </a:lnTo>
                  <a:lnTo>
                    <a:pt x="68" y="6"/>
                  </a:lnTo>
                  <a:lnTo>
                    <a:pt x="70" y="8"/>
                  </a:lnTo>
                  <a:lnTo>
                    <a:pt x="72" y="10"/>
                  </a:lnTo>
                  <a:lnTo>
                    <a:pt x="74" y="12"/>
                  </a:lnTo>
                  <a:lnTo>
                    <a:pt x="76" y="16"/>
                  </a:lnTo>
                  <a:lnTo>
                    <a:pt x="78" y="20"/>
                  </a:lnTo>
                  <a:lnTo>
                    <a:pt x="80" y="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5" name="Google Shape;285;p60"/>
            <p:cNvSpPr/>
            <p:nvPr/>
          </p:nvSpPr>
          <p:spPr>
            <a:xfrm>
              <a:off x="9644662" y="4513704"/>
              <a:ext cx="18875" cy="5377"/>
            </a:xfrm>
            <a:custGeom>
              <a:rect b="b" l="l" r="r" t="t"/>
              <a:pathLst>
                <a:path extrusionOk="0" h="4" w="12">
                  <a:moveTo>
                    <a:pt x="0" y="4"/>
                  </a:moveTo>
                  <a:lnTo>
                    <a:pt x="4" y="0"/>
                  </a:lnTo>
                  <a:lnTo>
                    <a:pt x="12" y="2"/>
                  </a:lnTo>
                  <a:lnTo>
                    <a:pt x="6" y="4"/>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6" name="Google Shape;286;p60"/>
            <p:cNvSpPr/>
            <p:nvPr/>
          </p:nvSpPr>
          <p:spPr>
            <a:xfrm>
              <a:off x="7467716" y="4345241"/>
              <a:ext cx="62918" cy="69895"/>
            </a:xfrm>
            <a:custGeom>
              <a:rect b="b" l="l" r="r" t="t"/>
              <a:pathLst>
                <a:path extrusionOk="0" h="50" w="38">
                  <a:moveTo>
                    <a:pt x="0" y="18"/>
                  </a:moveTo>
                  <a:lnTo>
                    <a:pt x="0" y="18"/>
                  </a:lnTo>
                  <a:lnTo>
                    <a:pt x="0" y="24"/>
                  </a:lnTo>
                  <a:lnTo>
                    <a:pt x="2" y="30"/>
                  </a:lnTo>
                  <a:lnTo>
                    <a:pt x="2" y="34"/>
                  </a:lnTo>
                  <a:lnTo>
                    <a:pt x="6" y="38"/>
                  </a:lnTo>
                  <a:lnTo>
                    <a:pt x="6" y="40"/>
                  </a:lnTo>
                  <a:lnTo>
                    <a:pt x="4" y="40"/>
                  </a:lnTo>
                  <a:lnTo>
                    <a:pt x="4" y="42"/>
                  </a:lnTo>
                  <a:lnTo>
                    <a:pt x="6" y="42"/>
                  </a:lnTo>
                  <a:lnTo>
                    <a:pt x="6" y="40"/>
                  </a:lnTo>
                  <a:lnTo>
                    <a:pt x="10" y="46"/>
                  </a:lnTo>
                  <a:lnTo>
                    <a:pt x="14" y="50"/>
                  </a:lnTo>
                  <a:lnTo>
                    <a:pt x="20" y="50"/>
                  </a:lnTo>
                  <a:lnTo>
                    <a:pt x="22" y="48"/>
                  </a:lnTo>
                  <a:lnTo>
                    <a:pt x="26" y="40"/>
                  </a:lnTo>
                  <a:lnTo>
                    <a:pt x="30" y="34"/>
                  </a:lnTo>
                  <a:lnTo>
                    <a:pt x="32" y="32"/>
                  </a:lnTo>
                  <a:lnTo>
                    <a:pt x="36" y="28"/>
                  </a:lnTo>
                  <a:lnTo>
                    <a:pt x="38" y="26"/>
                  </a:lnTo>
                  <a:lnTo>
                    <a:pt x="38" y="24"/>
                  </a:lnTo>
                  <a:lnTo>
                    <a:pt x="32" y="26"/>
                  </a:lnTo>
                  <a:lnTo>
                    <a:pt x="34" y="22"/>
                  </a:lnTo>
                  <a:lnTo>
                    <a:pt x="34" y="18"/>
                  </a:lnTo>
                  <a:lnTo>
                    <a:pt x="32" y="14"/>
                  </a:lnTo>
                  <a:lnTo>
                    <a:pt x="30" y="10"/>
                  </a:lnTo>
                  <a:lnTo>
                    <a:pt x="28" y="10"/>
                  </a:lnTo>
                  <a:lnTo>
                    <a:pt x="28" y="8"/>
                  </a:lnTo>
                  <a:lnTo>
                    <a:pt x="28" y="4"/>
                  </a:lnTo>
                  <a:lnTo>
                    <a:pt x="24" y="2"/>
                  </a:lnTo>
                  <a:lnTo>
                    <a:pt x="22" y="2"/>
                  </a:lnTo>
                  <a:lnTo>
                    <a:pt x="18" y="2"/>
                  </a:lnTo>
                  <a:lnTo>
                    <a:pt x="12" y="0"/>
                  </a:lnTo>
                  <a:lnTo>
                    <a:pt x="10" y="2"/>
                  </a:lnTo>
                  <a:lnTo>
                    <a:pt x="8" y="8"/>
                  </a:lnTo>
                  <a:lnTo>
                    <a:pt x="6" y="12"/>
                  </a:lnTo>
                  <a:lnTo>
                    <a:pt x="6" y="14"/>
                  </a:lnTo>
                  <a:lnTo>
                    <a:pt x="4" y="16"/>
                  </a:lnTo>
                  <a:lnTo>
                    <a:pt x="0" y="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7" name="Google Shape;287;p60"/>
            <p:cNvSpPr/>
            <p:nvPr/>
          </p:nvSpPr>
          <p:spPr>
            <a:xfrm>
              <a:off x="7396409" y="4209036"/>
              <a:ext cx="106960" cy="93193"/>
            </a:xfrm>
            <a:custGeom>
              <a:rect b="b" l="l" r="r" t="t"/>
              <a:pathLst>
                <a:path extrusionOk="0" h="66" w="66">
                  <a:moveTo>
                    <a:pt x="8" y="66"/>
                  </a:moveTo>
                  <a:lnTo>
                    <a:pt x="16" y="64"/>
                  </a:lnTo>
                  <a:lnTo>
                    <a:pt x="22" y="60"/>
                  </a:lnTo>
                  <a:lnTo>
                    <a:pt x="40" y="60"/>
                  </a:lnTo>
                  <a:lnTo>
                    <a:pt x="44" y="62"/>
                  </a:lnTo>
                  <a:lnTo>
                    <a:pt x="48" y="62"/>
                  </a:lnTo>
                  <a:lnTo>
                    <a:pt x="52" y="62"/>
                  </a:lnTo>
                  <a:lnTo>
                    <a:pt x="54" y="64"/>
                  </a:lnTo>
                  <a:lnTo>
                    <a:pt x="60" y="64"/>
                  </a:lnTo>
                  <a:lnTo>
                    <a:pt x="66" y="62"/>
                  </a:lnTo>
                  <a:lnTo>
                    <a:pt x="64" y="54"/>
                  </a:lnTo>
                  <a:lnTo>
                    <a:pt x="62" y="52"/>
                  </a:lnTo>
                  <a:lnTo>
                    <a:pt x="60" y="50"/>
                  </a:lnTo>
                  <a:lnTo>
                    <a:pt x="58" y="46"/>
                  </a:lnTo>
                  <a:lnTo>
                    <a:pt x="58" y="44"/>
                  </a:lnTo>
                  <a:lnTo>
                    <a:pt x="60" y="40"/>
                  </a:lnTo>
                  <a:lnTo>
                    <a:pt x="60" y="36"/>
                  </a:lnTo>
                  <a:lnTo>
                    <a:pt x="60" y="34"/>
                  </a:lnTo>
                  <a:lnTo>
                    <a:pt x="60" y="30"/>
                  </a:lnTo>
                  <a:lnTo>
                    <a:pt x="60" y="28"/>
                  </a:lnTo>
                  <a:lnTo>
                    <a:pt x="58" y="24"/>
                  </a:lnTo>
                  <a:lnTo>
                    <a:pt x="56" y="22"/>
                  </a:lnTo>
                  <a:lnTo>
                    <a:pt x="54" y="22"/>
                  </a:lnTo>
                  <a:lnTo>
                    <a:pt x="52" y="22"/>
                  </a:lnTo>
                  <a:lnTo>
                    <a:pt x="50" y="20"/>
                  </a:lnTo>
                  <a:lnTo>
                    <a:pt x="50" y="16"/>
                  </a:lnTo>
                  <a:lnTo>
                    <a:pt x="48" y="14"/>
                  </a:lnTo>
                  <a:lnTo>
                    <a:pt x="46" y="14"/>
                  </a:lnTo>
                  <a:lnTo>
                    <a:pt x="44" y="12"/>
                  </a:lnTo>
                  <a:lnTo>
                    <a:pt x="42" y="10"/>
                  </a:lnTo>
                  <a:lnTo>
                    <a:pt x="42" y="6"/>
                  </a:lnTo>
                  <a:lnTo>
                    <a:pt x="40" y="4"/>
                  </a:lnTo>
                  <a:lnTo>
                    <a:pt x="38" y="2"/>
                  </a:lnTo>
                  <a:lnTo>
                    <a:pt x="36" y="0"/>
                  </a:lnTo>
                  <a:lnTo>
                    <a:pt x="32" y="0"/>
                  </a:lnTo>
                  <a:lnTo>
                    <a:pt x="26" y="0"/>
                  </a:lnTo>
                  <a:lnTo>
                    <a:pt x="22" y="0"/>
                  </a:lnTo>
                  <a:lnTo>
                    <a:pt x="20" y="0"/>
                  </a:lnTo>
                  <a:lnTo>
                    <a:pt x="16" y="4"/>
                  </a:lnTo>
                  <a:lnTo>
                    <a:pt x="12" y="6"/>
                  </a:lnTo>
                  <a:lnTo>
                    <a:pt x="12" y="10"/>
                  </a:lnTo>
                  <a:lnTo>
                    <a:pt x="8" y="10"/>
                  </a:lnTo>
                  <a:lnTo>
                    <a:pt x="8" y="20"/>
                  </a:lnTo>
                  <a:lnTo>
                    <a:pt x="6" y="28"/>
                  </a:lnTo>
                  <a:lnTo>
                    <a:pt x="0" y="34"/>
                  </a:lnTo>
                  <a:lnTo>
                    <a:pt x="0" y="42"/>
                  </a:lnTo>
                  <a:lnTo>
                    <a:pt x="4" y="48"/>
                  </a:lnTo>
                  <a:lnTo>
                    <a:pt x="8" y="48"/>
                  </a:lnTo>
                  <a:lnTo>
                    <a:pt x="12" y="46"/>
                  </a:lnTo>
                  <a:lnTo>
                    <a:pt x="16" y="48"/>
                  </a:lnTo>
                  <a:lnTo>
                    <a:pt x="18" y="46"/>
                  </a:lnTo>
                  <a:lnTo>
                    <a:pt x="20" y="44"/>
                  </a:lnTo>
                  <a:lnTo>
                    <a:pt x="22" y="46"/>
                  </a:lnTo>
                  <a:lnTo>
                    <a:pt x="26" y="46"/>
                  </a:lnTo>
                  <a:lnTo>
                    <a:pt x="32" y="46"/>
                  </a:lnTo>
                  <a:lnTo>
                    <a:pt x="40" y="46"/>
                  </a:lnTo>
                  <a:lnTo>
                    <a:pt x="44" y="46"/>
                  </a:lnTo>
                  <a:lnTo>
                    <a:pt x="44" y="48"/>
                  </a:lnTo>
                  <a:lnTo>
                    <a:pt x="42" y="52"/>
                  </a:lnTo>
                  <a:lnTo>
                    <a:pt x="40" y="52"/>
                  </a:lnTo>
                  <a:lnTo>
                    <a:pt x="22" y="52"/>
                  </a:lnTo>
                  <a:lnTo>
                    <a:pt x="18" y="54"/>
                  </a:lnTo>
                  <a:lnTo>
                    <a:pt x="18" y="56"/>
                  </a:lnTo>
                  <a:lnTo>
                    <a:pt x="6" y="56"/>
                  </a:lnTo>
                  <a:lnTo>
                    <a:pt x="6" y="58"/>
                  </a:lnTo>
                  <a:lnTo>
                    <a:pt x="6" y="62"/>
                  </a:lnTo>
                  <a:lnTo>
                    <a:pt x="8" y="6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8" name="Google Shape;288;p60"/>
            <p:cNvSpPr/>
            <p:nvPr/>
          </p:nvSpPr>
          <p:spPr>
            <a:xfrm>
              <a:off x="8371631" y="3904367"/>
              <a:ext cx="392186" cy="324382"/>
            </a:xfrm>
            <a:custGeom>
              <a:rect b="b" l="l" r="r" t="t"/>
              <a:pathLst>
                <a:path extrusionOk="0" h="230" w="238">
                  <a:moveTo>
                    <a:pt x="90" y="220"/>
                  </a:moveTo>
                  <a:lnTo>
                    <a:pt x="90" y="220"/>
                  </a:lnTo>
                  <a:lnTo>
                    <a:pt x="92" y="218"/>
                  </a:lnTo>
                  <a:lnTo>
                    <a:pt x="94" y="216"/>
                  </a:lnTo>
                  <a:lnTo>
                    <a:pt x="94" y="214"/>
                  </a:lnTo>
                  <a:lnTo>
                    <a:pt x="96" y="212"/>
                  </a:lnTo>
                  <a:lnTo>
                    <a:pt x="96" y="210"/>
                  </a:lnTo>
                  <a:lnTo>
                    <a:pt x="98" y="208"/>
                  </a:lnTo>
                  <a:lnTo>
                    <a:pt x="100" y="206"/>
                  </a:lnTo>
                  <a:lnTo>
                    <a:pt x="102" y="206"/>
                  </a:lnTo>
                  <a:lnTo>
                    <a:pt x="102" y="208"/>
                  </a:lnTo>
                  <a:lnTo>
                    <a:pt x="104" y="210"/>
                  </a:lnTo>
                  <a:lnTo>
                    <a:pt x="106" y="210"/>
                  </a:lnTo>
                  <a:lnTo>
                    <a:pt x="110" y="210"/>
                  </a:lnTo>
                  <a:lnTo>
                    <a:pt x="122" y="212"/>
                  </a:lnTo>
                  <a:lnTo>
                    <a:pt x="130" y="216"/>
                  </a:lnTo>
                  <a:lnTo>
                    <a:pt x="132" y="230"/>
                  </a:lnTo>
                  <a:lnTo>
                    <a:pt x="138" y="222"/>
                  </a:lnTo>
                  <a:lnTo>
                    <a:pt x="154" y="204"/>
                  </a:lnTo>
                  <a:lnTo>
                    <a:pt x="194" y="190"/>
                  </a:lnTo>
                  <a:lnTo>
                    <a:pt x="230" y="174"/>
                  </a:lnTo>
                  <a:lnTo>
                    <a:pt x="232" y="168"/>
                  </a:lnTo>
                  <a:lnTo>
                    <a:pt x="236" y="156"/>
                  </a:lnTo>
                  <a:lnTo>
                    <a:pt x="238" y="140"/>
                  </a:lnTo>
                  <a:lnTo>
                    <a:pt x="230" y="130"/>
                  </a:lnTo>
                  <a:lnTo>
                    <a:pt x="226" y="132"/>
                  </a:lnTo>
                  <a:lnTo>
                    <a:pt x="190" y="124"/>
                  </a:lnTo>
                  <a:lnTo>
                    <a:pt x="188" y="112"/>
                  </a:lnTo>
                  <a:lnTo>
                    <a:pt x="182" y="106"/>
                  </a:lnTo>
                  <a:lnTo>
                    <a:pt x="184" y="100"/>
                  </a:lnTo>
                  <a:lnTo>
                    <a:pt x="178" y="98"/>
                  </a:lnTo>
                  <a:lnTo>
                    <a:pt x="176" y="98"/>
                  </a:lnTo>
                  <a:lnTo>
                    <a:pt x="172" y="86"/>
                  </a:lnTo>
                  <a:lnTo>
                    <a:pt x="174" y="82"/>
                  </a:lnTo>
                  <a:lnTo>
                    <a:pt x="174" y="80"/>
                  </a:lnTo>
                  <a:lnTo>
                    <a:pt x="174" y="78"/>
                  </a:lnTo>
                  <a:lnTo>
                    <a:pt x="170" y="74"/>
                  </a:lnTo>
                  <a:lnTo>
                    <a:pt x="166" y="72"/>
                  </a:lnTo>
                  <a:lnTo>
                    <a:pt x="164" y="66"/>
                  </a:lnTo>
                  <a:lnTo>
                    <a:pt x="162" y="60"/>
                  </a:lnTo>
                  <a:lnTo>
                    <a:pt x="158" y="58"/>
                  </a:lnTo>
                  <a:lnTo>
                    <a:pt x="156" y="56"/>
                  </a:lnTo>
                  <a:lnTo>
                    <a:pt x="154" y="50"/>
                  </a:lnTo>
                  <a:lnTo>
                    <a:pt x="154" y="42"/>
                  </a:lnTo>
                  <a:lnTo>
                    <a:pt x="142" y="44"/>
                  </a:lnTo>
                  <a:lnTo>
                    <a:pt x="140" y="40"/>
                  </a:lnTo>
                  <a:lnTo>
                    <a:pt x="126" y="36"/>
                  </a:lnTo>
                  <a:lnTo>
                    <a:pt x="104" y="34"/>
                  </a:lnTo>
                  <a:lnTo>
                    <a:pt x="96" y="30"/>
                  </a:lnTo>
                  <a:lnTo>
                    <a:pt x="94" y="22"/>
                  </a:lnTo>
                  <a:lnTo>
                    <a:pt x="86" y="22"/>
                  </a:lnTo>
                  <a:lnTo>
                    <a:pt x="86" y="18"/>
                  </a:lnTo>
                  <a:lnTo>
                    <a:pt x="54" y="0"/>
                  </a:lnTo>
                  <a:lnTo>
                    <a:pt x="54" y="2"/>
                  </a:lnTo>
                  <a:lnTo>
                    <a:pt x="32" y="8"/>
                  </a:lnTo>
                  <a:lnTo>
                    <a:pt x="38" y="20"/>
                  </a:lnTo>
                  <a:lnTo>
                    <a:pt x="36" y="22"/>
                  </a:lnTo>
                  <a:lnTo>
                    <a:pt x="32" y="26"/>
                  </a:lnTo>
                  <a:lnTo>
                    <a:pt x="30" y="28"/>
                  </a:lnTo>
                  <a:lnTo>
                    <a:pt x="28" y="30"/>
                  </a:lnTo>
                  <a:lnTo>
                    <a:pt x="26" y="34"/>
                  </a:lnTo>
                  <a:lnTo>
                    <a:pt x="24" y="34"/>
                  </a:lnTo>
                  <a:lnTo>
                    <a:pt x="12" y="40"/>
                  </a:lnTo>
                  <a:lnTo>
                    <a:pt x="0" y="38"/>
                  </a:lnTo>
                  <a:lnTo>
                    <a:pt x="0" y="46"/>
                  </a:lnTo>
                  <a:lnTo>
                    <a:pt x="8" y="52"/>
                  </a:lnTo>
                  <a:lnTo>
                    <a:pt x="12" y="58"/>
                  </a:lnTo>
                  <a:lnTo>
                    <a:pt x="14" y="64"/>
                  </a:lnTo>
                  <a:lnTo>
                    <a:pt x="20" y="72"/>
                  </a:lnTo>
                  <a:lnTo>
                    <a:pt x="24" y="76"/>
                  </a:lnTo>
                  <a:lnTo>
                    <a:pt x="28" y="80"/>
                  </a:lnTo>
                  <a:lnTo>
                    <a:pt x="30" y="84"/>
                  </a:lnTo>
                  <a:lnTo>
                    <a:pt x="30" y="90"/>
                  </a:lnTo>
                  <a:lnTo>
                    <a:pt x="30" y="94"/>
                  </a:lnTo>
                  <a:lnTo>
                    <a:pt x="32" y="98"/>
                  </a:lnTo>
                  <a:lnTo>
                    <a:pt x="34" y="102"/>
                  </a:lnTo>
                  <a:lnTo>
                    <a:pt x="40" y="106"/>
                  </a:lnTo>
                  <a:lnTo>
                    <a:pt x="44" y="110"/>
                  </a:lnTo>
                  <a:lnTo>
                    <a:pt x="48" y="116"/>
                  </a:lnTo>
                  <a:lnTo>
                    <a:pt x="46" y="120"/>
                  </a:lnTo>
                  <a:lnTo>
                    <a:pt x="46" y="126"/>
                  </a:lnTo>
                  <a:lnTo>
                    <a:pt x="46" y="134"/>
                  </a:lnTo>
                  <a:lnTo>
                    <a:pt x="46" y="140"/>
                  </a:lnTo>
                  <a:lnTo>
                    <a:pt x="48" y="140"/>
                  </a:lnTo>
                  <a:lnTo>
                    <a:pt x="48" y="150"/>
                  </a:lnTo>
                  <a:lnTo>
                    <a:pt x="50" y="160"/>
                  </a:lnTo>
                  <a:lnTo>
                    <a:pt x="54" y="164"/>
                  </a:lnTo>
                  <a:lnTo>
                    <a:pt x="60" y="168"/>
                  </a:lnTo>
                  <a:lnTo>
                    <a:pt x="66" y="172"/>
                  </a:lnTo>
                  <a:lnTo>
                    <a:pt x="70" y="176"/>
                  </a:lnTo>
                  <a:lnTo>
                    <a:pt x="72" y="180"/>
                  </a:lnTo>
                  <a:lnTo>
                    <a:pt x="72" y="186"/>
                  </a:lnTo>
                  <a:lnTo>
                    <a:pt x="74" y="192"/>
                  </a:lnTo>
                  <a:lnTo>
                    <a:pt x="74" y="196"/>
                  </a:lnTo>
                  <a:lnTo>
                    <a:pt x="82" y="200"/>
                  </a:lnTo>
                  <a:lnTo>
                    <a:pt x="90" y="214"/>
                  </a:lnTo>
                  <a:lnTo>
                    <a:pt x="90" y="2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89" name="Google Shape;289;p60"/>
            <p:cNvSpPr/>
            <p:nvPr/>
          </p:nvSpPr>
          <p:spPr>
            <a:xfrm>
              <a:off x="8256282" y="4583599"/>
              <a:ext cx="46140" cy="34051"/>
            </a:xfrm>
            <a:custGeom>
              <a:rect b="b" l="l" r="r" t="t"/>
              <a:pathLst>
                <a:path extrusionOk="0" h="24" w="28">
                  <a:moveTo>
                    <a:pt x="4" y="10"/>
                  </a:moveTo>
                  <a:lnTo>
                    <a:pt x="4" y="10"/>
                  </a:lnTo>
                  <a:lnTo>
                    <a:pt x="4" y="12"/>
                  </a:lnTo>
                  <a:lnTo>
                    <a:pt x="2" y="12"/>
                  </a:lnTo>
                  <a:lnTo>
                    <a:pt x="0" y="12"/>
                  </a:lnTo>
                  <a:lnTo>
                    <a:pt x="0" y="16"/>
                  </a:lnTo>
                  <a:lnTo>
                    <a:pt x="0" y="18"/>
                  </a:lnTo>
                  <a:lnTo>
                    <a:pt x="2" y="18"/>
                  </a:lnTo>
                  <a:lnTo>
                    <a:pt x="6" y="18"/>
                  </a:lnTo>
                  <a:lnTo>
                    <a:pt x="8" y="18"/>
                  </a:lnTo>
                  <a:lnTo>
                    <a:pt x="8" y="16"/>
                  </a:lnTo>
                  <a:lnTo>
                    <a:pt x="10" y="18"/>
                  </a:lnTo>
                  <a:lnTo>
                    <a:pt x="12" y="22"/>
                  </a:lnTo>
                  <a:lnTo>
                    <a:pt x="12" y="24"/>
                  </a:lnTo>
                  <a:lnTo>
                    <a:pt x="14" y="22"/>
                  </a:lnTo>
                  <a:lnTo>
                    <a:pt x="16" y="20"/>
                  </a:lnTo>
                  <a:lnTo>
                    <a:pt x="18" y="18"/>
                  </a:lnTo>
                  <a:lnTo>
                    <a:pt x="18" y="16"/>
                  </a:lnTo>
                  <a:lnTo>
                    <a:pt x="24" y="18"/>
                  </a:lnTo>
                  <a:lnTo>
                    <a:pt x="26" y="18"/>
                  </a:lnTo>
                  <a:lnTo>
                    <a:pt x="26" y="14"/>
                  </a:lnTo>
                  <a:lnTo>
                    <a:pt x="28" y="8"/>
                  </a:lnTo>
                  <a:lnTo>
                    <a:pt x="24" y="2"/>
                  </a:lnTo>
                  <a:lnTo>
                    <a:pt x="18" y="4"/>
                  </a:lnTo>
                  <a:lnTo>
                    <a:pt x="16" y="6"/>
                  </a:lnTo>
                  <a:lnTo>
                    <a:pt x="12" y="4"/>
                  </a:lnTo>
                  <a:lnTo>
                    <a:pt x="6" y="0"/>
                  </a:lnTo>
                  <a:lnTo>
                    <a:pt x="6" y="6"/>
                  </a:lnTo>
                  <a:lnTo>
                    <a:pt x="4" y="8"/>
                  </a:lnTo>
                  <a:lnTo>
                    <a:pt x="4"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0" name="Google Shape;290;p60"/>
            <p:cNvSpPr/>
            <p:nvPr/>
          </p:nvSpPr>
          <p:spPr>
            <a:xfrm>
              <a:off x="9552383" y="2766341"/>
              <a:ext cx="1707162" cy="901461"/>
            </a:xfrm>
            <a:custGeom>
              <a:rect b="b" l="l" r="r" t="t"/>
              <a:pathLst>
                <a:path extrusionOk="0" h="640" w="1036">
                  <a:moveTo>
                    <a:pt x="446" y="432"/>
                  </a:moveTo>
                  <a:lnTo>
                    <a:pt x="446" y="432"/>
                  </a:lnTo>
                  <a:lnTo>
                    <a:pt x="444" y="434"/>
                  </a:lnTo>
                  <a:lnTo>
                    <a:pt x="442" y="436"/>
                  </a:lnTo>
                  <a:lnTo>
                    <a:pt x="442" y="440"/>
                  </a:lnTo>
                  <a:lnTo>
                    <a:pt x="444" y="440"/>
                  </a:lnTo>
                  <a:lnTo>
                    <a:pt x="444" y="442"/>
                  </a:lnTo>
                  <a:lnTo>
                    <a:pt x="446" y="442"/>
                  </a:lnTo>
                  <a:lnTo>
                    <a:pt x="448" y="442"/>
                  </a:lnTo>
                  <a:lnTo>
                    <a:pt x="452" y="436"/>
                  </a:lnTo>
                  <a:lnTo>
                    <a:pt x="446" y="432"/>
                  </a:lnTo>
                  <a:close/>
                  <a:moveTo>
                    <a:pt x="504" y="446"/>
                  </a:moveTo>
                  <a:lnTo>
                    <a:pt x="504" y="446"/>
                  </a:lnTo>
                  <a:lnTo>
                    <a:pt x="502" y="450"/>
                  </a:lnTo>
                  <a:lnTo>
                    <a:pt x="500" y="452"/>
                  </a:lnTo>
                  <a:lnTo>
                    <a:pt x="502" y="458"/>
                  </a:lnTo>
                  <a:lnTo>
                    <a:pt x="504" y="462"/>
                  </a:lnTo>
                  <a:lnTo>
                    <a:pt x="502" y="466"/>
                  </a:lnTo>
                  <a:lnTo>
                    <a:pt x="498" y="468"/>
                  </a:lnTo>
                  <a:lnTo>
                    <a:pt x="496" y="472"/>
                  </a:lnTo>
                  <a:lnTo>
                    <a:pt x="494" y="474"/>
                  </a:lnTo>
                  <a:lnTo>
                    <a:pt x="492" y="482"/>
                  </a:lnTo>
                  <a:lnTo>
                    <a:pt x="494" y="488"/>
                  </a:lnTo>
                  <a:lnTo>
                    <a:pt x="496" y="498"/>
                  </a:lnTo>
                  <a:lnTo>
                    <a:pt x="496" y="518"/>
                  </a:lnTo>
                  <a:lnTo>
                    <a:pt x="494" y="536"/>
                  </a:lnTo>
                  <a:lnTo>
                    <a:pt x="496" y="536"/>
                  </a:lnTo>
                  <a:lnTo>
                    <a:pt x="496" y="538"/>
                  </a:lnTo>
                  <a:lnTo>
                    <a:pt x="496" y="542"/>
                  </a:lnTo>
                  <a:lnTo>
                    <a:pt x="494" y="544"/>
                  </a:lnTo>
                  <a:lnTo>
                    <a:pt x="494" y="546"/>
                  </a:lnTo>
                  <a:lnTo>
                    <a:pt x="498" y="552"/>
                  </a:lnTo>
                  <a:lnTo>
                    <a:pt x="496" y="568"/>
                  </a:lnTo>
                  <a:lnTo>
                    <a:pt x="492" y="586"/>
                  </a:lnTo>
                  <a:lnTo>
                    <a:pt x="496" y="580"/>
                  </a:lnTo>
                  <a:lnTo>
                    <a:pt x="498" y="576"/>
                  </a:lnTo>
                  <a:lnTo>
                    <a:pt x="502" y="578"/>
                  </a:lnTo>
                  <a:lnTo>
                    <a:pt x="506" y="582"/>
                  </a:lnTo>
                  <a:lnTo>
                    <a:pt x="510" y="588"/>
                  </a:lnTo>
                  <a:lnTo>
                    <a:pt x="510" y="584"/>
                  </a:lnTo>
                  <a:lnTo>
                    <a:pt x="510" y="580"/>
                  </a:lnTo>
                  <a:lnTo>
                    <a:pt x="506" y="572"/>
                  </a:lnTo>
                  <a:lnTo>
                    <a:pt x="502" y="564"/>
                  </a:lnTo>
                  <a:lnTo>
                    <a:pt x="502" y="556"/>
                  </a:lnTo>
                  <a:lnTo>
                    <a:pt x="502" y="548"/>
                  </a:lnTo>
                  <a:lnTo>
                    <a:pt x="506" y="532"/>
                  </a:lnTo>
                  <a:lnTo>
                    <a:pt x="508" y="532"/>
                  </a:lnTo>
                  <a:lnTo>
                    <a:pt x="508" y="528"/>
                  </a:lnTo>
                  <a:lnTo>
                    <a:pt x="512" y="528"/>
                  </a:lnTo>
                  <a:lnTo>
                    <a:pt x="516" y="528"/>
                  </a:lnTo>
                  <a:lnTo>
                    <a:pt x="524" y="536"/>
                  </a:lnTo>
                  <a:lnTo>
                    <a:pt x="520" y="526"/>
                  </a:lnTo>
                  <a:lnTo>
                    <a:pt x="516" y="522"/>
                  </a:lnTo>
                  <a:lnTo>
                    <a:pt x="514" y="518"/>
                  </a:lnTo>
                  <a:lnTo>
                    <a:pt x="512" y="518"/>
                  </a:lnTo>
                  <a:lnTo>
                    <a:pt x="512" y="510"/>
                  </a:lnTo>
                  <a:lnTo>
                    <a:pt x="512" y="500"/>
                  </a:lnTo>
                  <a:lnTo>
                    <a:pt x="512" y="490"/>
                  </a:lnTo>
                  <a:lnTo>
                    <a:pt x="510" y="484"/>
                  </a:lnTo>
                  <a:lnTo>
                    <a:pt x="512" y="480"/>
                  </a:lnTo>
                  <a:lnTo>
                    <a:pt x="514" y="476"/>
                  </a:lnTo>
                  <a:lnTo>
                    <a:pt x="510" y="470"/>
                  </a:lnTo>
                  <a:lnTo>
                    <a:pt x="506" y="464"/>
                  </a:lnTo>
                  <a:lnTo>
                    <a:pt x="508" y="458"/>
                  </a:lnTo>
                  <a:lnTo>
                    <a:pt x="510" y="454"/>
                  </a:lnTo>
                  <a:lnTo>
                    <a:pt x="508" y="450"/>
                  </a:lnTo>
                  <a:lnTo>
                    <a:pt x="504" y="446"/>
                  </a:lnTo>
                  <a:close/>
                  <a:moveTo>
                    <a:pt x="132" y="420"/>
                  </a:moveTo>
                  <a:lnTo>
                    <a:pt x="134" y="420"/>
                  </a:lnTo>
                  <a:lnTo>
                    <a:pt x="130" y="430"/>
                  </a:lnTo>
                  <a:lnTo>
                    <a:pt x="132" y="438"/>
                  </a:lnTo>
                  <a:lnTo>
                    <a:pt x="132" y="446"/>
                  </a:lnTo>
                  <a:lnTo>
                    <a:pt x="126" y="454"/>
                  </a:lnTo>
                  <a:lnTo>
                    <a:pt x="126" y="452"/>
                  </a:lnTo>
                  <a:lnTo>
                    <a:pt x="122" y="452"/>
                  </a:lnTo>
                  <a:lnTo>
                    <a:pt x="122" y="454"/>
                  </a:lnTo>
                  <a:lnTo>
                    <a:pt x="120" y="456"/>
                  </a:lnTo>
                  <a:lnTo>
                    <a:pt x="122" y="458"/>
                  </a:lnTo>
                  <a:lnTo>
                    <a:pt x="124" y="460"/>
                  </a:lnTo>
                  <a:lnTo>
                    <a:pt x="116" y="468"/>
                  </a:lnTo>
                  <a:lnTo>
                    <a:pt x="116" y="470"/>
                  </a:lnTo>
                  <a:lnTo>
                    <a:pt x="112" y="470"/>
                  </a:lnTo>
                  <a:lnTo>
                    <a:pt x="108" y="470"/>
                  </a:lnTo>
                  <a:lnTo>
                    <a:pt x="108" y="472"/>
                  </a:lnTo>
                  <a:lnTo>
                    <a:pt x="106" y="474"/>
                  </a:lnTo>
                  <a:lnTo>
                    <a:pt x="104" y="476"/>
                  </a:lnTo>
                  <a:lnTo>
                    <a:pt x="104" y="478"/>
                  </a:lnTo>
                  <a:lnTo>
                    <a:pt x="100" y="478"/>
                  </a:lnTo>
                  <a:lnTo>
                    <a:pt x="96" y="478"/>
                  </a:lnTo>
                  <a:lnTo>
                    <a:pt x="92" y="484"/>
                  </a:lnTo>
                  <a:lnTo>
                    <a:pt x="88" y="490"/>
                  </a:lnTo>
                  <a:lnTo>
                    <a:pt x="82" y="498"/>
                  </a:lnTo>
                  <a:lnTo>
                    <a:pt x="80" y="500"/>
                  </a:lnTo>
                  <a:lnTo>
                    <a:pt x="76" y="500"/>
                  </a:lnTo>
                  <a:lnTo>
                    <a:pt x="72" y="500"/>
                  </a:lnTo>
                  <a:lnTo>
                    <a:pt x="68" y="498"/>
                  </a:lnTo>
                  <a:lnTo>
                    <a:pt x="64" y="496"/>
                  </a:lnTo>
                  <a:lnTo>
                    <a:pt x="76" y="490"/>
                  </a:lnTo>
                  <a:lnTo>
                    <a:pt x="80" y="486"/>
                  </a:lnTo>
                  <a:lnTo>
                    <a:pt x="84" y="482"/>
                  </a:lnTo>
                  <a:lnTo>
                    <a:pt x="86" y="476"/>
                  </a:lnTo>
                  <a:lnTo>
                    <a:pt x="88" y="472"/>
                  </a:lnTo>
                  <a:lnTo>
                    <a:pt x="92" y="472"/>
                  </a:lnTo>
                  <a:lnTo>
                    <a:pt x="94" y="470"/>
                  </a:lnTo>
                  <a:lnTo>
                    <a:pt x="96" y="468"/>
                  </a:lnTo>
                  <a:lnTo>
                    <a:pt x="98" y="464"/>
                  </a:lnTo>
                  <a:lnTo>
                    <a:pt x="100" y="462"/>
                  </a:lnTo>
                  <a:lnTo>
                    <a:pt x="104" y="462"/>
                  </a:lnTo>
                  <a:lnTo>
                    <a:pt x="110" y="454"/>
                  </a:lnTo>
                  <a:lnTo>
                    <a:pt x="118" y="444"/>
                  </a:lnTo>
                  <a:lnTo>
                    <a:pt x="130" y="420"/>
                  </a:lnTo>
                  <a:lnTo>
                    <a:pt x="132" y="420"/>
                  </a:lnTo>
                  <a:close/>
                  <a:moveTo>
                    <a:pt x="460" y="0"/>
                  </a:moveTo>
                  <a:lnTo>
                    <a:pt x="460" y="0"/>
                  </a:lnTo>
                  <a:lnTo>
                    <a:pt x="454" y="8"/>
                  </a:lnTo>
                  <a:lnTo>
                    <a:pt x="448" y="18"/>
                  </a:lnTo>
                  <a:lnTo>
                    <a:pt x="446" y="20"/>
                  </a:lnTo>
                  <a:lnTo>
                    <a:pt x="448" y="30"/>
                  </a:lnTo>
                  <a:lnTo>
                    <a:pt x="450" y="38"/>
                  </a:lnTo>
                  <a:lnTo>
                    <a:pt x="452" y="42"/>
                  </a:lnTo>
                  <a:lnTo>
                    <a:pt x="458" y="42"/>
                  </a:lnTo>
                  <a:lnTo>
                    <a:pt x="462" y="44"/>
                  </a:lnTo>
                  <a:lnTo>
                    <a:pt x="468" y="38"/>
                  </a:lnTo>
                  <a:lnTo>
                    <a:pt x="468" y="36"/>
                  </a:lnTo>
                  <a:lnTo>
                    <a:pt x="468" y="34"/>
                  </a:lnTo>
                  <a:lnTo>
                    <a:pt x="474" y="28"/>
                  </a:lnTo>
                  <a:lnTo>
                    <a:pt x="476" y="24"/>
                  </a:lnTo>
                  <a:lnTo>
                    <a:pt x="476" y="20"/>
                  </a:lnTo>
                  <a:lnTo>
                    <a:pt x="468" y="10"/>
                  </a:lnTo>
                  <a:lnTo>
                    <a:pt x="460" y="0"/>
                  </a:lnTo>
                  <a:close/>
                  <a:moveTo>
                    <a:pt x="508" y="10"/>
                  </a:moveTo>
                  <a:lnTo>
                    <a:pt x="508" y="10"/>
                  </a:lnTo>
                  <a:lnTo>
                    <a:pt x="508" y="18"/>
                  </a:lnTo>
                  <a:lnTo>
                    <a:pt x="510" y="26"/>
                  </a:lnTo>
                  <a:lnTo>
                    <a:pt x="512" y="28"/>
                  </a:lnTo>
                  <a:lnTo>
                    <a:pt x="514" y="28"/>
                  </a:lnTo>
                  <a:lnTo>
                    <a:pt x="520" y="26"/>
                  </a:lnTo>
                  <a:lnTo>
                    <a:pt x="528" y="20"/>
                  </a:lnTo>
                  <a:lnTo>
                    <a:pt x="526" y="18"/>
                  </a:lnTo>
                  <a:lnTo>
                    <a:pt x="524" y="14"/>
                  </a:lnTo>
                  <a:lnTo>
                    <a:pt x="516" y="16"/>
                  </a:lnTo>
                  <a:lnTo>
                    <a:pt x="508" y="10"/>
                  </a:lnTo>
                  <a:close/>
                  <a:moveTo>
                    <a:pt x="552" y="14"/>
                  </a:moveTo>
                  <a:lnTo>
                    <a:pt x="552" y="14"/>
                  </a:lnTo>
                  <a:lnTo>
                    <a:pt x="558" y="24"/>
                  </a:lnTo>
                  <a:lnTo>
                    <a:pt x="562" y="28"/>
                  </a:lnTo>
                  <a:lnTo>
                    <a:pt x="566" y="30"/>
                  </a:lnTo>
                  <a:lnTo>
                    <a:pt x="570" y="32"/>
                  </a:lnTo>
                  <a:lnTo>
                    <a:pt x="574" y="32"/>
                  </a:lnTo>
                  <a:lnTo>
                    <a:pt x="584" y="26"/>
                  </a:lnTo>
                  <a:lnTo>
                    <a:pt x="588" y="24"/>
                  </a:lnTo>
                  <a:lnTo>
                    <a:pt x="592" y="24"/>
                  </a:lnTo>
                  <a:lnTo>
                    <a:pt x="588" y="20"/>
                  </a:lnTo>
                  <a:lnTo>
                    <a:pt x="580" y="16"/>
                  </a:lnTo>
                  <a:lnTo>
                    <a:pt x="570" y="14"/>
                  </a:lnTo>
                  <a:lnTo>
                    <a:pt x="552" y="14"/>
                  </a:lnTo>
                  <a:close/>
                  <a:moveTo>
                    <a:pt x="164" y="42"/>
                  </a:moveTo>
                  <a:lnTo>
                    <a:pt x="164" y="42"/>
                  </a:lnTo>
                  <a:lnTo>
                    <a:pt x="160" y="44"/>
                  </a:lnTo>
                  <a:lnTo>
                    <a:pt x="158" y="48"/>
                  </a:lnTo>
                  <a:lnTo>
                    <a:pt x="158" y="52"/>
                  </a:lnTo>
                  <a:lnTo>
                    <a:pt x="162" y="50"/>
                  </a:lnTo>
                  <a:lnTo>
                    <a:pt x="166" y="46"/>
                  </a:lnTo>
                  <a:lnTo>
                    <a:pt x="166" y="42"/>
                  </a:lnTo>
                  <a:lnTo>
                    <a:pt x="164" y="42"/>
                  </a:lnTo>
                  <a:close/>
                  <a:moveTo>
                    <a:pt x="476" y="42"/>
                  </a:moveTo>
                  <a:lnTo>
                    <a:pt x="474" y="48"/>
                  </a:lnTo>
                  <a:lnTo>
                    <a:pt x="480" y="50"/>
                  </a:lnTo>
                  <a:lnTo>
                    <a:pt x="480" y="44"/>
                  </a:lnTo>
                  <a:lnTo>
                    <a:pt x="480" y="42"/>
                  </a:lnTo>
                  <a:lnTo>
                    <a:pt x="476" y="42"/>
                  </a:lnTo>
                  <a:close/>
                  <a:moveTo>
                    <a:pt x="492" y="48"/>
                  </a:moveTo>
                  <a:lnTo>
                    <a:pt x="492" y="48"/>
                  </a:lnTo>
                  <a:lnTo>
                    <a:pt x="476" y="60"/>
                  </a:lnTo>
                  <a:lnTo>
                    <a:pt x="476" y="62"/>
                  </a:lnTo>
                  <a:lnTo>
                    <a:pt x="474" y="62"/>
                  </a:lnTo>
                  <a:lnTo>
                    <a:pt x="492" y="66"/>
                  </a:lnTo>
                  <a:lnTo>
                    <a:pt x="514" y="68"/>
                  </a:lnTo>
                  <a:lnTo>
                    <a:pt x="512" y="62"/>
                  </a:lnTo>
                  <a:lnTo>
                    <a:pt x="514" y="58"/>
                  </a:lnTo>
                  <a:lnTo>
                    <a:pt x="504" y="52"/>
                  </a:lnTo>
                  <a:lnTo>
                    <a:pt x="500" y="48"/>
                  </a:lnTo>
                  <a:lnTo>
                    <a:pt x="496" y="48"/>
                  </a:lnTo>
                  <a:lnTo>
                    <a:pt x="492" y="48"/>
                  </a:lnTo>
                  <a:close/>
                  <a:moveTo>
                    <a:pt x="340" y="74"/>
                  </a:moveTo>
                  <a:lnTo>
                    <a:pt x="340" y="74"/>
                  </a:lnTo>
                  <a:lnTo>
                    <a:pt x="342" y="76"/>
                  </a:lnTo>
                  <a:lnTo>
                    <a:pt x="348" y="76"/>
                  </a:lnTo>
                  <a:lnTo>
                    <a:pt x="348" y="74"/>
                  </a:lnTo>
                  <a:lnTo>
                    <a:pt x="346" y="74"/>
                  </a:lnTo>
                  <a:lnTo>
                    <a:pt x="340" y="74"/>
                  </a:lnTo>
                  <a:close/>
                  <a:moveTo>
                    <a:pt x="168" y="82"/>
                  </a:moveTo>
                  <a:lnTo>
                    <a:pt x="168" y="82"/>
                  </a:lnTo>
                  <a:lnTo>
                    <a:pt x="166" y="88"/>
                  </a:lnTo>
                  <a:lnTo>
                    <a:pt x="164" y="88"/>
                  </a:lnTo>
                  <a:lnTo>
                    <a:pt x="166" y="86"/>
                  </a:lnTo>
                  <a:lnTo>
                    <a:pt x="168" y="82"/>
                  </a:lnTo>
                  <a:close/>
                  <a:moveTo>
                    <a:pt x="928" y="106"/>
                  </a:moveTo>
                  <a:lnTo>
                    <a:pt x="928" y="106"/>
                  </a:lnTo>
                  <a:lnTo>
                    <a:pt x="922" y="114"/>
                  </a:lnTo>
                  <a:lnTo>
                    <a:pt x="916" y="120"/>
                  </a:lnTo>
                  <a:lnTo>
                    <a:pt x="924" y="122"/>
                  </a:lnTo>
                  <a:lnTo>
                    <a:pt x="930" y="122"/>
                  </a:lnTo>
                  <a:lnTo>
                    <a:pt x="932" y="120"/>
                  </a:lnTo>
                  <a:lnTo>
                    <a:pt x="936" y="118"/>
                  </a:lnTo>
                  <a:lnTo>
                    <a:pt x="952" y="122"/>
                  </a:lnTo>
                  <a:lnTo>
                    <a:pt x="954" y="116"/>
                  </a:lnTo>
                  <a:lnTo>
                    <a:pt x="942" y="110"/>
                  </a:lnTo>
                  <a:lnTo>
                    <a:pt x="934" y="106"/>
                  </a:lnTo>
                  <a:lnTo>
                    <a:pt x="928" y="106"/>
                  </a:lnTo>
                  <a:close/>
                  <a:moveTo>
                    <a:pt x="602" y="110"/>
                  </a:moveTo>
                  <a:lnTo>
                    <a:pt x="602" y="110"/>
                  </a:lnTo>
                  <a:lnTo>
                    <a:pt x="598" y="122"/>
                  </a:lnTo>
                  <a:lnTo>
                    <a:pt x="606" y="122"/>
                  </a:lnTo>
                  <a:lnTo>
                    <a:pt x="612" y="122"/>
                  </a:lnTo>
                  <a:lnTo>
                    <a:pt x="614" y="120"/>
                  </a:lnTo>
                  <a:lnTo>
                    <a:pt x="614" y="118"/>
                  </a:lnTo>
                  <a:lnTo>
                    <a:pt x="612" y="118"/>
                  </a:lnTo>
                  <a:lnTo>
                    <a:pt x="612" y="116"/>
                  </a:lnTo>
                  <a:lnTo>
                    <a:pt x="612" y="114"/>
                  </a:lnTo>
                  <a:lnTo>
                    <a:pt x="610" y="116"/>
                  </a:lnTo>
                  <a:lnTo>
                    <a:pt x="608" y="110"/>
                  </a:lnTo>
                  <a:lnTo>
                    <a:pt x="604" y="110"/>
                  </a:lnTo>
                  <a:lnTo>
                    <a:pt x="602" y="110"/>
                  </a:lnTo>
                  <a:close/>
                  <a:moveTo>
                    <a:pt x="654" y="502"/>
                  </a:moveTo>
                  <a:lnTo>
                    <a:pt x="654" y="502"/>
                  </a:lnTo>
                  <a:lnTo>
                    <a:pt x="648" y="506"/>
                  </a:lnTo>
                  <a:lnTo>
                    <a:pt x="648" y="510"/>
                  </a:lnTo>
                  <a:lnTo>
                    <a:pt x="652" y="510"/>
                  </a:lnTo>
                  <a:lnTo>
                    <a:pt x="654" y="504"/>
                  </a:lnTo>
                  <a:lnTo>
                    <a:pt x="656" y="502"/>
                  </a:lnTo>
                  <a:lnTo>
                    <a:pt x="654" y="502"/>
                  </a:lnTo>
                  <a:close/>
                  <a:moveTo>
                    <a:pt x="324" y="64"/>
                  </a:moveTo>
                  <a:lnTo>
                    <a:pt x="326" y="68"/>
                  </a:lnTo>
                  <a:lnTo>
                    <a:pt x="328" y="68"/>
                  </a:lnTo>
                  <a:lnTo>
                    <a:pt x="328" y="66"/>
                  </a:lnTo>
                  <a:lnTo>
                    <a:pt x="324" y="64"/>
                  </a:lnTo>
                  <a:close/>
                  <a:moveTo>
                    <a:pt x="316" y="68"/>
                  </a:moveTo>
                  <a:lnTo>
                    <a:pt x="316" y="68"/>
                  </a:lnTo>
                  <a:lnTo>
                    <a:pt x="316" y="70"/>
                  </a:lnTo>
                  <a:lnTo>
                    <a:pt x="318" y="72"/>
                  </a:lnTo>
                  <a:lnTo>
                    <a:pt x="320" y="70"/>
                  </a:lnTo>
                  <a:lnTo>
                    <a:pt x="320" y="68"/>
                  </a:lnTo>
                  <a:lnTo>
                    <a:pt x="316" y="68"/>
                  </a:lnTo>
                  <a:close/>
                  <a:moveTo>
                    <a:pt x="286" y="70"/>
                  </a:moveTo>
                  <a:lnTo>
                    <a:pt x="286" y="70"/>
                  </a:lnTo>
                  <a:lnTo>
                    <a:pt x="286" y="72"/>
                  </a:lnTo>
                  <a:lnTo>
                    <a:pt x="288" y="74"/>
                  </a:lnTo>
                  <a:lnTo>
                    <a:pt x="288" y="70"/>
                  </a:lnTo>
                  <a:lnTo>
                    <a:pt x="286" y="70"/>
                  </a:lnTo>
                  <a:close/>
                  <a:moveTo>
                    <a:pt x="336" y="70"/>
                  </a:moveTo>
                  <a:lnTo>
                    <a:pt x="336" y="70"/>
                  </a:lnTo>
                  <a:lnTo>
                    <a:pt x="334" y="72"/>
                  </a:lnTo>
                  <a:lnTo>
                    <a:pt x="334" y="74"/>
                  </a:lnTo>
                  <a:lnTo>
                    <a:pt x="336" y="74"/>
                  </a:lnTo>
                  <a:lnTo>
                    <a:pt x="338" y="70"/>
                  </a:lnTo>
                  <a:lnTo>
                    <a:pt x="336" y="70"/>
                  </a:lnTo>
                  <a:close/>
                  <a:moveTo>
                    <a:pt x="172" y="72"/>
                  </a:moveTo>
                  <a:lnTo>
                    <a:pt x="172" y="72"/>
                  </a:lnTo>
                  <a:lnTo>
                    <a:pt x="174" y="72"/>
                  </a:lnTo>
                  <a:lnTo>
                    <a:pt x="172" y="76"/>
                  </a:lnTo>
                  <a:lnTo>
                    <a:pt x="170" y="82"/>
                  </a:lnTo>
                  <a:lnTo>
                    <a:pt x="168" y="82"/>
                  </a:lnTo>
                  <a:lnTo>
                    <a:pt x="166" y="78"/>
                  </a:lnTo>
                  <a:lnTo>
                    <a:pt x="168" y="74"/>
                  </a:lnTo>
                  <a:lnTo>
                    <a:pt x="172" y="72"/>
                  </a:lnTo>
                  <a:close/>
                  <a:moveTo>
                    <a:pt x="310" y="72"/>
                  </a:moveTo>
                  <a:lnTo>
                    <a:pt x="310" y="72"/>
                  </a:lnTo>
                  <a:lnTo>
                    <a:pt x="308" y="78"/>
                  </a:lnTo>
                  <a:lnTo>
                    <a:pt x="312" y="78"/>
                  </a:lnTo>
                  <a:lnTo>
                    <a:pt x="314" y="76"/>
                  </a:lnTo>
                  <a:lnTo>
                    <a:pt x="312" y="74"/>
                  </a:lnTo>
                  <a:lnTo>
                    <a:pt x="312" y="72"/>
                  </a:lnTo>
                  <a:lnTo>
                    <a:pt x="310" y="72"/>
                  </a:lnTo>
                  <a:close/>
                  <a:moveTo>
                    <a:pt x="326" y="74"/>
                  </a:moveTo>
                  <a:lnTo>
                    <a:pt x="326" y="74"/>
                  </a:lnTo>
                  <a:lnTo>
                    <a:pt x="324" y="80"/>
                  </a:lnTo>
                  <a:lnTo>
                    <a:pt x="324" y="82"/>
                  </a:lnTo>
                  <a:lnTo>
                    <a:pt x="328" y="76"/>
                  </a:lnTo>
                  <a:lnTo>
                    <a:pt x="328" y="74"/>
                  </a:lnTo>
                  <a:lnTo>
                    <a:pt x="326" y="74"/>
                  </a:lnTo>
                  <a:close/>
                  <a:moveTo>
                    <a:pt x="318" y="80"/>
                  </a:moveTo>
                  <a:lnTo>
                    <a:pt x="320" y="86"/>
                  </a:lnTo>
                  <a:lnTo>
                    <a:pt x="320" y="82"/>
                  </a:lnTo>
                  <a:lnTo>
                    <a:pt x="320" y="80"/>
                  </a:lnTo>
                  <a:lnTo>
                    <a:pt x="318" y="80"/>
                  </a:lnTo>
                  <a:close/>
                  <a:moveTo>
                    <a:pt x="344" y="80"/>
                  </a:moveTo>
                  <a:lnTo>
                    <a:pt x="344" y="80"/>
                  </a:lnTo>
                  <a:lnTo>
                    <a:pt x="344" y="88"/>
                  </a:lnTo>
                  <a:lnTo>
                    <a:pt x="348" y="88"/>
                  </a:lnTo>
                  <a:lnTo>
                    <a:pt x="348" y="86"/>
                  </a:lnTo>
                  <a:lnTo>
                    <a:pt x="348" y="82"/>
                  </a:lnTo>
                  <a:lnTo>
                    <a:pt x="344" y="80"/>
                  </a:lnTo>
                  <a:close/>
                  <a:moveTo>
                    <a:pt x="334" y="82"/>
                  </a:moveTo>
                  <a:lnTo>
                    <a:pt x="334" y="82"/>
                  </a:lnTo>
                  <a:lnTo>
                    <a:pt x="330" y="88"/>
                  </a:lnTo>
                  <a:lnTo>
                    <a:pt x="332" y="88"/>
                  </a:lnTo>
                  <a:lnTo>
                    <a:pt x="336" y="88"/>
                  </a:lnTo>
                  <a:lnTo>
                    <a:pt x="336" y="90"/>
                  </a:lnTo>
                  <a:lnTo>
                    <a:pt x="338" y="92"/>
                  </a:lnTo>
                  <a:lnTo>
                    <a:pt x="340" y="94"/>
                  </a:lnTo>
                  <a:lnTo>
                    <a:pt x="342" y="94"/>
                  </a:lnTo>
                  <a:lnTo>
                    <a:pt x="342" y="92"/>
                  </a:lnTo>
                  <a:lnTo>
                    <a:pt x="338" y="90"/>
                  </a:lnTo>
                  <a:lnTo>
                    <a:pt x="340" y="86"/>
                  </a:lnTo>
                  <a:lnTo>
                    <a:pt x="336" y="84"/>
                  </a:lnTo>
                  <a:lnTo>
                    <a:pt x="334" y="82"/>
                  </a:lnTo>
                  <a:close/>
                  <a:moveTo>
                    <a:pt x="478" y="88"/>
                  </a:moveTo>
                  <a:lnTo>
                    <a:pt x="478" y="88"/>
                  </a:lnTo>
                  <a:lnTo>
                    <a:pt x="480" y="90"/>
                  </a:lnTo>
                  <a:lnTo>
                    <a:pt x="482" y="92"/>
                  </a:lnTo>
                  <a:lnTo>
                    <a:pt x="478" y="90"/>
                  </a:lnTo>
                  <a:lnTo>
                    <a:pt x="476" y="90"/>
                  </a:lnTo>
                  <a:lnTo>
                    <a:pt x="478" y="88"/>
                  </a:lnTo>
                  <a:close/>
                  <a:moveTo>
                    <a:pt x="596" y="114"/>
                  </a:moveTo>
                  <a:lnTo>
                    <a:pt x="596" y="114"/>
                  </a:lnTo>
                  <a:lnTo>
                    <a:pt x="592" y="116"/>
                  </a:lnTo>
                  <a:lnTo>
                    <a:pt x="594" y="118"/>
                  </a:lnTo>
                  <a:lnTo>
                    <a:pt x="598" y="118"/>
                  </a:lnTo>
                  <a:lnTo>
                    <a:pt x="598" y="114"/>
                  </a:lnTo>
                  <a:lnTo>
                    <a:pt x="596" y="114"/>
                  </a:lnTo>
                  <a:close/>
                  <a:moveTo>
                    <a:pt x="582" y="116"/>
                  </a:moveTo>
                  <a:lnTo>
                    <a:pt x="582" y="116"/>
                  </a:lnTo>
                  <a:lnTo>
                    <a:pt x="580" y="120"/>
                  </a:lnTo>
                  <a:lnTo>
                    <a:pt x="578" y="120"/>
                  </a:lnTo>
                  <a:lnTo>
                    <a:pt x="578" y="118"/>
                  </a:lnTo>
                  <a:lnTo>
                    <a:pt x="582" y="116"/>
                  </a:lnTo>
                  <a:close/>
                  <a:moveTo>
                    <a:pt x="744" y="350"/>
                  </a:moveTo>
                  <a:lnTo>
                    <a:pt x="744" y="350"/>
                  </a:lnTo>
                  <a:lnTo>
                    <a:pt x="738" y="356"/>
                  </a:lnTo>
                  <a:lnTo>
                    <a:pt x="738" y="360"/>
                  </a:lnTo>
                  <a:lnTo>
                    <a:pt x="738" y="364"/>
                  </a:lnTo>
                  <a:lnTo>
                    <a:pt x="740" y="364"/>
                  </a:lnTo>
                  <a:lnTo>
                    <a:pt x="744" y="360"/>
                  </a:lnTo>
                  <a:lnTo>
                    <a:pt x="748" y="356"/>
                  </a:lnTo>
                  <a:lnTo>
                    <a:pt x="746" y="354"/>
                  </a:lnTo>
                  <a:lnTo>
                    <a:pt x="744" y="350"/>
                  </a:lnTo>
                  <a:close/>
                  <a:moveTo>
                    <a:pt x="326" y="98"/>
                  </a:moveTo>
                  <a:lnTo>
                    <a:pt x="326" y="98"/>
                  </a:lnTo>
                  <a:lnTo>
                    <a:pt x="328" y="98"/>
                  </a:lnTo>
                  <a:lnTo>
                    <a:pt x="326" y="100"/>
                  </a:lnTo>
                  <a:lnTo>
                    <a:pt x="324" y="102"/>
                  </a:lnTo>
                  <a:lnTo>
                    <a:pt x="324" y="98"/>
                  </a:lnTo>
                  <a:lnTo>
                    <a:pt x="326" y="98"/>
                  </a:lnTo>
                  <a:close/>
                  <a:moveTo>
                    <a:pt x="800" y="130"/>
                  </a:moveTo>
                  <a:lnTo>
                    <a:pt x="796" y="138"/>
                  </a:lnTo>
                  <a:lnTo>
                    <a:pt x="800" y="140"/>
                  </a:lnTo>
                  <a:lnTo>
                    <a:pt x="802" y="142"/>
                  </a:lnTo>
                  <a:lnTo>
                    <a:pt x="802" y="140"/>
                  </a:lnTo>
                  <a:lnTo>
                    <a:pt x="804" y="140"/>
                  </a:lnTo>
                  <a:lnTo>
                    <a:pt x="806" y="140"/>
                  </a:lnTo>
                  <a:lnTo>
                    <a:pt x="808" y="138"/>
                  </a:lnTo>
                  <a:lnTo>
                    <a:pt x="808" y="136"/>
                  </a:lnTo>
                  <a:lnTo>
                    <a:pt x="800" y="130"/>
                  </a:lnTo>
                  <a:close/>
                  <a:moveTo>
                    <a:pt x="606" y="566"/>
                  </a:moveTo>
                  <a:lnTo>
                    <a:pt x="606" y="566"/>
                  </a:lnTo>
                  <a:lnTo>
                    <a:pt x="604" y="572"/>
                  </a:lnTo>
                  <a:lnTo>
                    <a:pt x="604" y="574"/>
                  </a:lnTo>
                  <a:lnTo>
                    <a:pt x="608" y="568"/>
                  </a:lnTo>
                  <a:lnTo>
                    <a:pt x="608" y="566"/>
                  </a:lnTo>
                  <a:lnTo>
                    <a:pt x="606" y="566"/>
                  </a:lnTo>
                  <a:close/>
                  <a:moveTo>
                    <a:pt x="586" y="580"/>
                  </a:moveTo>
                  <a:lnTo>
                    <a:pt x="586" y="580"/>
                  </a:lnTo>
                  <a:lnTo>
                    <a:pt x="584" y="584"/>
                  </a:lnTo>
                  <a:lnTo>
                    <a:pt x="582" y="590"/>
                  </a:lnTo>
                  <a:lnTo>
                    <a:pt x="580" y="592"/>
                  </a:lnTo>
                  <a:lnTo>
                    <a:pt x="582" y="592"/>
                  </a:lnTo>
                  <a:lnTo>
                    <a:pt x="586" y="590"/>
                  </a:lnTo>
                  <a:lnTo>
                    <a:pt x="588" y="584"/>
                  </a:lnTo>
                  <a:lnTo>
                    <a:pt x="588" y="582"/>
                  </a:lnTo>
                  <a:lnTo>
                    <a:pt x="586" y="580"/>
                  </a:lnTo>
                  <a:close/>
                  <a:moveTo>
                    <a:pt x="570" y="592"/>
                  </a:moveTo>
                  <a:lnTo>
                    <a:pt x="570" y="592"/>
                  </a:lnTo>
                  <a:lnTo>
                    <a:pt x="566" y="598"/>
                  </a:lnTo>
                  <a:lnTo>
                    <a:pt x="566" y="602"/>
                  </a:lnTo>
                  <a:lnTo>
                    <a:pt x="568" y="602"/>
                  </a:lnTo>
                  <a:lnTo>
                    <a:pt x="570" y="602"/>
                  </a:lnTo>
                  <a:lnTo>
                    <a:pt x="570" y="596"/>
                  </a:lnTo>
                  <a:lnTo>
                    <a:pt x="570" y="592"/>
                  </a:lnTo>
                  <a:close/>
                  <a:moveTo>
                    <a:pt x="560" y="598"/>
                  </a:moveTo>
                  <a:lnTo>
                    <a:pt x="556" y="606"/>
                  </a:lnTo>
                  <a:lnTo>
                    <a:pt x="552" y="606"/>
                  </a:lnTo>
                  <a:lnTo>
                    <a:pt x="550" y="610"/>
                  </a:lnTo>
                  <a:lnTo>
                    <a:pt x="554" y="610"/>
                  </a:lnTo>
                  <a:lnTo>
                    <a:pt x="564" y="604"/>
                  </a:lnTo>
                  <a:lnTo>
                    <a:pt x="564" y="600"/>
                  </a:lnTo>
                  <a:lnTo>
                    <a:pt x="562" y="600"/>
                  </a:lnTo>
                  <a:lnTo>
                    <a:pt x="562" y="598"/>
                  </a:lnTo>
                  <a:lnTo>
                    <a:pt x="560" y="598"/>
                  </a:lnTo>
                  <a:close/>
                  <a:moveTo>
                    <a:pt x="542" y="612"/>
                  </a:moveTo>
                  <a:lnTo>
                    <a:pt x="542" y="612"/>
                  </a:lnTo>
                  <a:lnTo>
                    <a:pt x="538" y="620"/>
                  </a:lnTo>
                  <a:lnTo>
                    <a:pt x="536" y="624"/>
                  </a:lnTo>
                  <a:lnTo>
                    <a:pt x="536" y="626"/>
                  </a:lnTo>
                  <a:lnTo>
                    <a:pt x="538" y="624"/>
                  </a:lnTo>
                  <a:lnTo>
                    <a:pt x="542" y="618"/>
                  </a:lnTo>
                  <a:lnTo>
                    <a:pt x="544" y="614"/>
                  </a:lnTo>
                  <a:lnTo>
                    <a:pt x="544" y="612"/>
                  </a:lnTo>
                  <a:lnTo>
                    <a:pt x="542" y="612"/>
                  </a:lnTo>
                  <a:close/>
                  <a:moveTo>
                    <a:pt x="0" y="482"/>
                  </a:moveTo>
                  <a:lnTo>
                    <a:pt x="8" y="484"/>
                  </a:lnTo>
                  <a:lnTo>
                    <a:pt x="14" y="484"/>
                  </a:lnTo>
                  <a:lnTo>
                    <a:pt x="22" y="484"/>
                  </a:lnTo>
                  <a:lnTo>
                    <a:pt x="26" y="488"/>
                  </a:lnTo>
                  <a:lnTo>
                    <a:pt x="34" y="490"/>
                  </a:lnTo>
                  <a:lnTo>
                    <a:pt x="44" y="498"/>
                  </a:lnTo>
                  <a:lnTo>
                    <a:pt x="50" y="504"/>
                  </a:lnTo>
                  <a:lnTo>
                    <a:pt x="54" y="510"/>
                  </a:lnTo>
                  <a:lnTo>
                    <a:pt x="58" y="514"/>
                  </a:lnTo>
                  <a:lnTo>
                    <a:pt x="66" y="520"/>
                  </a:lnTo>
                  <a:lnTo>
                    <a:pt x="72" y="518"/>
                  </a:lnTo>
                  <a:lnTo>
                    <a:pt x="76" y="518"/>
                  </a:lnTo>
                  <a:lnTo>
                    <a:pt x="82" y="516"/>
                  </a:lnTo>
                  <a:lnTo>
                    <a:pt x="86" y="512"/>
                  </a:lnTo>
                  <a:lnTo>
                    <a:pt x="94" y="516"/>
                  </a:lnTo>
                  <a:lnTo>
                    <a:pt x="104" y="518"/>
                  </a:lnTo>
                  <a:lnTo>
                    <a:pt x="108" y="520"/>
                  </a:lnTo>
                  <a:lnTo>
                    <a:pt x="108" y="524"/>
                  </a:lnTo>
                  <a:lnTo>
                    <a:pt x="112" y="526"/>
                  </a:lnTo>
                  <a:lnTo>
                    <a:pt x="118" y="526"/>
                  </a:lnTo>
                  <a:lnTo>
                    <a:pt x="124" y="530"/>
                  </a:lnTo>
                  <a:lnTo>
                    <a:pt x="128" y="530"/>
                  </a:lnTo>
                  <a:lnTo>
                    <a:pt x="134" y="528"/>
                  </a:lnTo>
                  <a:lnTo>
                    <a:pt x="140" y="530"/>
                  </a:lnTo>
                  <a:lnTo>
                    <a:pt x="146" y="532"/>
                  </a:lnTo>
                  <a:lnTo>
                    <a:pt x="156" y="530"/>
                  </a:lnTo>
                  <a:lnTo>
                    <a:pt x="160" y="526"/>
                  </a:lnTo>
                  <a:lnTo>
                    <a:pt x="170" y="526"/>
                  </a:lnTo>
                  <a:lnTo>
                    <a:pt x="182" y="518"/>
                  </a:lnTo>
                  <a:lnTo>
                    <a:pt x="184" y="516"/>
                  </a:lnTo>
                  <a:lnTo>
                    <a:pt x="192" y="522"/>
                  </a:lnTo>
                  <a:lnTo>
                    <a:pt x="198" y="522"/>
                  </a:lnTo>
                  <a:lnTo>
                    <a:pt x="206" y="524"/>
                  </a:lnTo>
                  <a:lnTo>
                    <a:pt x="212" y="522"/>
                  </a:lnTo>
                  <a:lnTo>
                    <a:pt x="220" y="526"/>
                  </a:lnTo>
                  <a:lnTo>
                    <a:pt x="224" y="530"/>
                  </a:lnTo>
                  <a:lnTo>
                    <a:pt x="232" y="522"/>
                  </a:lnTo>
                  <a:lnTo>
                    <a:pt x="236" y="522"/>
                  </a:lnTo>
                  <a:lnTo>
                    <a:pt x="238" y="520"/>
                  </a:lnTo>
                  <a:lnTo>
                    <a:pt x="240" y="518"/>
                  </a:lnTo>
                  <a:lnTo>
                    <a:pt x="238" y="516"/>
                  </a:lnTo>
                  <a:lnTo>
                    <a:pt x="240" y="514"/>
                  </a:lnTo>
                  <a:lnTo>
                    <a:pt x="244" y="510"/>
                  </a:lnTo>
                  <a:lnTo>
                    <a:pt x="248" y="504"/>
                  </a:lnTo>
                  <a:lnTo>
                    <a:pt x="252" y="498"/>
                  </a:lnTo>
                  <a:lnTo>
                    <a:pt x="250" y="492"/>
                  </a:lnTo>
                  <a:lnTo>
                    <a:pt x="254" y="490"/>
                  </a:lnTo>
                  <a:lnTo>
                    <a:pt x="254" y="484"/>
                  </a:lnTo>
                  <a:lnTo>
                    <a:pt x="254" y="478"/>
                  </a:lnTo>
                  <a:lnTo>
                    <a:pt x="250" y="480"/>
                  </a:lnTo>
                  <a:lnTo>
                    <a:pt x="250" y="476"/>
                  </a:lnTo>
                  <a:lnTo>
                    <a:pt x="252" y="474"/>
                  </a:lnTo>
                  <a:lnTo>
                    <a:pt x="256" y="470"/>
                  </a:lnTo>
                  <a:lnTo>
                    <a:pt x="262" y="466"/>
                  </a:lnTo>
                  <a:lnTo>
                    <a:pt x="266" y="462"/>
                  </a:lnTo>
                  <a:lnTo>
                    <a:pt x="272" y="462"/>
                  </a:lnTo>
                  <a:lnTo>
                    <a:pt x="278" y="460"/>
                  </a:lnTo>
                  <a:lnTo>
                    <a:pt x="282" y="458"/>
                  </a:lnTo>
                  <a:lnTo>
                    <a:pt x="288" y="458"/>
                  </a:lnTo>
                  <a:lnTo>
                    <a:pt x="294" y="462"/>
                  </a:lnTo>
                  <a:lnTo>
                    <a:pt x="298" y="466"/>
                  </a:lnTo>
                  <a:lnTo>
                    <a:pt x="302" y="470"/>
                  </a:lnTo>
                  <a:lnTo>
                    <a:pt x="310" y="472"/>
                  </a:lnTo>
                  <a:lnTo>
                    <a:pt x="316" y="476"/>
                  </a:lnTo>
                  <a:lnTo>
                    <a:pt x="318" y="480"/>
                  </a:lnTo>
                  <a:lnTo>
                    <a:pt x="324" y="486"/>
                  </a:lnTo>
                  <a:lnTo>
                    <a:pt x="324" y="492"/>
                  </a:lnTo>
                  <a:lnTo>
                    <a:pt x="324" y="498"/>
                  </a:lnTo>
                  <a:lnTo>
                    <a:pt x="330" y="506"/>
                  </a:lnTo>
                  <a:lnTo>
                    <a:pt x="334" y="514"/>
                  </a:lnTo>
                  <a:lnTo>
                    <a:pt x="338" y="518"/>
                  </a:lnTo>
                  <a:lnTo>
                    <a:pt x="342" y="518"/>
                  </a:lnTo>
                  <a:lnTo>
                    <a:pt x="346" y="518"/>
                  </a:lnTo>
                  <a:lnTo>
                    <a:pt x="354" y="520"/>
                  </a:lnTo>
                  <a:lnTo>
                    <a:pt x="356" y="524"/>
                  </a:lnTo>
                  <a:lnTo>
                    <a:pt x="358" y="528"/>
                  </a:lnTo>
                  <a:lnTo>
                    <a:pt x="360" y="534"/>
                  </a:lnTo>
                  <a:lnTo>
                    <a:pt x="366" y="540"/>
                  </a:lnTo>
                  <a:lnTo>
                    <a:pt x="368" y="544"/>
                  </a:lnTo>
                  <a:lnTo>
                    <a:pt x="366" y="550"/>
                  </a:lnTo>
                  <a:lnTo>
                    <a:pt x="370" y="554"/>
                  </a:lnTo>
                  <a:lnTo>
                    <a:pt x="374" y="556"/>
                  </a:lnTo>
                  <a:lnTo>
                    <a:pt x="380" y="560"/>
                  </a:lnTo>
                  <a:lnTo>
                    <a:pt x="384" y="558"/>
                  </a:lnTo>
                  <a:lnTo>
                    <a:pt x="388" y="556"/>
                  </a:lnTo>
                  <a:lnTo>
                    <a:pt x="392" y="552"/>
                  </a:lnTo>
                  <a:lnTo>
                    <a:pt x="396" y="550"/>
                  </a:lnTo>
                  <a:lnTo>
                    <a:pt x="400" y="550"/>
                  </a:lnTo>
                  <a:lnTo>
                    <a:pt x="404" y="548"/>
                  </a:lnTo>
                  <a:lnTo>
                    <a:pt x="406" y="544"/>
                  </a:lnTo>
                  <a:lnTo>
                    <a:pt x="414" y="542"/>
                  </a:lnTo>
                  <a:lnTo>
                    <a:pt x="410" y="548"/>
                  </a:lnTo>
                  <a:lnTo>
                    <a:pt x="410" y="554"/>
                  </a:lnTo>
                  <a:lnTo>
                    <a:pt x="412" y="556"/>
                  </a:lnTo>
                  <a:lnTo>
                    <a:pt x="412" y="562"/>
                  </a:lnTo>
                  <a:lnTo>
                    <a:pt x="408" y="566"/>
                  </a:lnTo>
                  <a:lnTo>
                    <a:pt x="410" y="570"/>
                  </a:lnTo>
                  <a:lnTo>
                    <a:pt x="408" y="578"/>
                  </a:lnTo>
                  <a:lnTo>
                    <a:pt x="406" y="584"/>
                  </a:lnTo>
                  <a:lnTo>
                    <a:pt x="400" y="588"/>
                  </a:lnTo>
                  <a:lnTo>
                    <a:pt x="398" y="590"/>
                  </a:lnTo>
                  <a:lnTo>
                    <a:pt x="396" y="594"/>
                  </a:lnTo>
                  <a:lnTo>
                    <a:pt x="390" y="596"/>
                  </a:lnTo>
                  <a:lnTo>
                    <a:pt x="388" y="600"/>
                  </a:lnTo>
                  <a:lnTo>
                    <a:pt x="386" y="598"/>
                  </a:lnTo>
                  <a:lnTo>
                    <a:pt x="386" y="602"/>
                  </a:lnTo>
                  <a:lnTo>
                    <a:pt x="386" y="608"/>
                  </a:lnTo>
                  <a:lnTo>
                    <a:pt x="380" y="608"/>
                  </a:lnTo>
                  <a:lnTo>
                    <a:pt x="380" y="606"/>
                  </a:lnTo>
                  <a:lnTo>
                    <a:pt x="380" y="604"/>
                  </a:lnTo>
                  <a:lnTo>
                    <a:pt x="382" y="600"/>
                  </a:lnTo>
                  <a:lnTo>
                    <a:pt x="382" y="598"/>
                  </a:lnTo>
                  <a:lnTo>
                    <a:pt x="378" y="600"/>
                  </a:lnTo>
                  <a:lnTo>
                    <a:pt x="374" y="602"/>
                  </a:lnTo>
                  <a:lnTo>
                    <a:pt x="374" y="608"/>
                  </a:lnTo>
                  <a:lnTo>
                    <a:pt x="372" y="614"/>
                  </a:lnTo>
                  <a:lnTo>
                    <a:pt x="374" y="622"/>
                  </a:lnTo>
                  <a:lnTo>
                    <a:pt x="374" y="626"/>
                  </a:lnTo>
                  <a:lnTo>
                    <a:pt x="370" y="630"/>
                  </a:lnTo>
                  <a:lnTo>
                    <a:pt x="370" y="634"/>
                  </a:lnTo>
                  <a:lnTo>
                    <a:pt x="368" y="636"/>
                  </a:lnTo>
                  <a:lnTo>
                    <a:pt x="370" y="638"/>
                  </a:lnTo>
                  <a:lnTo>
                    <a:pt x="378" y="632"/>
                  </a:lnTo>
                  <a:lnTo>
                    <a:pt x="380" y="626"/>
                  </a:lnTo>
                  <a:lnTo>
                    <a:pt x="390" y="626"/>
                  </a:lnTo>
                  <a:lnTo>
                    <a:pt x="388" y="634"/>
                  </a:lnTo>
                  <a:lnTo>
                    <a:pt x="398" y="640"/>
                  </a:lnTo>
                  <a:lnTo>
                    <a:pt x="402" y="640"/>
                  </a:lnTo>
                  <a:lnTo>
                    <a:pt x="406" y="638"/>
                  </a:lnTo>
                  <a:lnTo>
                    <a:pt x="406" y="634"/>
                  </a:lnTo>
                  <a:lnTo>
                    <a:pt x="412" y="632"/>
                  </a:lnTo>
                  <a:lnTo>
                    <a:pt x="414" y="628"/>
                  </a:lnTo>
                  <a:lnTo>
                    <a:pt x="418" y="622"/>
                  </a:lnTo>
                  <a:lnTo>
                    <a:pt x="420" y="622"/>
                  </a:lnTo>
                  <a:lnTo>
                    <a:pt x="422" y="618"/>
                  </a:lnTo>
                  <a:lnTo>
                    <a:pt x="424" y="612"/>
                  </a:lnTo>
                  <a:lnTo>
                    <a:pt x="428" y="610"/>
                  </a:lnTo>
                  <a:lnTo>
                    <a:pt x="434" y="606"/>
                  </a:lnTo>
                  <a:lnTo>
                    <a:pt x="434" y="602"/>
                  </a:lnTo>
                  <a:lnTo>
                    <a:pt x="436" y="596"/>
                  </a:lnTo>
                  <a:lnTo>
                    <a:pt x="444" y="590"/>
                  </a:lnTo>
                  <a:lnTo>
                    <a:pt x="450" y="584"/>
                  </a:lnTo>
                  <a:lnTo>
                    <a:pt x="454" y="574"/>
                  </a:lnTo>
                  <a:lnTo>
                    <a:pt x="454" y="568"/>
                  </a:lnTo>
                  <a:lnTo>
                    <a:pt x="458" y="564"/>
                  </a:lnTo>
                  <a:lnTo>
                    <a:pt x="462" y="562"/>
                  </a:lnTo>
                  <a:lnTo>
                    <a:pt x="464" y="558"/>
                  </a:lnTo>
                  <a:lnTo>
                    <a:pt x="464" y="552"/>
                  </a:lnTo>
                  <a:lnTo>
                    <a:pt x="470" y="548"/>
                  </a:lnTo>
                  <a:lnTo>
                    <a:pt x="474" y="544"/>
                  </a:lnTo>
                  <a:lnTo>
                    <a:pt x="474" y="540"/>
                  </a:lnTo>
                  <a:lnTo>
                    <a:pt x="474" y="538"/>
                  </a:lnTo>
                  <a:lnTo>
                    <a:pt x="478" y="538"/>
                  </a:lnTo>
                  <a:lnTo>
                    <a:pt x="474" y="532"/>
                  </a:lnTo>
                  <a:lnTo>
                    <a:pt x="478" y="528"/>
                  </a:lnTo>
                  <a:lnTo>
                    <a:pt x="480" y="524"/>
                  </a:lnTo>
                  <a:lnTo>
                    <a:pt x="478" y="516"/>
                  </a:lnTo>
                  <a:lnTo>
                    <a:pt x="476" y="510"/>
                  </a:lnTo>
                  <a:lnTo>
                    <a:pt x="478" y="508"/>
                  </a:lnTo>
                  <a:lnTo>
                    <a:pt x="480" y="504"/>
                  </a:lnTo>
                  <a:lnTo>
                    <a:pt x="478" y="502"/>
                  </a:lnTo>
                  <a:lnTo>
                    <a:pt x="478" y="498"/>
                  </a:lnTo>
                  <a:lnTo>
                    <a:pt x="484" y="496"/>
                  </a:lnTo>
                  <a:lnTo>
                    <a:pt x="486" y="490"/>
                  </a:lnTo>
                  <a:lnTo>
                    <a:pt x="486" y="486"/>
                  </a:lnTo>
                  <a:lnTo>
                    <a:pt x="484" y="474"/>
                  </a:lnTo>
                  <a:lnTo>
                    <a:pt x="492" y="474"/>
                  </a:lnTo>
                  <a:lnTo>
                    <a:pt x="492" y="472"/>
                  </a:lnTo>
                  <a:lnTo>
                    <a:pt x="486" y="470"/>
                  </a:lnTo>
                  <a:lnTo>
                    <a:pt x="486" y="468"/>
                  </a:lnTo>
                  <a:lnTo>
                    <a:pt x="484" y="468"/>
                  </a:lnTo>
                  <a:lnTo>
                    <a:pt x="484" y="470"/>
                  </a:lnTo>
                  <a:lnTo>
                    <a:pt x="482" y="470"/>
                  </a:lnTo>
                  <a:lnTo>
                    <a:pt x="478" y="466"/>
                  </a:lnTo>
                  <a:lnTo>
                    <a:pt x="476" y="460"/>
                  </a:lnTo>
                  <a:lnTo>
                    <a:pt x="472" y="456"/>
                  </a:lnTo>
                  <a:lnTo>
                    <a:pt x="468" y="454"/>
                  </a:lnTo>
                  <a:lnTo>
                    <a:pt x="458" y="452"/>
                  </a:lnTo>
                  <a:lnTo>
                    <a:pt x="456" y="454"/>
                  </a:lnTo>
                  <a:lnTo>
                    <a:pt x="458" y="460"/>
                  </a:lnTo>
                  <a:lnTo>
                    <a:pt x="454" y="460"/>
                  </a:lnTo>
                  <a:lnTo>
                    <a:pt x="456" y="460"/>
                  </a:lnTo>
                  <a:lnTo>
                    <a:pt x="454" y="458"/>
                  </a:lnTo>
                  <a:lnTo>
                    <a:pt x="452" y="458"/>
                  </a:lnTo>
                  <a:lnTo>
                    <a:pt x="450" y="462"/>
                  </a:lnTo>
                  <a:lnTo>
                    <a:pt x="448" y="464"/>
                  </a:lnTo>
                  <a:lnTo>
                    <a:pt x="448" y="466"/>
                  </a:lnTo>
                  <a:lnTo>
                    <a:pt x="444" y="464"/>
                  </a:lnTo>
                  <a:lnTo>
                    <a:pt x="446" y="462"/>
                  </a:lnTo>
                  <a:lnTo>
                    <a:pt x="448" y="456"/>
                  </a:lnTo>
                  <a:lnTo>
                    <a:pt x="446" y="456"/>
                  </a:lnTo>
                  <a:lnTo>
                    <a:pt x="444" y="456"/>
                  </a:lnTo>
                  <a:lnTo>
                    <a:pt x="444" y="454"/>
                  </a:lnTo>
                  <a:lnTo>
                    <a:pt x="442" y="454"/>
                  </a:lnTo>
                  <a:lnTo>
                    <a:pt x="442" y="456"/>
                  </a:lnTo>
                  <a:lnTo>
                    <a:pt x="440" y="456"/>
                  </a:lnTo>
                  <a:lnTo>
                    <a:pt x="440" y="458"/>
                  </a:lnTo>
                  <a:lnTo>
                    <a:pt x="440" y="460"/>
                  </a:lnTo>
                  <a:lnTo>
                    <a:pt x="436" y="460"/>
                  </a:lnTo>
                  <a:lnTo>
                    <a:pt x="436" y="442"/>
                  </a:lnTo>
                  <a:lnTo>
                    <a:pt x="420" y="442"/>
                  </a:lnTo>
                  <a:lnTo>
                    <a:pt x="420" y="438"/>
                  </a:lnTo>
                  <a:lnTo>
                    <a:pt x="422" y="434"/>
                  </a:lnTo>
                  <a:lnTo>
                    <a:pt x="444" y="416"/>
                  </a:lnTo>
                  <a:lnTo>
                    <a:pt x="448" y="416"/>
                  </a:lnTo>
                  <a:lnTo>
                    <a:pt x="448" y="412"/>
                  </a:lnTo>
                  <a:lnTo>
                    <a:pt x="448" y="410"/>
                  </a:lnTo>
                  <a:lnTo>
                    <a:pt x="452" y="408"/>
                  </a:lnTo>
                  <a:lnTo>
                    <a:pt x="454" y="400"/>
                  </a:lnTo>
                  <a:lnTo>
                    <a:pt x="456" y="394"/>
                  </a:lnTo>
                  <a:lnTo>
                    <a:pt x="458" y="396"/>
                  </a:lnTo>
                  <a:lnTo>
                    <a:pt x="460" y="396"/>
                  </a:lnTo>
                  <a:lnTo>
                    <a:pt x="464" y="388"/>
                  </a:lnTo>
                  <a:lnTo>
                    <a:pt x="474" y="384"/>
                  </a:lnTo>
                  <a:lnTo>
                    <a:pt x="474" y="378"/>
                  </a:lnTo>
                  <a:lnTo>
                    <a:pt x="478" y="378"/>
                  </a:lnTo>
                  <a:lnTo>
                    <a:pt x="482" y="378"/>
                  </a:lnTo>
                  <a:lnTo>
                    <a:pt x="484" y="374"/>
                  </a:lnTo>
                  <a:lnTo>
                    <a:pt x="484" y="368"/>
                  </a:lnTo>
                  <a:lnTo>
                    <a:pt x="492" y="358"/>
                  </a:lnTo>
                  <a:lnTo>
                    <a:pt x="502" y="350"/>
                  </a:lnTo>
                  <a:lnTo>
                    <a:pt x="502" y="348"/>
                  </a:lnTo>
                  <a:lnTo>
                    <a:pt x="506" y="348"/>
                  </a:lnTo>
                  <a:lnTo>
                    <a:pt x="506" y="346"/>
                  </a:lnTo>
                  <a:lnTo>
                    <a:pt x="506" y="344"/>
                  </a:lnTo>
                  <a:lnTo>
                    <a:pt x="510" y="344"/>
                  </a:lnTo>
                  <a:lnTo>
                    <a:pt x="512" y="346"/>
                  </a:lnTo>
                  <a:lnTo>
                    <a:pt x="514" y="348"/>
                  </a:lnTo>
                  <a:lnTo>
                    <a:pt x="528" y="348"/>
                  </a:lnTo>
                  <a:lnTo>
                    <a:pt x="542" y="348"/>
                  </a:lnTo>
                  <a:lnTo>
                    <a:pt x="542" y="350"/>
                  </a:lnTo>
                  <a:lnTo>
                    <a:pt x="542" y="352"/>
                  </a:lnTo>
                  <a:lnTo>
                    <a:pt x="542" y="356"/>
                  </a:lnTo>
                  <a:lnTo>
                    <a:pt x="548" y="354"/>
                  </a:lnTo>
                  <a:lnTo>
                    <a:pt x="550" y="348"/>
                  </a:lnTo>
                  <a:lnTo>
                    <a:pt x="556" y="354"/>
                  </a:lnTo>
                  <a:lnTo>
                    <a:pt x="560" y="354"/>
                  </a:lnTo>
                  <a:lnTo>
                    <a:pt x="564" y="354"/>
                  </a:lnTo>
                  <a:lnTo>
                    <a:pt x="570" y="352"/>
                  </a:lnTo>
                  <a:lnTo>
                    <a:pt x="572" y="354"/>
                  </a:lnTo>
                  <a:lnTo>
                    <a:pt x="574" y="356"/>
                  </a:lnTo>
                  <a:lnTo>
                    <a:pt x="578" y="356"/>
                  </a:lnTo>
                  <a:lnTo>
                    <a:pt x="578" y="344"/>
                  </a:lnTo>
                  <a:lnTo>
                    <a:pt x="588" y="344"/>
                  </a:lnTo>
                  <a:lnTo>
                    <a:pt x="598" y="346"/>
                  </a:lnTo>
                  <a:lnTo>
                    <a:pt x="598" y="348"/>
                  </a:lnTo>
                  <a:lnTo>
                    <a:pt x="600" y="348"/>
                  </a:lnTo>
                  <a:lnTo>
                    <a:pt x="600" y="346"/>
                  </a:lnTo>
                  <a:lnTo>
                    <a:pt x="608" y="344"/>
                  </a:lnTo>
                  <a:lnTo>
                    <a:pt x="610" y="352"/>
                  </a:lnTo>
                  <a:lnTo>
                    <a:pt x="614" y="352"/>
                  </a:lnTo>
                  <a:lnTo>
                    <a:pt x="614" y="354"/>
                  </a:lnTo>
                  <a:lnTo>
                    <a:pt x="614" y="356"/>
                  </a:lnTo>
                  <a:lnTo>
                    <a:pt x="602" y="356"/>
                  </a:lnTo>
                  <a:lnTo>
                    <a:pt x="604" y="364"/>
                  </a:lnTo>
                  <a:lnTo>
                    <a:pt x="616" y="364"/>
                  </a:lnTo>
                  <a:lnTo>
                    <a:pt x="616" y="362"/>
                  </a:lnTo>
                  <a:lnTo>
                    <a:pt x="618" y="360"/>
                  </a:lnTo>
                  <a:lnTo>
                    <a:pt x="620" y="362"/>
                  </a:lnTo>
                  <a:lnTo>
                    <a:pt x="624" y="362"/>
                  </a:lnTo>
                  <a:lnTo>
                    <a:pt x="624" y="360"/>
                  </a:lnTo>
                  <a:lnTo>
                    <a:pt x="624" y="358"/>
                  </a:lnTo>
                  <a:lnTo>
                    <a:pt x="626" y="358"/>
                  </a:lnTo>
                  <a:lnTo>
                    <a:pt x="628" y="352"/>
                  </a:lnTo>
                  <a:lnTo>
                    <a:pt x="636" y="352"/>
                  </a:lnTo>
                  <a:lnTo>
                    <a:pt x="644" y="352"/>
                  </a:lnTo>
                  <a:lnTo>
                    <a:pt x="644" y="350"/>
                  </a:lnTo>
                  <a:lnTo>
                    <a:pt x="648" y="350"/>
                  </a:lnTo>
                  <a:lnTo>
                    <a:pt x="646" y="346"/>
                  </a:lnTo>
                  <a:lnTo>
                    <a:pt x="638" y="346"/>
                  </a:lnTo>
                  <a:lnTo>
                    <a:pt x="638" y="348"/>
                  </a:lnTo>
                  <a:lnTo>
                    <a:pt x="636" y="348"/>
                  </a:lnTo>
                  <a:lnTo>
                    <a:pt x="636" y="334"/>
                  </a:lnTo>
                  <a:lnTo>
                    <a:pt x="638" y="336"/>
                  </a:lnTo>
                  <a:lnTo>
                    <a:pt x="640" y="332"/>
                  </a:lnTo>
                  <a:lnTo>
                    <a:pt x="640" y="328"/>
                  </a:lnTo>
                  <a:lnTo>
                    <a:pt x="644" y="326"/>
                  </a:lnTo>
                  <a:lnTo>
                    <a:pt x="650" y="324"/>
                  </a:lnTo>
                  <a:lnTo>
                    <a:pt x="654" y="322"/>
                  </a:lnTo>
                  <a:lnTo>
                    <a:pt x="658" y="320"/>
                  </a:lnTo>
                  <a:lnTo>
                    <a:pt x="658" y="316"/>
                  </a:lnTo>
                  <a:lnTo>
                    <a:pt x="658" y="314"/>
                  </a:lnTo>
                  <a:lnTo>
                    <a:pt x="660" y="314"/>
                  </a:lnTo>
                  <a:lnTo>
                    <a:pt x="664" y="310"/>
                  </a:lnTo>
                  <a:lnTo>
                    <a:pt x="666" y="306"/>
                  </a:lnTo>
                  <a:lnTo>
                    <a:pt x="668" y="306"/>
                  </a:lnTo>
                  <a:lnTo>
                    <a:pt x="672" y="304"/>
                  </a:lnTo>
                  <a:lnTo>
                    <a:pt x="682" y="304"/>
                  </a:lnTo>
                  <a:lnTo>
                    <a:pt x="688" y="302"/>
                  </a:lnTo>
                  <a:lnTo>
                    <a:pt x="690" y="300"/>
                  </a:lnTo>
                  <a:lnTo>
                    <a:pt x="692" y="300"/>
                  </a:lnTo>
                  <a:lnTo>
                    <a:pt x="694" y="306"/>
                  </a:lnTo>
                  <a:lnTo>
                    <a:pt x="700" y="306"/>
                  </a:lnTo>
                  <a:lnTo>
                    <a:pt x="706" y="302"/>
                  </a:lnTo>
                  <a:lnTo>
                    <a:pt x="704" y="310"/>
                  </a:lnTo>
                  <a:lnTo>
                    <a:pt x="702" y="314"/>
                  </a:lnTo>
                  <a:lnTo>
                    <a:pt x="700" y="316"/>
                  </a:lnTo>
                  <a:lnTo>
                    <a:pt x="702" y="318"/>
                  </a:lnTo>
                  <a:lnTo>
                    <a:pt x="702" y="320"/>
                  </a:lnTo>
                  <a:lnTo>
                    <a:pt x="706" y="318"/>
                  </a:lnTo>
                  <a:lnTo>
                    <a:pt x="706" y="322"/>
                  </a:lnTo>
                  <a:lnTo>
                    <a:pt x="706" y="326"/>
                  </a:lnTo>
                  <a:lnTo>
                    <a:pt x="710" y="320"/>
                  </a:lnTo>
                  <a:lnTo>
                    <a:pt x="718" y="312"/>
                  </a:lnTo>
                  <a:lnTo>
                    <a:pt x="726" y="306"/>
                  </a:lnTo>
                  <a:lnTo>
                    <a:pt x="732" y="304"/>
                  </a:lnTo>
                  <a:lnTo>
                    <a:pt x="736" y="304"/>
                  </a:lnTo>
                  <a:lnTo>
                    <a:pt x="736" y="306"/>
                  </a:lnTo>
                  <a:lnTo>
                    <a:pt x="738" y="306"/>
                  </a:lnTo>
                  <a:lnTo>
                    <a:pt x="742" y="306"/>
                  </a:lnTo>
                  <a:lnTo>
                    <a:pt x="740" y="300"/>
                  </a:lnTo>
                  <a:lnTo>
                    <a:pt x="740" y="298"/>
                  </a:lnTo>
                  <a:lnTo>
                    <a:pt x="740" y="296"/>
                  </a:lnTo>
                  <a:lnTo>
                    <a:pt x="738" y="298"/>
                  </a:lnTo>
                  <a:lnTo>
                    <a:pt x="738" y="296"/>
                  </a:lnTo>
                  <a:lnTo>
                    <a:pt x="738" y="292"/>
                  </a:lnTo>
                  <a:lnTo>
                    <a:pt x="746" y="286"/>
                  </a:lnTo>
                  <a:lnTo>
                    <a:pt x="750" y="286"/>
                  </a:lnTo>
                  <a:lnTo>
                    <a:pt x="762" y="290"/>
                  </a:lnTo>
                  <a:lnTo>
                    <a:pt x="762" y="292"/>
                  </a:lnTo>
                  <a:lnTo>
                    <a:pt x="758" y="292"/>
                  </a:lnTo>
                  <a:lnTo>
                    <a:pt x="758" y="290"/>
                  </a:lnTo>
                  <a:lnTo>
                    <a:pt x="756" y="290"/>
                  </a:lnTo>
                  <a:lnTo>
                    <a:pt x="752" y="290"/>
                  </a:lnTo>
                  <a:lnTo>
                    <a:pt x="750" y="292"/>
                  </a:lnTo>
                  <a:lnTo>
                    <a:pt x="748" y="292"/>
                  </a:lnTo>
                  <a:lnTo>
                    <a:pt x="746" y="310"/>
                  </a:lnTo>
                  <a:lnTo>
                    <a:pt x="744" y="320"/>
                  </a:lnTo>
                  <a:lnTo>
                    <a:pt x="742" y="322"/>
                  </a:lnTo>
                  <a:lnTo>
                    <a:pt x="740" y="322"/>
                  </a:lnTo>
                  <a:lnTo>
                    <a:pt x="732" y="322"/>
                  </a:lnTo>
                  <a:lnTo>
                    <a:pt x="722" y="324"/>
                  </a:lnTo>
                  <a:lnTo>
                    <a:pt x="722" y="328"/>
                  </a:lnTo>
                  <a:lnTo>
                    <a:pt x="722" y="334"/>
                  </a:lnTo>
                  <a:lnTo>
                    <a:pt x="720" y="334"/>
                  </a:lnTo>
                  <a:lnTo>
                    <a:pt x="718" y="334"/>
                  </a:lnTo>
                  <a:lnTo>
                    <a:pt x="718" y="338"/>
                  </a:lnTo>
                  <a:lnTo>
                    <a:pt x="718" y="340"/>
                  </a:lnTo>
                  <a:lnTo>
                    <a:pt x="710" y="346"/>
                  </a:lnTo>
                  <a:lnTo>
                    <a:pt x="702" y="352"/>
                  </a:lnTo>
                  <a:lnTo>
                    <a:pt x="694" y="364"/>
                  </a:lnTo>
                  <a:lnTo>
                    <a:pt x="690" y="370"/>
                  </a:lnTo>
                  <a:lnTo>
                    <a:pt x="684" y="374"/>
                  </a:lnTo>
                  <a:lnTo>
                    <a:pt x="682" y="376"/>
                  </a:lnTo>
                  <a:lnTo>
                    <a:pt x="682" y="374"/>
                  </a:lnTo>
                  <a:lnTo>
                    <a:pt x="680" y="374"/>
                  </a:lnTo>
                  <a:lnTo>
                    <a:pt x="678" y="374"/>
                  </a:lnTo>
                  <a:lnTo>
                    <a:pt x="678" y="376"/>
                  </a:lnTo>
                  <a:lnTo>
                    <a:pt x="676" y="378"/>
                  </a:lnTo>
                  <a:lnTo>
                    <a:pt x="670" y="378"/>
                  </a:lnTo>
                  <a:lnTo>
                    <a:pt x="666" y="378"/>
                  </a:lnTo>
                  <a:lnTo>
                    <a:pt x="666" y="382"/>
                  </a:lnTo>
                  <a:lnTo>
                    <a:pt x="668" y="382"/>
                  </a:lnTo>
                  <a:lnTo>
                    <a:pt x="666" y="390"/>
                  </a:lnTo>
                  <a:lnTo>
                    <a:pt x="666" y="394"/>
                  </a:lnTo>
                  <a:lnTo>
                    <a:pt x="662" y="396"/>
                  </a:lnTo>
                  <a:lnTo>
                    <a:pt x="658" y="396"/>
                  </a:lnTo>
                  <a:lnTo>
                    <a:pt x="656" y="398"/>
                  </a:lnTo>
                  <a:lnTo>
                    <a:pt x="654" y="406"/>
                  </a:lnTo>
                  <a:lnTo>
                    <a:pt x="652" y="418"/>
                  </a:lnTo>
                  <a:lnTo>
                    <a:pt x="652" y="432"/>
                  </a:lnTo>
                  <a:lnTo>
                    <a:pt x="654" y="448"/>
                  </a:lnTo>
                  <a:lnTo>
                    <a:pt x="666" y="502"/>
                  </a:lnTo>
                  <a:lnTo>
                    <a:pt x="676" y="494"/>
                  </a:lnTo>
                  <a:lnTo>
                    <a:pt x="684" y="486"/>
                  </a:lnTo>
                  <a:lnTo>
                    <a:pt x="686" y="476"/>
                  </a:lnTo>
                  <a:lnTo>
                    <a:pt x="686" y="472"/>
                  </a:lnTo>
                  <a:lnTo>
                    <a:pt x="688" y="470"/>
                  </a:lnTo>
                  <a:lnTo>
                    <a:pt x="698" y="468"/>
                  </a:lnTo>
                  <a:lnTo>
                    <a:pt x="698" y="456"/>
                  </a:lnTo>
                  <a:lnTo>
                    <a:pt x="698" y="452"/>
                  </a:lnTo>
                  <a:lnTo>
                    <a:pt x="702" y="448"/>
                  </a:lnTo>
                  <a:lnTo>
                    <a:pt x="706" y="446"/>
                  </a:lnTo>
                  <a:lnTo>
                    <a:pt x="706" y="442"/>
                  </a:lnTo>
                  <a:lnTo>
                    <a:pt x="710" y="440"/>
                  </a:lnTo>
                  <a:lnTo>
                    <a:pt x="714" y="442"/>
                  </a:lnTo>
                  <a:lnTo>
                    <a:pt x="716" y="442"/>
                  </a:lnTo>
                  <a:lnTo>
                    <a:pt x="720" y="442"/>
                  </a:lnTo>
                  <a:lnTo>
                    <a:pt x="726" y="436"/>
                  </a:lnTo>
                  <a:lnTo>
                    <a:pt x="720" y="426"/>
                  </a:lnTo>
                  <a:lnTo>
                    <a:pt x="720" y="420"/>
                  </a:lnTo>
                  <a:lnTo>
                    <a:pt x="720" y="416"/>
                  </a:lnTo>
                  <a:lnTo>
                    <a:pt x="722" y="414"/>
                  </a:lnTo>
                  <a:lnTo>
                    <a:pt x="726" y="410"/>
                  </a:lnTo>
                  <a:lnTo>
                    <a:pt x="732" y="408"/>
                  </a:lnTo>
                  <a:lnTo>
                    <a:pt x="738" y="408"/>
                  </a:lnTo>
                  <a:lnTo>
                    <a:pt x="738" y="402"/>
                  </a:lnTo>
                  <a:lnTo>
                    <a:pt x="734" y="402"/>
                  </a:lnTo>
                  <a:lnTo>
                    <a:pt x="732" y="402"/>
                  </a:lnTo>
                  <a:lnTo>
                    <a:pt x="728" y="396"/>
                  </a:lnTo>
                  <a:lnTo>
                    <a:pt x="728" y="390"/>
                  </a:lnTo>
                  <a:lnTo>
                    <a:pt x="730" y="390"/>
                  </a:lnTo>
                  <a:lnTo>
                    <a:pt x="732" y="386"/>
                  </a:lnTo>
                  <a:lnTo>
                    <a:pt x="734" y="386"/>
                  </a:lnTo>
                  <a:lnTo>
                    <a:pt x="734" y="382"/>
                  </a:lnTo>
                  <a:lnTo>
                    <a:pt x="734" y="380"/>
                  </a:lnTo>
                  <a:lnTo>
                    <a:pt x="736" y="380"/>
                  </a:lnTo>
                  <a:lnTo>
                    <a:pt x="736" y="376"/>
                  </a:lnTo>
                  <a:lnTo>
                    <a:pt x="732" y="376"/>
                  </a:lnTo>
                  <a:lnTo>
                    <a:pt x="724" y="374"/>
                  </a:lnTo>
                  <a:lnTo>
                    <a:pt x="724" y="368"/>
                  </a:lnTo>
                  <a:lnTo>
                    <a:pt x="724" y="362"/>
                  </a:lnTo>
                  <a:lnTo>
                    <a:pt x="736" y="352"/>
                  </a:lnTo>
                  <a:lnTo>
                    <a:pt x="736" y="350"/>
                  </a:lnTo>
                  <a:lnTo>
                    <a:pt x="736" y="348"/>
                  </a:lnTo>
                  <a:lnTo>
                    <a:pt x="740" y="348"/>
                  </a:lnTo>
                  <a:lnTo>
                    <a:pt x="740" y="344"/>
                  </a:lnTo>
                  <a:lnTo>
                    <a:pt x="738" y="344"/>
                  </a:lnTo>
                  <a:lnTo>
                    <a:pt x="738" y="342"/>
                  </a:lnTo>
                  <a:lnTo>
                    <a:pt x="740" y="340"/>
                  </a:lnTo>
                  <a:lnTo>
                    <a:pt x="742" y="336"/>
                  </a:lnTo>
                  <a:lnTo>
                    <a:pt x="760" y="338"/>
                  </a:lnTo>
                  <a:lnTo>
                    <a:pt x="760" y="334"/>
                  </a:lnTo>
                  <a:lnTo>
                    <a:pt x="772" y="326"/>
                  </a:lnTo>
                  <a:lnTo>
                    <a:pt x="770" y="334"/>
                  </a:lnTo>
                  <a:lnTo>
                    <a:pt x="770" y="338"/>
                  </a:lnTo>
                  <a:lnTo>
                    <a:pt x="772" y="340"/>
                  </a:lnTo>
                  <a:lnTo>
                    <a:pt x="774" y="340"/>
                  </a:lnTo>
                  <a:lnTo>
                    <a:pt x="774" y="338"/>
                  </a:lnTo>
                  <a:lnTo>
                    <a:pt x="776" y="338"/>
                  </a:lnTo>
                  <a:lnTo>
                    <a:pt x="780" y="332"/>
                  </a:lnTo>
                  <a:lnTo>
                    <a:pt x="784" y="326"/>
                  </a:lnTo>
                  <a:lnTo>
                    <a:pt x="790" y="322"/>
                  </a:lnTo>
                  <a:lnTo>
                    <a:pt x="796" y="322"/>
                  </a:lnTo>
                  <a:lnTo>
                    <a:pt x="802" y="324"/>
                  </a:lnTo>
                  <a:lnTo>
                    <a:pt x="808" y="328"/>
                  </a:lnTo>
                  <a:lnTo>
                    <a:pt x="808" y="334"/>
                  </a:lnTo>
                  <a:lnTo>
                    <a:pt x="814" y="336"/>
                  </a:lnTo>
                  <a:lnTo>
                    <a:pt x="818" y="338"/>
                  </a:lnTo>
                  <a:lnTo>
                    <a:pt x="822" y="330"/>
                  </a:lnTo>
                  <a:lnTo>
                    <a:pt x="828" y="322"/>
                  </a:lnTo>
                  <a:lnTo>
                    <a:pt x="834" y="318"/>
                  </a:lnTo>
                  <a:lnTo>
                    <a:pt x="842" y="314"/>
                  </a:lnTo>
                  <a:lnTo>
                    <a:pt x="842" y="312"/>
                  </a:lnTo>
                  <a:lnTo>
                    <a:pt x="842" y="310"/>
                  </a:lnTo>
                  <a:lnTo>
                    <a:pt x="842" y="308"/>
                  </a:lnTo>
                  <a:lnTo>
                    <a:pt x="844" y="308"/>
                  </a:lnTo>
                  <a:lnTo>
                    <a:pt x="846" y="310"/>
                  </a:lnTo>
                  <a:lnTo>
                    <a:pt x="848" y="310"/>
                  </a:lnTo>
                  <a:lnTo>
                    <a:pt x="850" y="310"/>
                  </a:lnTo>
                  <a:lnTo>
                    <a:pt x="852" y="306"/>
                  </a:lnTo>
                  <a:lnTo>
                    <a:pt x="852" y="304"/>
                  </a:lnTo>
                  <a:lnTo>
                    <a:pt x="850" y="304"/>
                  </a:lnTo>
                  <a:lnTo>
                    <a:pt x="852" y="304"/>
                  </a:lnTo>
                  <a:lnTo>
                    <a:pt x="854" y="304"/>
                  </a:lnTo>
                  <a:lnTo>
                    <a:pt x="854" y="306"/>
                  </a:lnTo>
                  <a:lnTo>
                    <a:pt x="856" y="306"/>
                  </a:lnTo>
                  <a:lnTo>
                    <a:pt x="860" y="300"/>
                  </a:lnTo>
                  <a:lnTo>
                    <a:pt x="866" y="298"/>
                  </a:lnTo>
                  <a:lnTo>
                    <a:pt x="870" y="298"/>
                  </a:lnTo>
                  <a:lnTo>
                    <a:pt x="878" y="294"/>
                  </a:lnTo>
                  <a:lnTo>
                    <a:pt x="886" y="290"/>
                  </a:lnTo>
                  <a:lnTo>
                    <a:pt x="894" y="290"/>
                  </a:lnTo>
                  <a:lnTo>
                    <a:pt x="902" y="292"/>
                  </a:lnTo>
                  <a:lnTo>
                    <a:pt x="908" y="292"/>
                  </a:lnTo>
                  <a:lnTo>
                    <a:pt x="912" y="292"/>
                  </a:lnTo>
                  <a:lnTo>
                    <a:pt x="918" y="288"/>
                  </a:lnTo>
                  <a:lnTo>
                    <a:pt x="916" y="284"/>
                  </a:lnTo>
                  <a:lnTo>
                    <a:pt x="916" y="282"/>
                  </a:lnTo>
                  <a:lnTo>
                    <a:pt x="918" y="280"/>
                  </a:lnTo>
                  <a:lnTo>
                    <a:pt x="916" y="280"/>
                  </a:lnTo>
                  <a:lnTo>
                    <a:pt x="912" y="280"/>
                  </a:lnTo>
                  <a:lnTo>
                    <a:pt x="906" y="260"/>
                  </a:lnTo>
                  <a:lnTo>
                    <a:pt x="904" y="260"/>
                  </a:lnTo>
                  <a:lnTo>
                    <a:pt x="904" y="256"/>
                  </a:lnTo>
                  <a:lnTo>
                    <a:pt x="898" y="258"/>
                  </a:lnTo>
                  <a:lnTo>
                    <a:pt x="900" y="258"/>
                  </a:lnTo>
                  <a:lnTo>
                    <a:pt x="898" y="260"/>
                  </a:lnTo>
                  <a:lnTo>
                    <a:pt x="896" y="260"/>
                  </a:lnTo>
                  <a:lnTo>
                    <a:pt x="896" y="256"/>
                  </a:lnTo>
                  <a:lnTo>
                    <a:pt x="896" y="254"/>
                  </a:lnTo>
                  <a:lnTo>
                    <a:pt x="898" y="252"/>
                  </a:lnTo>
                  <a:lnTo>
                    <a:pt x="890" y="252"/>
                  </a:lnTo>
                  <a:lnTo>
                    <a:pt x="884" y="252"/>
                  </a:lnTo>
                  <a:lnTo>
                    <a:pt x="884" y="248"/>
                  </a:lnTo>
                  <a:lnTo>
                    <a:pt x="896" y="246"/>
                  </a:lnTo>
                  <a:lnTo>
                    <a:pt x="900" y="250"/>
                  </a:lnTo>
                  <a:lnTo>
                    <a:pt x="912" y="250"/>
                  </a:lnTo>
                  <a:lnTo>
                    <a:pt x="922" y="252"/>
                  </a:lnTo>
                  <a:lnTo>
                    <a:pt x="928" y="246"/>
                  </a:lnTo>
                  <a:lnTo>
                    <a:pt x="932" y="238"/>
                  </a:lnTo>
                  <a:lnTo>
                    <a:pt x="932" y="232"/>
                  </a:lnTo>
                  <a:lnTo>
                    <a:pt x="926" y="230"/>
                  </a:lnTo>
                  <a:lnTo>
                    <a:pt x="926" y="226"/>
                  </a:lnTo>
                  <a:lnTo>
                    <a:pt x="928" y="224"/>
                  </a:lnTo>
                  <a:lnTo>
                    <a:pt x="928" y="218"/>
                  </a:lnTo>
                  <a:lnTo>
                    <a:pt x="936" y="216"/>
                  </a:lnTo>
                  <a:lnTo>
                    <a:pt x="934" y="222"/>
                  </a:lnTo>
                  <a:lnTo>
                    <a:pt x="934" y="220"/>
                  </a:lnTo>
                  <a:lnTo>
                    <a:pt x="936" y="222"/>
                  </a:lnTo>
                  <a:lnTo>
                    <a:pt x="938" y="224"/>
                  </a:lnTo>
                  <a:lnTo>
                    <a:pt x="934" y="224"/>
                  </a:lnTo>
                  <a:lnTo>
                    <a:pt x="934" y="226"/>
                  </a:lnTo>
                  <a:lnTo>
                    <a:pt x="936" y="232"/>
                  </a:lnTo>
                  <a:lnTo>
                    <a:pt x="944" y="238"/>
                  </a:lnTo>
                  <a:lnTo>
                    <a:pt x="946" y="238"/>
                  </a:lnTo>
                  <a:lnTo>
                    <a:pt x="944" y="236"/>
                  </a:lnTo>
                  <a:lnTo>
                    <a:pt x="952" y="232"/>
                  </a:lnTo>
                  <a:lnTo>
                    <a:pt x="956" y="230"/>
                  </a:lnTo>
                  <a:lnTo>
                    <a:pt x="962" y="232"/>
                  </a:lnTo>
                  <a:lnTo>
                    <a:pt x="966" y="238"/>
                  </a:lnTo>
                  <a:lnTo>
                    <a:pt x="972" y="240"/>
                  </a:lnTo>
                  <a:lnTo>
                    <a:pt x="972" y="246"/>
                  </a:lnTo>
                  <a:lnTo>
                    <a:pt x="970" y="248"/>
                  </a:lnTo>
                  <a:lnTo>
                    <a:pt x="974" y="250"/>
                  </a:lnTo>
                  <a:lnTo>
                    <a:pt x="980" y="252"/>
                  </a:lnTo>
                  <a:lnTo>
                    <a:pt x="994" y="256"/>
                  </a:lnTo>
                  <a:lnTo>
                    <a:pt x="994" y="260"/>
                  </a:lnTo>
                  <a:lnTo>
                    <a:pt x="1004" y="256"/>
                  </a:lnTo>
                  <a:lnTo>
                    <a:pt x="1004" y="260"/>
                  </a:lnTo>
                  <a:lnTo>
                    <a:pt x="1014" y="260"/>
                  </a:lnTo>
                  <a:lnTo>
                    <a:pt x="1014" y="258"/>
                  </a:lnTo>
                  <a:lnTo>
                    <a:pt x="1008" y="252"/>
                  </a:lnTo>
                  <a:lnTo>
                    <a:pt x="1008" y="248"/>
                  </a:lnTo>
                  <a:lnTo>
                    <a:pt x="1016" y="248"/>
                  </a:lnTo>
                  <a:lnTo>
                    <a:pt x="1016" y="240"/>
                  </a:lnTo>
                  <a:lnTo>
                    <a:pt x="1010" y="242"/>
                  </a:lnTo>
                  <a:lnTo>
                    <a:pt x="1010" y="238"/>
                  </a:lnTo>
                  <a:lnTo>
                    <a:pt x="1008" y="236"/>
                  </a:lnTo>
                  <a:lnTo>
                    <a:pt x="1016" y="236"/>
                  </a:lnTo>
                  <a:lnTo>
                    <a:pt x="1016" y="238"/>
                  </a:lnTo>
                  <a:lnTo>
                    <a:pt x="1018" y="238"/>
                  </a:lnTo>
                  <a:lnTo>
                    <a:pt x="1020" y="238"/>
                  </a:lnTo>
                  <a:lnTo>
                    <a:pt x="1028" y="238"/>
                  </a:lnTo>
                  <a:lnTo>
                    <a:pt x="1028" y="240"/>
                  </a:lnTo>
                  <a:lnTo>
                    <a:pt x="1030" y="240"/>
                  </a:lnTo>
                  <a:lnTo>
                    <a:pt x="1030" y="238"/>
                  </a:lnTo>
                  <a:lnTo>
                    <a:pt x="1028" y="234"/>
                  </a:lnTo>
                  <a:lnTo>
                    <a:pt x="1032" y="234"/>
                  </a:lnTo>
                  <a:lnTo>
                    <a:pt x="1032" y="226"/>
                  </a:lnTo>
                  <a:lnTo>
                    <a:pt x="1036" y="226"/>
                  </a:lnTo>
                  <a:lnTo>
                    <a:pt x="1022" y="220"/>
                  </a:lnTo>
                  <a:lnTo>
                    <a:pt x="1018" y="216"/>
                  </a:lnTo>
                  <a:lnTo>
                    <a:pt x="1016" y="212"/>
                  </a:lnTo>
                  <a:lnTo>
                    <a:pt x="1012" y="206"/>
                  </a:lnTo>
                  <a:lnTo>
                    <a:pt x="1006" y="204"/>
                  </a:lnTo>
                  <a:lnTo>
                    <a:pt x="998" y="204"/>
                  </a:lnTo>
                  <a:lnTo>
                    <a:pt x="988" y="204"/>
                  </a:lnTo>
                  <a:lnTo>
                    <a:pt x="986" y="206"/>
                  </a:lnTo>
                  <a:lnTo>
                    <a:pt x="984" y="208"/>
                  </a:lnTo>
                  <a:lnTo>
                    <a:pt x="986" y="208"/>
                  </a:lnTo>
                  <a:lnTo>
                    <a:pt x="986" y="210"/>
                  </a:lnTo>
                  <a:lnTo>
                    <a:pt x="986" y="212"/>
                  </a:lnTo>
                  <a:lnTo>
                    <a:pt x="980" y="212"/>
                  </a:lnTo>
                  <a:lnTo>
                    <a:pt x="982" y="212"/>
                  </a:lnTo>
                  <a:lnTo>
                    <a:pt x="984" y="210"/>
                  </a:lnTo>
                  <a:lnTo>
                    <a:pt x="982" y="202"/>
                  </a:lnTo>
                  <a:lnTo>
                    <a:pt x="976" y="192"/>
                  </a:lnTo>
                  <a:lnTo>
                    <a:pt x="974" y="194"/>
                  </a:lnTo>
                  <a:lnTo>
                    <a:pt x="972" y="194"/>
                  </a:lnTo>
                  <a:lnTo>
                    <a:pt x="968" y="188"/>
                  </a:lnTo>
                  <a:lnTo>
                    <a:pt x="964" y="188"/>
                  </a:lnTo>
                  <a:lnTo>
                    <a:pt x="958" y="188"/>
                  </a:lnTo>
                  <a:lnTo>
                    <a:pt x="958" y="184"/>
                  </a:lnTo>
                  <a:lnTo>
                    <a:pt x="956" y="182"/>
                  </a:lnTo>
                  <a:lnTo>
                    <a:pt x="952" y="182"/>
                  </a:lnTo>
                  <a:lnTo>
                    <a:pt x="952" y="178"/>
                  </a:lnTo>
                  <a:lnTo>
                    <a:pt x="948" y="178"/>
                  </a:lnTo>
                  <a:lnTo>
                    <a:pt x="944" y="176"/>
                  </a:lnTo>
                  <a:lnTo>
                    <a:pt x="940" y="170"/>
                  </a:lnTo>
                  <a:lnTo>
                    <a:pt x="938" y="168"/>
                  </a:lnTo>
                  <a:lnTo>
                    <a:pt x="936" y="166"/>
                  </a:lnTo>
                  <a:lnTo>
                    <a:pt x="932" y="166"/>
                  </a:lnTo>
                  <a:lnTo>
                    <a:pt x="928" y="166"/>
                  </a:lnTo>
                  <a:lnTo>
                    <a:pt x="916" y="156"/>
                  </a:lnTo>
                  <a:lnTo>
                    <a:pt x="916" y="152"/>
                  </a:lnTo>
                  <a:lnTo>
                    <a:pt x="914" y="150"/>
                  </a:lnTo>
                  <a:lnTo>
                    <a:pt x="908" y="148"/>
                  </a:lnTo>
                  <a:lnTo>
                    <a:pt x="904" y="148"/>
                  </a:lnTo>
                  <a:lnTo>
                    <a:pt x="896" y="150"/>
                  </a:lnTo>
                  <a:lnTo>
                    <a:pt x="894" y="148"/>
                  </a:lnTo>
                  <a:lnTo>
                    <a:pt x="892" y="146"/>
                  </a:lnTo>
                  <a:lnTo>
                    <a:pt x="888" y="142"/>
                  </a:lnTo>
                  <a:lnTo>
                    <a:pt x="884" y="140"/>
                  </a:lnTo>
                  <a:lnTo>
                    <a:pt x="878" y="140"/>
                  </a:lnTo>
                  <a:lnTo>
                    <a:pt x="874" y="134"/>
                  </a:lnTo>
                  <a:lnTo>
                    <a:pt x="868" y="134"/>
                  </a:lnTo>
                  <a:lnTo>
                    <a:pt x="860" y="134"/>
                  </a:lnTo>
                  <a:lnTo>
                    <a:pt x="844" y="136"/>
                  </a:lnTo>
                  <a:lnTo>
                    <a:pt x="842" y="132"/>
                  </a:lnTo>
                  <a:lnTo>
                    <a:pt x="836" y="134"/>
                  </a:lnTo>
                  <a:lnTo>
                    <a:pt x="832" y="134"/>
                  </a:lnTo>
                  <a:lnTo>
                    <a:pt x="828" y="134"/>
                  </a:lnTo>
                  <a:lnTo>
                    <a:pt x="824" y="132"/>
                  </a:lnTo>
                  <a:lnTo>
                    <a:pt x="822" y="130"/>
                  </a:lnTo>
                  <a:lnTo>
                    <a:pt x="820" y="142"/>
                  </a:lnTo>
                  <a:lnTo>
                    <a:pt x="824" y="144"/>
                  </a:lnTo>
                  <a:lnTo>
                    <a:pt x="828" y="146"/>
                  </a:lnTo>
                  <a:lnTo>
                    <a:pt x="826" y="148"/>
                  </a:lnTo>
                  <a:lnTo>
                    <a:pt x="826" y="150"/>
                  </a:lnTo>
                  <a:lnTo>
                    <a:pt x="828" y="156"/>
                  </a:lnTo>
                  <a:lnTo>
                    <a:pt x="824" y="156"/>
                  </a:lnTo>
                  <a:lnTo>
                    <a:pt x="818" y="164"/>
                  </a:lnTo>
                  <a:lnTo>
                    <a:pt x="814" y="162"/>
                  </a:lnTo>
                  <a:lnTo>
                    <a:pt x="812" y="166"/>
                  </a:lnTo>
                  <a:lnTo>
                    <a:pt x="802" y="166"/>
                  </a:lnTo>
                  <a:lnTo>
                    <a:pt x="802" y="160"/>
                  </a:lnTo>
                  <a:lnTo>
                    <a:pt x="802" y="154"/>
                  </a:lnTo>
                  <a:lnTo>
                    <a:pt x="796" y="152"/>
                  </a:lnTo>
                  <a:lnTo>
                    <a:pt x="796" y="150"/>
                  </a:lnTo>
                  <a:lnTo>
                    <a:pt x="796" y="148"/>
                  </a:lnTo>
                  <a:lnTo>
                    <a:pt x="796" y="142"/>
                  </a:lnTo>
                  <a:lnTo>
                    <a:pt x="790" y="148"/>
                  </a:lnTo>
                  <a:lnTo>
                    <a:pt x="782" y="150"/>
                  </a:lnTo>
                  <a:lnTo>
                    <a:pt x="778" y="150"/>
                  </a:lnTo>
                  <a:lnTo>
                    <a:pt x="778" y="148"/>
                  </a:lnTo>
                  <a:lnTo>
                    <a:pt x="778" y="146"/>
                  </a:lnTo>
                  <a:lnTo>
                    <a:pt x="770" y="144"/>
                  </a:lnTo>
                  <a:lnTo>
                    <a:pt x="766" y="144"/>
                  </a:lnTo>
                  <a:lnTo>
                    <a:pt x="760" y="144"/>
                  </a:lnTo>
                  <a:lnTo>
                    <a:pt x="758" y="146"/>
                  </a:lnTo>
                  <a:lnTo>
                    <a:pt x="756" y="148"/>
                  </a:lnTo>
                  <a:lnTo>
                    <a:pt x="754" y="146"/>
                  </a:lnTo>
                  <a:lnTo>
                    <a:pt x="754" y="142"/>
                  </a:lnTo>
                  <a:lnTo>
                    <a:pt x="738" y="144"/>
                  </a:lnTo>
                  <a:lnTo>
                    <a:pt x="726" y="144"/>
                  </a:lnTo>
                  <a:lnTo>
                    <a:pt x="722" y="146"/>
                  </a:lnTo>
                  <a:lnTo>
                    <a:pt x="718" y="150"/>
                  </a:lnTo>
                  <a:lnTo>
                    <a:pt x="716" y="156"/>
                  </a:lnTo>
                  <a:lnTo>
                    <a:pt x="714" y="162"/>
                  </a:lnTo>
                  <a:lnTo>
                    <a:pt x="708" y="146"/>
                  </a:lnTo>
                  <a:lnTo>
                    <a:pt x="704" y="146"/>
                  </a:lnTo>
                  <a:lnTo>
                    <a:pt x="702" y="144"/>
                  </a:lnTo>
                  <a:lnTo>
                    <a:pt x="702" y="140"/>
                  </a:lnTo>
                  <a:lnTo>
                    <a:pt x="704" y="138"/>
                  </a:lnTo>
                  <a:lnTo>
                    <a:pt x="702" y="136"/>
                  </a:lnTo>
                  <a:lnTo>
                    <a:pt x="704" y="136"/>
                  </a:lnTo>
                  <a:lnTo>
                    <a:pt x="706" y="134"/>
                  </a:lnTo>
                  <a:lnTo>
                    <a:pt x="694" y="128"/>
                  </a:lnTo>
                  <a:lnTo>
                    <a:pt x="692" y="122"/>
                  </a:lnTo>
                  <a:lnTo>
                    <a:pt x="688" y="120"/>
                  </a:lnTo>
                  <a:lnTo>
                    <a:pt x="682" y="120"/>
                  </a:lnTo>
                  <a:lnTo>
                    <a:pt x="678" y="116"/>
                  </a:lnTo>
                  <a:lnTo>
                    <a:pt x="662" y="122"/>
                  </a:lnTo>
                  <a:lnTo>
                    <a:pt x="660" y="120"/>
                  </a:lnTo>
                  <a:lnTo>
                    <a:pt x="658" y="118"/>
                  </a:lnTo>
                  <a:lnTo>
                    <a:pt x="642" y="118"/>
                  </a:lnTo>
                  <a:lnTo>
                    <a:pt x="638" y="122"/>
                  </a:lnTo>
                  <a:lnTo>
                    <a:pt x="632" y="122"/>
                  </a:lnTo>
                  <a:lnTo>
                    <a:pt x="630" y="122"/>
                  </a:lnTo>
                  <a:lnTo>
                    <a:pt x="622" y="120"/>
                  </a:lnTo>
                  <a:lnTo>
                    <a:pt x="618" y="124"/>
                  </a:lnTo>
                  <a:lnTo>
                    <a:pt x="606" y="126"/>
                  </a:lnTo>
                  <a:lnTo>
                    <a:pt x="592" y="126"/>
                  </a:lnTo>
                  <a:lnTo>
                    <a:pt x="572" y="124"/>
                  </a:lnTo>
                  <a:lnTo>
                    <a:pt x="574" y="122"/>
                  </a:lnTo>
                  <a:lnTo>
                    <a:pt x="576" y="120"/>
                  </a:lnTo>
                  <a:lnTo>
                    <a:pt x="578" y="122"/>
                  </a:lnTo>
                  <a:lnTo>
                    <a:pt x="580" y="122"/>
                  </a:lnTo>
                  <a:lnTo>
                    <a:pt x="584" y="122"/>
                  </a:lnTo>
                  <a:lnTo>
                    <a:pt x="596" y="110"/>
                  </a:lnTo>
                  <a:lnTo>
                    <a:pt x="598" y="104"/>
                  </a:lnTo>
                  <a:lnTo>
                    <a:pt x="594" y="106"/>
                  </a:lnTo>
                  <a:lnTo>
                    <a:pt x="588" y="112"/>
                  </a:lnTo>
                  <a:lnTo>
                    <a:pt x="588" y="114"/>
                  </a:lnTo>
                  <a:lnTo>
                    <a:pt x="586" y="114"/>
                  </a:lnTo>
                  <a:lnTo>
                    <a:pt x="584" y="114"/>
                  </a:lnTo>
                  <a:lnTo>
                    <a:pt x="576" y="110"/>
                  </a:lnTo>
                  <a:lnTo>
                    <a:pt x="576" y="108"/>
                  </a:lnTo>
                  <a:lnTo>
                    <a:pt x="576" y="106"/>
                  </a:lnTo>
                  <a:lnTo>
                    <a:pt x="578" y="106"/>
                  </a:lnTo>
                  <a:lnTo>
                    <a:pt x="580" y="106"/>
                  </a:lnTo>
                  <a:lnTo>
                    <a:pt x="584" y="108"/>
                  </a:lnTo>
                  <a:lnTo>
                    <a:pt x="588" y="100"/>
                  </a:lnTo>
                  <a:lnTo>
                    <a:pt x="578" y="94"/>
                  </a:lnTo>
                  <a:lnTo>
                    <a:pt x="568" y="90"/>
                  </a:lnTo>
                  <a:lnTo>
                    <a:pt x="564" y="92"/>
                  </a:lnTo>
                  <a:lnTo>
                    <a:pt x="556" y="92"/>
                  </a:lnTo>
                  <a:lnTo>
                    <a:pt x="554" y="92"/>
                  </a:lnTo>
                  <a:lnTo>
                    <a:pt x="550" y="94"/>
                  </a:lnTo>
                  <a:lnTo>
                    <a:pt x="550" y="100"/>
                  </a:lnTo>
                  <a:lnTo>
                    <a:pt x="546" y="108"/>
                  </a:lnTo>
                  <a:lnTo>
                    <a:pt x="542" y="112"/>
                  </a:lnTo>
                  <a:lnTo>
                    <a:pt x="538" y="114"/>
                  </a:lnTo>
                  <a:lnTo>
                    <a:pt x="532" y="114"/>
                  </a:lnTo>
                  <a:lnTo>
                    <a:pt x="530" y="114"/>
                  </a:lnTo>
                  <a:lnTo>
                    <a:pt x="530" y="112"/>
                  </a:lnTo>
                  <a:lnTo>
                    <a:pt x="536" y="108"/>
                  </a:lnTo>
                  <a:lnTo>
                    <a:pt x="534" y="106"/>
                  </a:lnTo>
                  <a:lnTo>
                    <a:pt x="532" y="104"/>
                  </a:lnTo>
                  <a:lnTo>
                    <a:pt x="542" y="98"/>
                  </a:lnTo>
                  <a:lnTo>
                    <a:pt x="542" y="96"/>
                  </a:lnTo>
                  <a:lnTo>
                    <a:pt x="542" y="100"/>
                  </a:lnTo>
                  <a:lnTo>
                    <a:pt x="546" y="102"/>
                  </a:lnTo>
                  <a:lnTo>
                    <a:pt x="546" y="100"/>
                  </a:lnTo>
                  <a:lnTo>
                    <a:pt x="546" y="98"/>
                  </a:lnTo>
                  <a:lnTo>
                    <a:pt x="548" y="94"/>
                  </a:lnTo>
                  <a:lnTo>
                    <a:pt x="524" y="96"/>
                  </a:lnTo>
                  <a:lnTo>
                    <a:pt x="522" y="88"/>
                  </a:lnTo>
                  <a:lnTo>
                    <a:pt x="534" y="88"/>
                  </a:lnTo>
                  <a:lnTo>
                    <a:pt x="536" y="88"/>
                  </a:lnTo>
                  <a:lnTo>
                    <a:pt x="530" y="86"/>
                  </a:lnTo>
                  <a:lnTo>
                    <a:pt x="520" y="84"/>
                  </a:lnTo>
                  <a:lnTo>
                    <a:pt x="508" y="84"/>
                  </a:lnTo>
                  <a:lnTo>
                    <a:pt x="498" y="82"/>
                  </a:lnTo>
                  <a:lnTo>
                    <a:pt x="488" y="80"/>
                  </a:lnTo>
                  <a:lnTo>
                    <a:pt x="486" y="74"/>
                  </a:lnTo>
                  <a:lnTo>
                    <a:pt x="482" y="74"/>
                  </a:lnTo>
                  <a:lnTo>
                    <a:pt x="478" y="74"/>
                  </a:lnTo>
                  <a:lnTo>
                    <a:pt x="478" y="78"/>
                  </a:lnTo>
                  <a:lnTo>
                    <a:pt x="482" y="78"/>
                  </a:lnTo>
                  <a:lnTo>
                    <a:pt x="482" y="80"/>
                  </a:lnTo>
                  <a:lnTo>
                    <a:pt x="482" y="82"/>
                  </a:lnTo>
                  <a:lnTo>
                    <a:pt x="484" y="84"/>
                  </a:lnTo>
                  <a:lnTo>
                    <a:pt x="472" y="84"/>
                  </a:lnTo>
                  <a:lnTo>
                    <a:pt x="470" y="88"/>
                  </a:lnTo>
                  <a:lnTo>
                    <a:pt x="472" y="90"/>
                  </a:lnTo>
                  <a:lnTo>
                    <a:pt x="474" y="90"/>
                  </a:lnTo>
                  <a:lnTo>
                    <a:pt x="474" y="92"/>
                  </a:lnTo>
                  <a:lnTo>
                    <a:pt x="470" y="92"/>
                  </a:lnTo>
                  <a:lnTo>
                    <a:pt x="468" y="96"/>
                  </a:lnTo>
                  <a:lnTo>
                    <a:pt x="468" y="100"/>
                  </a:lnTo>
                  <a:lnTo>
                    <a:pt x="470" y="100"/>
                  </a:lnTo>
                  <a:lnTo>
                    <a:pt x="472" y="104"/>
                  </a:lnTo>
                  <a:lnTo>
                    <a:pt x="474" y="106"/>
                  </a:lnTo>
                  <a:lnTo>
                    <a:pt x="474" y="108"/>
                  </a:lnTo>
                  <a:lnTo>
                    <a:pt x="472" y="110"/>
                  </a:lnTo>
                  <a:lnTo>
                    <a:pt x="466" y="112"/>
                  </a:lnTo>
                  <a:lnTo>
                    <a:pt x="464" y="110"/>
                  </a:lnTo>
                  <a:lnTo>
                    <a:pt x="466" y="112"/>
                  </a:lnTo>
                  <a:lnTo>
                    <a:pt x="464" y="112"/>
                  </a:lnTo>
                  <a:lnTo>
                    <a:pt x="462" y="112"/>
                  </a:lnTo>
                  <a:lnTo>
                    <a:pt x="462" y="104"/>
                  </a:lnTo>
                  <a:lnTo>
                    <a:pt x="456" y="104"/>
                  </a:lnTo>
                  <a:lnTo>
                    <a:pt x="454" y="106"/>
                  </a:lnTo>
                  <a:lnTo>
                    <a:pt x="454" y="110"/>
                  </a:lnTo>
                  <a:lnTo>
                    <a:pt x="452" y="116"/>
                  </a:lnTo>
                  <a:lnTo>
                    <a:pt x="450" y="116"/>
                  </a:lnTo>
                  <a:lnTo>
                    <a:pt x="446" y="116"/>
                  </a:lnTo>
                  <a:lnTo>
                    <a:pt x="442" y="116"/>
                  </a:lnTo>
                  <a:lnTo>
                    <a:pt x="438" y="112"/>
                  </a:lnTo>
                  <a:lnTo>
                    <a:pt x="434" y="108"/>
                  </a:lnTo>
                  <a:lnTo>
                    <a:pt x="428" y="106"/>
                  </a:lnTo>
                  <a:lnTo>
                    <a:pt x="420" y="104"/>
                  </a:lnTo>
                  <a:lnTo>
                    <a:pt x="420" y="102"/>
                  </a:lnTo>
                  <a:lnTo>
                    <a:pt x="414" y="102"/>
                  </a:lnTo>
                  <a:lnTo>
                    <a:pt x="406" y="108"/>
                  </a:lnTo>
                  <a:lnTo>
                    <a:pt x="400" y="110"/>
                  </a:lnTo>
                  <a:lnTo>
                    <a:pt x="394" y="112"/>
                  </a:lnTo>
                  <a:lnTo>
                    <a:pt x="394" y="108"/>
                  </a:lnTo>
                  <a:lnTo>
                    <a:pt x="396" y="108"/>
                  </a:lnTo>
                  <a:lnTo>
                    <a:pt x="396" y="106"/>
                  </a:lnTo>
                  <a:lnTo>
                    <a:pt x="396" y="102"/>
                  </a:lnTo>
                  <a:lnTo>
                    <a:pt x="394" y="102"/>
                  </a:lnTo>
                  <a:lnTo>
                    <a:pt x="390" y="96"/>
                  </a:lnTo>
                  <a:lnTo>
                    <a:pt x="386" y="114"/>
                  </a:lnTo>
                  <a:lnTo>
                    <a:pt x="382" y="124"/>
                  </a:lnTo>
                  <a:lnTo>
                    <a:pt x="380" y="128"/>
                  </a:lnTo>
                  <a:lnTo>
                    <a:pt x="378" y="130"/>
                  </a:lnTo>
                  <a:lnTo>
                    <a:pt x="374" y="130"/>
                  </a:lnTo>
                  <a:lnTo>
                    <a:pt x="372" y="126"/>
                  </a:lnTo>
                  <a:lnTo>
                    <a:pt x="374" y="122"/>
                  </a:lnTo>
                  <a:lnTo>
                    <a:pt x="376" y="122"/>
                  </a:lnTo>
                  <a:lnTo>
                    <a:pt x="376" y="118"/>
                  </a:lnTo>
                  <a:lnTo>
                    <a:pt x="374" y="118"/>
                  </a:lnTo>
                  <a:lnTo>
                    <a:pt x="374" y="120"/>
                  </a:lnTo>
                  <a:lnTo>
                    <a:pt x="372" y="120"/>
                  </a:lnTo>
                  <a:lnTo>
                    <a:pt x="370" y="120"/>
                  </a:lnTo>
                  <a:lnTo>
                    <a:pt x="366" y="116"/>
                  </a:lnTo>
                  <a:lnTo>
                    <a:pt x="358" y="116"/>
                  </a:lnTo>
                  <a:lnTo>
                    <a:pt x="352" y="108"/>
                  </a:lnTo>
                  <a:lnTo>
                    <a:pt x="348" y="110"/>
                  </a:lnTo>
                  <a:lnTo>
                    <a:pt x="346" y="110"/>
                  </a:lnTo>
                  <a:lnTo>
                    <a:pt x="346" y="104"/>
                  </a:lnTo>
                  <a:lnTo>
                    <a:pt x="352" y="104"/>
                  </a:lnTo>
                  <a:lnTo>
                    <a:pt x="352" y="102"/>
                  </a:lnTo>
                  <a:lnTo>
                    <a:pt x="350" y="102"/>
                  </a:lnTo>
                  <a:lnTo>
                    <a:pt x="348" y="102"/>
                  </a:lnTo>
                  <a:lnTo>
                    <a:pt x="342" y="102"/>
                  </a:lnTo>
                  <a:lnTo>
                    <a:pt x="340" y="96"/>
                  </a:lnTo>
                  <a:lnTo>
                    <a:pt x="334" y="92"/>
                  </a:lnTo>
                  <a:lnTo>
                    <a:pt x="326" y="88"/>
                  </a:lnTo>
                  <a:lnTo>
                    <a:pt x="324" y="98"/>
                  </a:lnTo>
                  <a:lnTo>
                    <a:pt x="322" y="96"/>
                  </a:lnTo>
                  <a:lnTo>
                    <a:pt x="322" y="94"/>
                  </a:lnTo>
                  <a:lnTo>
                    <a:pt x="324" y="88"/>
                  </a:lnTo>
                  <a:lnTo>
                    <a:pt x="324" y="86"/>
                  </a:lnTo>
                  <a:lnTo>
                    <a:pt x="322" y="86"/>
                  </a:lnTo>
                  <a:lnTo>
                    <a:pt x="320" y="86"/>
                  </a:lnTo>
                  <a:lnTo>
                    <a:pt x="320" y="90"/>
                  </a:lnTo>
                  <a:lnTo>
                    <a:pt x="312" y="90"/>
                  </a:lnTo>
                  <a:lnTo>
                    <a:pt x="316" y="90"/>
                  </a:lnTo>
                  <a:lnTo>
                    <a:pt x="316" y="86"/>
                  </a:lnTo>
                  <a:lnTo>
                    <a:pt x="316" y="84"/>
                  </a:lnTo>
                  <a:lnTo>
                    <a:pt x="312" y="84"/>
                  </a:lnTo>
                  <a:lnTo>
                    <a:pt x="308" y="84"/>
                  </a:lnTo>
                  <a:lnTo>
                    <a:pt x="304" y="88"/>
                  </a:lnTo>
                  <a:lnTo>
                    <a:pt x="302" y="84"/>
                  </a:lnTo>
                  <a:lnTo>
                    <a:pt x="300" y="82"/>
                  </a:lnTo>
                  <a:lnTo>
                    <a:pt x="302" y="82"/>
                  </a:lnTo>
                  <a:lnTo>
                    <a:pt x="300" y="80"/>
                  </a:lnTo>
                  <a:lnTo>
                    <a:pt x="302" y="80"/>
                  </a:lnTo>
                  <a:lnTo>
                    <a:pt x="304" y="80"/>
                  </a:lnTo>
                  <a:lnTo>
                    <a:pt x="300" y="80"/>
                  </a:lnTo>
                  <a:lnTo>
                    <a:pt x="298" y="78"/>
                  </a:lnTo>
                  <a:lnTo>
                    <a:pt x="300" y="76"/>
                  </a:lnTo>
                  <a:lnTo>
                    <a:pt x="300" y="74"/>
                  </a:lnTo>
                  <a:lnTo>
                    <a:pt x="306" y="72"/>
                  </a:lnTo>
                  <a:lnTo>
                    <a:pt x="312" y="70"/>
                  </a:lnTo>
                  <a:lnTo>
                    <a:pt x="316" y="64"/>
                  </a:lnTo>
                  <a:lnTo>
                    <a:pt x="320" y="60"/>
                  </a:lnTo>
                  <a:lnTo>
                    <a:pt x="312" y="58"/>
                  </a:lnTo>
                  <a:lnTo>
                    <a:pt x="308" y="56"/>
                  </a:lnTo>
                  <a:lnTo>
                    <a:pt x="304" y="52"/>
                  </a:lnTo>
                  <a:lnTo>
                    <a:pt x="298" y="48"/>
                  </a:lnTo>
                  <a:lnTo>
                    <a:pt x="294" y="48"/>
                  </a:lnTo>
                  <a:lnTo>
                    <a:pt x="290" y="50"/>
                  </a:lnTo>
                  <a:lnTo>
                    <a:pt x="284" y="52"/>
                  </a:lnTo>
                  <a:lnTo>
                    <a:pt x="282" y="52"/>
                  </a:lnTo>
                  <a:lnTo>
                    <a:pt x="280" y="52"/>
                  </a:lnTo>
                  <a:lnTo>
                    <a:pt x="278" y="60"/>
                  </a:lnTo>
                  <a:lnTo>
                    <a:pt x="280" y="62"/>
                  </a:lnTo>
                  <a:lnTo>
                    <a:pt x="284" y="64"/>
                  </a:lnTo>
                  <a:lnTo>
                    <a:pt x="284" y="68"/>
                  </a:lnTo>
                  <a:lnTo>
                    <a:pt x="290" y="70"/>
                  </a:lnTo>
                  <a:lnTo>
                    <a:pt x="296" y="70"/>
                  </a:lnTo>
                  <a:lnTo>
                    <a:pt x="294" y="72"/>
                  </a:lnTo>
                  <a:lnTo>
                    <a:pt x="294" y="74"/>
                  </a:lnTo>
                  <a:lnTo>
                    <a:pt x="292" y="74"/>
                  </a:lnTo>
                  <a:lnTo>
                    <a:pt x="294" y="76"/>
                  </a:lnTo>
                  <a:lnTo>
                    <a:pt x="294" y="78"/>
                  </a:lnTo>
                  <a:lnTo>
                    <a:pt x="292" y="78"/>
                  </a:lnTo>
                  <a:lnTo>
                    <a:pt x="286" y="76"/>
                  </a:lnTo>
                  <a:lnTo>
                    <a:pt x="288" y="82"/>
                  </a:lnTo>
                  <a:lnTo>
                    <a:pt x="282" y="82"/>
                  </a:lnTo>
                  <a:lnTo>
                    <a:pt x="276" y="80"/>
                  </a:lnTo>
                  <a:lnTo>
                    <a:pt x="270" y="76"/>
                  </a:lnTo>
                  <a:lnTo>
                    <a:pt x="264" y="74"/>
                  </a:lnTo>
                  <a:lnTo>
                    <a:pt x="258" y="74"/>
                  </a:lnTo>
                  <a:lnTo>
                    <a:pt x="254" y="76"/>
                  </a:lnTo>
                  <a:lnTo>
                    <a:pt x="248" y="76"/>
                  </a:lnTo>
                  <a:lnTo>
                    <a:pt x="244" y="76"/>
                  </a:lnTo>
                  <a:lnTo>
                    <a:pt x="242" y="74"/>
                  </a:lnTo>
                  <a:lnTo>
                    <a:pt x="230" y="72"/>
                  </a:lnTo>
                  <a:lnTo>
                    <a:pt x="228" y="70"/>
                  </a:lnTo>
                  <a:lnTo>
                    <a:pt x="226" y="68"/>
                  </a:lnTo>
                  <a:lnTo>
                    <a:pt x="226" y="66"/>
                  </a:lnTo>
                  <a:lnTo>
                    <a:pt x="228" y="62"/>
                  </a:lnTo>
                  <a:lnTo>
                    <a:pt x="228" y="60"/>
                  </a:lnTo>
                  <a:lnTo>
                    <a:pt x="226" y="56"/>
                  </a:lnTo>
                  <a:lnTo>
                    <a:pt x="218" y="56"/>
                  </a:lnTo>
                  <a:lnTo>
                    <a:pt x="208" y="58"/>
                  </a:lnTo>
                  <a:lnTo>
                    <a:pt x="206" y="54"/>
                  </a:lnTo>
                  <a:lnTo>
                    <a:pt x="204" y="54"/>
                  </a:lnTo>
                  <a:lnTo>
                    <a:pt x="200" y="56"/>
                  </a:lnTo>
                  <a:lnTo>
                    <a:pt x="194" y="52"/>
                  </a:lnTo>
                  <a:lnTo>
                    <a:pt x="188" y="54"/>
                  </a:lnTo>
                  <a:lnTo>
                    <a:pt x="180" y="58"/>
                  </a:lnTo>
                  <a:lnTo>
                    <a:pt x="174" y="62"/>
                  </a:lnTo>
                  <a:lnTo>
                    <a:pt x="170" y="66"/>
                  </a:lnTo>
                  <a:lnTo>
                    <a:pt x="170" y="72"/>
                  </a:lnTo>
                  <a:lnTo>
                    <a:pt x="168" y="72"/>
                  </a:lnTo>
                  <a:lnTo>
                    <a:pt x="168" y="70"/>
                  </a:lnTo>
                  <a:lnTo>
                    <a:pt x="168" y="66"/>
                  </a:lnTo>
                  <a:lnTo>
                    <a:pt x="168" y="58"/>
                  </a:lnTo>
                  <a:lnTo>
                    <a:pt x="166" y="58"/>
                  </a:lnTo>
                  <a:lnTo>
                    <a:pt x="164" y="56"/>
                  </a:lnTo>
                  <a:lnTo>
                    <a:pt x="162" y="56"/>
                  </a:lnTo>
                  <a:lnTo>
                    <a:pt x="162" y="62"/>
                  </a:lnTo>
                  <a:lnTo>
                    <a:pt x="150" y="60"/>
                  </a:lnTo>
                  <a:lnTo>
                    <a:pt x="146" y="58"/>
                  </a:lnTo>
                  <a:lnTo>
                    <a:pt x="144" y="52"/>
                  </a:lnTo>
                  <a:lnTo>
                    <a:pt x="144" y="54"/>
                  </a:lnTo>
                  <a:lnTo>
                    <a:pt x="142" y="58"/>
                  </a:lnTo>
                  <a:lnTo>
                    <a:pt x="134" y="54"/>
                  </a:lnTo>
                  <a:lnTo>
                    <a:pt x="130" y="62"/>
                  </a:lnTo>
                  <a:lnTo>
                    <a:pt x="130" y="66"/>
                  </a:lnTo>
                  <a:lnTo>
                    <a:pt x="134" y="68"/>
                  </a:lnTo>
                  <a:lnTo>
                    <a:pt x="134" y="70"/>
                  </a:lnTo>
                  <a:lnTo>
                    <a:pt x="134" y="72"/>
                  </a:lnTo>
                  <a:lnTo>
                    <a:pt x="124" y="68"/>
                  </a:lnTo>
                  <a:lnTo>
                    <a:pt x="126" y="72"/>
                  </a:lnTo>
                  <a:lnTo>
                    <a:pt x="126" y="74"/>
                  </a:lnTo>
                  <a:lnTo>
                    <a:pt x="124" y="74"/>
                  </a:lnTo>
                  <a:lnTo>
                    <a:pt x="118" y="78"/>
                  </a:lnTo>
                  <a:lnTo>
                    <a:pt x="112" y="78"/>
                  </a:lnTo>
                  <a:lnTo>
                    <a:pt x="106" y="78"/>
                  </a:lnTo>
                  <a:lnTo>
                    <a:pt x="98" y="78"/>
                  </a:lnTo>
                  <a:lnTo>
                    <a:pt x="96" y="84"/>
                  </a:lnTo>
                  <a:lnTo>
                    <a:pt x="0" y="48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1" name="Google Shape;291;p60"/>
            <p:cNvSpPr/>
            <p:nvPr/>
          </p:nvSpPr>
          <p:spPr>
            <a:xfrm>
              <a:off x="8088502" y="2545904"/>
              <a:ext cx="1757496" cy="1159534"/>
            </a:xfrm>
            <a:custGeom>
              <a:rect b="b" l="l" r="r" t="t"/>
              <a:pathLst>
                <a:path extrusionOk="0" h="822" w="1066">
                  <a:moveTo>
                    <a:pt x="984" y="240"/>
                  </a:moveTo>
                  <a:lnTo>
                    <a:pt x="984" y="240"/>
                  </a:lnTo>
                  <a:lnTo>
                    <a:pt x="964" y="242"/>
                  </a:lnTo>
                  <a:lnTo>
                    <a:pt x="974" y="240"/>
                  </a:lnTo>
                  <a:lnTo>
                    <a:pt x="982" y="236"/>
                  </a:lnTo>
                  <a:lnTo>
                    <a:pt x="984" y="230"/>
                  </a:lnTo>
                  <a:lnTo>
                    <a:pt x="990" y="228"/>
                  </a:lnTo>
                  <a:lnTo>
                    <a:pt x="996" y="228"/>
                  </a:lnTo>
                  <a:lnTo>
                    <a:pt x="1002" y="224"/>
                  </a:lnTo>
                  <a:lnTo>
                    <a:pt x="1008" y="218"/>
                  </a:lnTo>
                  <a:lnTo>
                    <a:pt x="1012" y="210"/>
                  </a:lnTo>
                  <a:lnTo>
                    <a:pt x="1016" y="202"/>
                  </a:lnTo>
                  <a:lnTo>
                    <a:pt x="1042" y="196"/>
                  </a:lnTo>
                  <a:lnTo>
                    <a:pt x="1066" y="188"/>
                  </a:lnTo>
                  <a:lnTo>
                    <a:pt x="1066" y="182"/>
                  </a:lnTo>
                  <a:lnTo>
                    <a:pt x="1064" y="178"/>
                  </a:lnTo>
                  <a:lnTo>
                    <a:pt x="1058" y="174"/>
                  </a:lnTo>
                  <a:lnTo>
                    <a:pt x="1058" y="172"/>
                  </a:lnTo>
                  <a:lnTo>
                    <a:pt x="1064" y="174"/>
                  </a:lnTo>
                  <a:lnTo>
                    <a:pt x="1066" y="172"/>
                  </a:lnTo>
                  <a:lnTo>
                    <a:pt x="1066" y="166"/>
                  </a:lnTo>
                  <a:lnTo>
                    <a:pt x="1060" y="162"/>
                  </a:lnTo>
                  <a:lnTo>
                    <a:pt x="1060" y="158"/>
                  </a:lnTo>
                  <a:lnTo>
                    <a:pt x="1060" y="154"/>
                  </a:lnTo>
                  <a:lnTo>
                    <a:pt x="1058" y="154"/>
                  </a:lnTo>
                  <a:lnTo>
                    <a:pt x="1054" y="154"/>
                  </a:lnTo>
                  <a:lnTo>
                    <a:pt x="1052" y="154"/>
                  </a:lnTo>
                  <a:lnTo>
                    <a:pt x="1050" y="152"/>
                  </a:lnTo>
                  <a:lnTo>
                    <a:pt x="1046" y="146"/>
                  </a:lnTo>
                  <a:lnTo>
                    <a:pt x="1044" y="140"/>
                  </a:lnTo>
                  <a:lnTo>
                    <a:pt x="1040" y="140"/>
                  </a:lnTo>
                  <a:lnTo>
                    <a:pt x="1038" y="138"/>
                  </a:lnTo>
                  <a:lnTo>
                    <a:pt x="1032" y="142"/>
                  </a:lnTo>
                  <a:lnTo>
                    <a:pt x="1026" y="144"/>
                  </a:lnTo>
                  <a:lnTo>
                    <a:pt x="1024" y="140"/>
                  </a:lnTo>
                  <a:lnTo>
                    <a:pt x="1018" y="140"/>
                  </a:lnTo>
                  <a:lnTo>
                    <a:pt x="1010" y="142"/>
                  </a:lnTo>
                  <a:lnTo>
                    <a:pt x="1006" y="144"/>
                  </a:lnTo>
                  <a:lnTo>
                    <a:pt x="1002" y="148"/>
                  </a:lnTo>
                  <a:lnTo>
                    <a:pt x="998" y="152"/>
                  </a:lnTo>
                  <a:lnTo>
                    <a:pt x="994" y="152"/>
                  </a:lnTo>
                  <a:lnTo>
                    <a:pt x="990" y="152"/>
                  </a:lnTo>
                  <a:lnTo>
                    <a:pt x="996" y="140"/>
                  </a:lnTo>
                  <a:lnTo>
                    <a:pt x="984" y="138"/>
                  </a:lnTo>
                  <a:lnTo>
                    <a:pt x="972" y="136"/>
                  </a:lnTo>
                  <a:lnTo>
                    <a:pt x="974" y="132"/>
                  </a:lnTo>
                  <a:lnTo>
                    <a:pt x="978" y="128"/>
                  </a:lnTo>
                  <a:lnTo>
                    <a:pt x="968" y="124"/>
                  </a:lnTo>
                  <a:lnTo>
                    <a:pt x="962" y="122"/>
                  </a:lnTo>
                  <a:lnTo>
                    <a:pt x="954" y="122"/>
                  </a:lnTo>
                  <a:lnTo>
                    <a:pt x="954" y="126"/>
                  </a:lnTo>
                  <a:lnTo>
                    <a:pt x="942" y="126"/>
                  </a:lnTo>
                  <a:lnTo>
                    <a:pt x="938" y="128"/>
                  </a:lnTo>
                  <a:lnTo>
                    <a:pt x="934" y="130"/>
                  </a:lnTo>
                  <a:lnTo>
                    <a:pt x="928" y="136"/>
                  </a:lnTo>
                  <a:lnTo>
                    <a:pt x="928" y="138"/>
                  </a:lnTo>
                  <a:lnTo>
                    <a:pt x="924" y="140"/>
                  </a:lnTo>
                  <a:lnTo>
                    <a:pt x="922" y="140"/>
                  </a:lnTo>
                  <a:lnTo>
                    <a:pt x="922" y="142"/>
                  </a:lnTo>
                  <a:lnTo>
                    <a:pt x="922" y="146"/>
                  </a:lnTo>
                  <a:lnTo>
                    <a:pt x="928" y="152"/>
                  </a:lnTo>
                  <a:lnTo>
                    <a:pt x="916" y="150"/>
                  </a:lnTo>
                  <a:lnTo>
                    <a:pt x="900" y="148"/>
                  </a:lnTo>
                  <a:lnTo>
                    <a:pt x="902" y="154"/>
                  </a:lnTo>
                  <a:lnTo>
                    <a:pt x="904" y="156"/>
                  </a:lnTo>
                  <a:lnTo>
                    <a:pt x="898" y="156"/>
                  </a:lnTo>
                  <a:lnTo>
                    <a:pt x="894" y="158"/>
                  </a:lnTo>
                  <a:lnTo>
                    <a:pt x="894" y="162"/>
                  </a:lnTo>
                  <a:lnTo>
                    <a:pt x="884" y="168"/>
                  </a:lnTo>
                  <a:lnTo>
                    <a:pt x="882" y="168"/>
                  </a:lnTo>
                  <a:lnTo>
                    <a:pt x="882" y="164"/>
                  </a:lnTo>
                  <a:lnTo>
                    <a:pt x="878" y="166"/>
                  </a:lnTo>
                  <a:lnTo>
                    <a:pt x="872" y="168"/>
                  </a:lnTo>
                  <a:lnTo>
                    <a:pt x="870" y="172"/>
                  </a:lnTo>
                  <a:lnTo>
                    <a:pt x="868" y="172"/>
                  </a:lnTo>
                  <a:lnTo>
                    <a:pt x="868" y="170"/>
                  </a:lnTo>
                  <a:lnTo>
                    <a:pt x="870" y="166"/>
                  </a:lnTo>
                  <a:lnTo>
                    <a:pt x="876" y="162"/>
                  </a:lnTo>
                  <a:lnTo>
                    <a:pt x="876" y="160"/>
                  </a:lnTo>
                  <a:lnTo>
                    <a:pt x="872" y="156"/>
                  </a:lnTo>
                  <a:lnTo>
                    <a:pt x="878" y="156"/>
                  </a:lnTo>
                  <a:lnTo>
                    <a:pt x="880" y="150"/>
                  </a:lnTo>
                  <a:lnTo>
                    <a:pt x="866" y="150"/>
                  </a:lnTo>
                  <a:lnTo>
                    <a:pt x="866" y="156"/>
                  </a:lnTo>
                  <a:lnTo>
                    <a:pt x="872" y="156"/>
                  </a:lnTo>
                  <a:lnTo>
                    <a:pt x="870" y="158"/>
                  </a:lnTo>
                  <a:lnTo>
                    <a:pt x="870" y="160"/>
                  </a:lnTo>
                  <a:lnTo>
                    <a:pt x="846" y="160"/>
                  </a:lnTo>
                  <a:lnTo>
                    <a:pt x="844" y="158"/>
                  </a:lnTo>
                  <a:lnTo>
                    <a:pt x="840" y="158"/>
                  </a:lnTo>
                  <a:lnTo>
                    <a:pt x="840" y="162"/>
                  </a:lnTo>
                  <a:lnTo>
                    <a:pt x="826" y="166"/>
                  </a:lnTo>
                  <a:lnTo>
                    <a:pt x="812" y="168"/>
                  </a:lnTo>
                  <a:lnTo>
                    <a:pt x="804" y="168"/>
                  </a:lnTo>
                  <a:lnTo>
                    <a:pt x="798" y="166"/>
                  </a:lnTo>
                  <a:lnTo>
                    <a:pt x="794" y="170"/>
                  </a:lnTo>
                  <a:lnTo>
                    <a:pt x="790" y="172"/>
                  </a:lnTo>
                  <a:lnTo>
                    <a:pt x="782" y="172"/>
                  </a:lnTo>
                  <a:lnTo>
                    <a:pt x="774" y="172"/>
                  </a:lnTo>
                  <a:lnTo>
                    <a:pt x="776" y="174"/>
                  </a:lnTo>
                  <a:lnTo>
                    <a:pt x="778" y="176"/>
                  </a:lnTo>
                  <a:lnTo>
                    <a:pt x="778" y="178"/>
                  </a:lnTo>
                  <a:lnTo>
                    <a:pt x="774" y="180"/>
                  </a:lnTo>
                  <a:lnTo>
                    <a:pt x="772" y="190"/>
                  </a:lnTo>
                  <a:lnTo>
                    <a:pt x="768" y="184"/>
                  </a:lnTo>
                  <a:lnTo>
                    <a:pt x="762" y="184"/>
                  </a:lnTo>
                  <a:lnTo>
                    <a:pt x="760" y="186"/>
                  </a:lnTo>
                  <a:lnTo>
                    <a:pt x="762" y="188"/>
                  </a:lnTo>
                  <a:lnTo>
                    <a:pt x="766" y="190"/>
                  </a:lnTo>
                  <a:lnTo>
                    <a:pt x="768" y="192"/>
                  </a:lnTo>
                  <a:lnTo>
                    <a:pt x="762" y="194"/>
                  </a:lnTo>
                  <a:lnTo>
                    <a:pt x="768" y="204"/>
                  </a:lnTo>
                  <a:lnTo>
                    <a:pt x="774" y="216"/>
                  </a:lnTo>
                  <a:lnTo>
                    <a:pt x="764" y="216"/>
                  </a:lnTo>
                  <a:lnTo>
                    <a:pt x="766" y="212"/>
                  </a:lnTo>
                  <a:lnTo>
                    <a:pt x="766" y="210"/>
                  </a:lnTo>
                  <a:lnTo>
                    <a:pt x="764" y="208"/>
                  </a:lnTo>
                  <a:lnTo>
                    <a:pt x="764" y="206"/>
                  </a:lnTo>
                  <a:lnTo>
                    <a:pt x="760" y="206"/>
                  </a:lnTo>
                  <a:lnTo>
                    <a:pt x="754" y="208"/>
                  </a:lnTo>
                  <a:lnTo>
                    <a:pt x="748" y="210"/>
                  </a:lnTo>
                  <a:lnTo>
                    <a:pt x="742" y="208"/>
                  </a:lnTo>
                  <a:lnTo>
                    <a:pt x="738" y="206"/>
                  </a:lnTo>
                  <a:lnTo>
                    <a:pt x="708" y="212"/>
                  </a:lnTo>
                  <a:lnTo>
                    <a:pt x="702" y="216"/>
                  </a:lnTo>
                  <a:lnTo>
                    <a:pt x="698" y="224"/>
                  </a:lnTo>
                  <a:lnTo>
                    <a:pt x="698" y="234"/>
                  </a:lnTo>
                  <a:lnTo>
                    <a:pt x="702" y="244"/>
                  </a:lnTo>
                  <a:lnTo>
                    <a:pt x="706" y="246"/>
                  </a:lnTo>
                  <a:lnTo>
                    <a:pt x="710" y="248"/>
                  </a:lnTo>
                  <a:lnTo>
                    <a:pt x="714" y="248"/>
                  </a:lnTo>
                  <a:lnTo>
                    <a:pt x="716" y="246"/>
                  </a:lnTo>
                  <a:lnTo>
                    <a:pt x="718" y="250"/>
                  </a:lnTo>
                  <a:lnTo>
                    <a:pt x="722" y="254"/>
                  </a:lnTo>
                  <a:lnTo>
                    <a:pt x="730" y="258"/>
                  </a:lnTo>
                  <a:lnTo>
                    <a:pt x="728" y="266"/>
                  </a:lnTo>
                  <a:lnTo>
                    <a:pt x="726" y="278"/>
                  </a:lnTo>
                  <a:lnTo>
                    <a:pt x="728" y="280"/>
                  </a:lnTo>
                  <a:lnTo>
                    <a:pt x="728" y="284"/>
                  </a:lnTo>
                  <a:lnTo>
                    <a:pt x="730" y="284"/>
                  </a:lnTo>
                  <a:lnTo>
                    <a:pt x="730" y="286"/>
                  </a:lnTo>
                  <a:lnTo>
                    <a:pt x="728" y="288"/>
                  </a:lnTo>
                  <a:lnTo>
                    <a:pt x="724" y="288"/>
                  </a:lnTo>
                  <a:lnTo>
                    <a:pt x="722" y="288"/>
                  </a:lnTo>
                  <a:lnTo>
                    <a:pt x="722" y="294"/>
                  </a:lnTo>
                  <a:lnTo>
                    <a:pt x="732" y="300"/>
                  </a:lnTo>
                  <a:lnTo>
                    <a:pt x="734" y="300"/>
                  </a:lnTo>
                  <a:lnTo>
                    <a:pt x="736" y="300"/>
                  </a:lnTo>
                  <a:lnTo>
                    <a:pt x="738" y="298"/>
                  </a:lnTo>
                  <a:lnTo>
                    <a:pt x="742" y="298"/>
                  </a:lnTo>
                  <a:lnTo>
                    <a:pt x="746" y="298"/>
                  </a:lnTo>
                  <a:lnTo>
                    <a:pt x="750" y="300"/>
                  </a:lnTo>
                  <a:lnTo>
                    <a:pt x="752" y="310"/>
                  </a:lnTo>
                  <a:lnTo>
                    <a:pt x="750" y="310"/>
                  </a:lnTo>
                  <a:lnTo>
                    <a:pt x="748" y="302"/>
                  </a:lnTo>
                  <a:lnTo>
                    <a:pt x="722" y="302"/>
                  </a:lnTo>
                  <a:lnTo>
                    <a:pt x="722" y="296"/>
                  </a:lnTo>
                  <a:lnTo>
                    <a:pt x="716" y="292"/>
                  </a:lnTo>
                  <a:lnTo>
                    <a:pt x="714" y="290"/>
                  </a:lnTo>
                  <a:lnTo>
                    <a:pt x="714" y="292"/>
                  </a:lnTo>
                  <a:lnTo>
                    <a:pt x="712" y="292"/>
                  </a:lnTo>
                  <a:lnTo>
                    <a:pt x="712" y="294"/>
                  </a:lnTo>
                  <a:lnTo>
                    <a:pt x="710" y="296"/>
                  </a:lnTo>
                  <a:lnTo>
                    <a:pt x="708" y="296"/>
                  </a:lnTo>
                  <a:lnTo>
                    <a:pt x="712" y="276"/>
                  </a:lnTo>
                  <a:lnTo>
                    <a:pt x="716" y="268"/>
                  </a:lnTo>
                  <a:lnTo>
                    <a:pt x="722" y="258"/>
                  </a:lnTo>
                  <a:lnTo>
                    <a:pt x="702" y="256"/>
                  </a:lnTo>
                  <a:lnTo>
                    <a:pt x="704" y="258"/>
                  </a:lnTo>
                  <a:lnTo>
                    <a:pt x="700" y="258"/>
                  </a:lnTo>
                  <a:lnTo>
                    <a:pt x="696" y="248"/>
                  </a:lnTo>
                  <a:lnTo>
                    <a:pt x="694" y="248"/>
                  </a:lnTo>
                  <a:lnTo>
                    <a:pt x="692" y="250"/>
                  </a:lnTo>
                  <a:lnTo>
                    <a:pt x="688" y="246"/>
                  </a:lnTo>
                  <a:lnTo>
                    <a:pt x="678" y="244"/>
                  </a:lnTo>
                  <a:lnTo>
                    <a:pt x="672" y="244"/>
                  </a:lnTo>
                  <a:lnTo>
                    <a:pt x="668" y="246"/>
                  </a:lnTo>
                  <a:lnTo>
                    <a:pt x="662" y="250"/>
                  </a:lnTo>
                  <a:lnTo>
                    <a:pt x="664" y="252"/>
                  </a:lnTo>
                  <a:lnTo>
                    <a:pt x="668" y="252"/>
                  </a:lnTo>
                  <a:lnTo>
                    <a:pt x="670" y="256"/>
                  </a:lnTo>
                  <a:lnTo>
                    <a:pt x="668" y="258"/>
                  </a:lnTo>
                  <a:lnTo>
                    <a:pt x="668" y="260"/>
                  </a:lnTo>
                  <a:lnTo>
                    <a:pt x="664" y="260"/>
                  </a:lnTo>
                  <a:lnTo>
                    <a:pt x="662" y="260"/>
                  </a:lnTo>
                  <a:lnTo>
                    <a:pt x="662" y="258"/>
                  </a:lnTo>
                  <a:lnTo>
                    <a:pt x="656" y="256"/>
                  </a:lnTo>
                  <a:lnTo>
                    <a:pt x="650" y="256"/>
                  </a:lnTo>
                  <a:lnTo>
                    <a:pt x="644" y="264"/>
                  </a:lnTo>
                  <a:lnTo>
                    <a:pt x="650" y="264"/>
                  </a:lnTo>
                  <a:lnTo>
                    <a:pt x="660" y="272"/>
                  </a:lnTo>
                  <a:lnTo>
                    <a:pt x="664" y="276"/>
                  </a:lnTo>
                  <a:lnTo>
                    <a:pt x="660" y="278"/>
                  </a:lnTo>
                  <a:lnTo>
                    <a:pt x="650" y="278"/>
                  </a:lnTo>
                  <a:lnTo>
                    <a:pt x="648" y="276"/>
                  </a:lnTo>
                  <a:lnTo>
                    <a:pt x="646" y="274"/>
                  </a:lnTo>
                  <a:lnTo>
                    <a:pt x="642" y="276"/>
                  </a:lnTo>
                  <a:lnTo>
                    <a:pt x="638" y="278"/>
                  </a:lnTo>
                  <a:lnTo>
                    <a:pt x="632" y="272"/>
                  </a:lnTo>
                  <a:lnTo>
                    <a:pt x="632" y="264"/>
                  </a:lnTo>
                  <a:lnTo>
                    <a:pt x="628" y="260"/>
                  </a:lnTo>
                  <a:lnTo>
                    <a:pt x="628" y="256"/>
                  </a:lnTo>
                  <a:lnTo>
                    <a:pt x="630" y="250"/>
                  </a:lnTo>
                  <a:lnTo>
                    <a:pt x="630" y="244"/>
                  </a:lnTo>
                  <a:lnTo>
                    <a:pt x="630" y="238"/>
                  </a:lnTo>
                  <a:lnTo>
                    <a:pt x="624" y="232"/>
                  </a:lnTo>
                  <a:lnTo>
                    <a:pt x="626" y="244"/>
                  </a:lnTo>
                  <a:lnTo>
                    <a:pt x="626" y="250"/>
                  </a:lnTo>
                  <a:lnTo>
                    <a:pt x="626" y="256"/>
                  </a:lnTo>
                  <a:lnTo>
                    <a:pt x="624" y="258"/>
                  </a:lnTo>
                  <a:lnTo>
                    <a:pt x="622" y="260"/>
                  </a:lnTo>
                  <a:lnTo>
                    <a:pt x="616" y="264"/>
                  </a:lnTo>
                  <a:lnTo>
                    <a:pt x="616" y="268"/>
                  </a:lnTo>
                  <a:lnTo>
                    <a:pt x="614" y="272"/>
                  </a:lnTo>
                  <a:lnTo>
                    <a:pt x="614" y="274"/>
                  </a:lnTo>
                  <a:lnTo>
                    <a:pt x="612" y="276"/>
                  </a:lnTo>
                  <a:lnTo>
                    <a:pt x="620" y="286"/>
                  </a:lnTo>
                  <a:lnTo>
                    <a:pt x="620" y="290"/>
                  </a:lnTo>
                  <a:lnTo>
                    <a:pt x="618" y="294"/>
                  </a:lnTo>
                  <a:lnTo>
                    <a:pt x="616" y="298"/>
                  </a:lnTo>
                  <a:lnTo>
                    <a:pt x="618" y="306"/>
                  </a:lnTo>
                  <a:lnTo>
                    <a:pt x="620" y="314"/>
                  </a:lnTo>
                  <a:lnTo>
                    <a:pt x="632" y="312"/>
                  </a:lnTo>
                  <a:lnTo>
                    <a:pt x="636" y="310"/>
                  </a:lnTo>
                  <a:lnTo>
                    <a:pt x="640" y="308"/>
                  </a:lnTo>
                  <a:lnTo>
                    <a:pt x="642" y="310"/>
                  </a:lnTo>
                  <a:lnTo>
                    <a:pt x="646" y="312"/>
                  </a:lnTo>
                  <a:lnTo>
                    <a:pt x="648" y="312"/>
                  </a:lnTo>
                  <a:lnTo>
                    <a:pt x="648" y="310"/>
                  </a:lnTo>
                  <a:lnTo>
                    <a:pt x="650" y="310"/>
                  </a:lnTo>
                  <a:lnTo>
                    <a:pt x="654" y="310"/>
                  </a:lnTo>
                  <a:lnTo>
                    <a:pt x="656" y="312"/>
                  </a:lnTo>
                  <a:lnTo>
                    <a:pt x="662" y="318"/>
                  </a:lnTo>
                  <a:lnTo>
                    <a:pt x="668" y="332"/>
                  </a:lnTo>
                  <a:lnTo>
                    <a:pt x="662" y="338"/>
                  </a:lnTo>
                  <a:lnTo>
                    <a:pt x="662" y="340"/>
                  </a:lnTo>
                  <a:lnTo>
                    <a:pt x="662" y="344"/>
                  </a:lnTo>
                  <a:lnTo>
                    <a:pt x="664" y="346"/>
                  </a:lnTo>
                  <a:lnTo>
                    <a:pt x="666" y="348"/>
                  </a:lnTo>
                  <a:lnTo>
                    <a:pt x="682" y="352"/>
                  </a:lnTo>
                  <a:lnTo>
                    <a:pt x="684" y="354"/>
                  </a:lnTo>
                  <a:lnTo>
                    <a:pt x="674" y="354"/>
                  </a:lnTo>
                  <a:lnTo>
                    <a:pt x="664" y="352"/>
                  </a:lnTo>
                  <a:lnTo>
                    <a:pt x="664" y="356"/>
                  </a:lnTo>
                  <a:lnTo>
                    <a:pt x="662" y="356"/>
                  </a:lnTo>
                  <a:lnTo>
                    <a:pt x="660" y="354"/>
                  </a:lnTo>
                  <a:lnTo>
                    <a:pt x="654" y="352"/>
                  </a:lnTo>
                  <a:lnTo>
                    <a:pt x="656" y="340"/>
                  </a:lnTo>
                  <a:lnTo>
                    <a:pt x="656" y="332"/>
                  </a:lnTo>
                  <a:lnTo>
                    <a:pt x="650" y="314"/>
                  </a:lnTo>
                  <a:lnTo>
                    <a:pt x="634" y="320"/>
                  </a:lnTo>
                  <a:lnTo>
                    <a:pt x="628" y="324"/>
                  </a:lnTo>
                  <a:lnTo>
                    <a:pt x="624" y="326"/>
                  </a:lnTo>
                  <a:lnTo>
                    <a:pt x="624" y="328"/>
                  </a:lnTo>
                  <a:lnTo>
                    <a:pt x="624" y="332"/>
                  </a:lnTo>
                  <a:lnTo>
                    <a:pt x="626" y="332"/>
                  </a:lnTo>
                  <a:lnTo>
                    <a:pt x="626" y="334"/>
                  </a:lnTo>
                  <a:lnTo>
                    <a:pt x="626" y="336"/>
                  </a:lnTo>
                  <a:lnTo>
                    <a:pt x="626" y="340"/>
                  </a:lnTo>
                  <a:lnTo>
                    <a:pt x="622" y="354"/>
                  </a:lnTo>
                  <a:lnTo>
                    <a:pt x="618" y="360"/>
                  </a:lnTo>
                  <a:lnTo>
                    <a:pt x="610" y="364"/>
                  </a:lnTo>
                  <a:lnTo>
                    <a:pt x="600" y="368"/>
                  </a:lnTo>
                  <a:lnTo>
                    <a:pt x="602" y="370"/>
                  </a:lnTo>
                  <a:lnTo>
                    <a:pt x="604" y="372"/>
                  </a:lnTo>
                  <a:lnTo>
                    <a:pt x="606" y="384"/>
                  </a:lnTo>
                  <a:lnTo>
                    <a:pt x="604" y="384"/>
                  </a:lnTo>
                  <a:lnTo>
                    <a:pt x="600" y="384"/>
                  </a:lnTo>
                  <a:lnTo>
                    <a:pt x="596" y="374"/>
                  </a:lnTo>
                  <a:lnTo>
                    <a:pt x="592" y="372"/>
                  </a:lnTo>
                  <a:lnTo>
                    <a:pt x="586" y="374"/>
                  </a:lnTo>
                  <a:lnTo>
                    <a:pt x="582" y="374"/>
                  </a:lnTo>
                  <a:lnTo>
                    <a:pt x="578" y="374"/>
                  </a:lnTo>
                  <a:lnTo>
                    <a:pt x="574" y="372"/>
                  </a:lnTo>
                  <a:lnTo>
                    <a:pt x="572" y="370"/>
                  </a:lnTo>
                  <a:lnTo>
                    <a:pt x="566" y="366"/>
                  </a:lnTo>
                  <a:lnTo>
                    <a:pt x="586" y="366"/>
                  </a:lnTo>
                  <a:lnTo>
                    <a:pt x="590" y="362"/>
                  </a:lnTo>
                  <a:lnTo>
                    <a:pt x="594" y="358"/>
                  </a:lnTo>
                  <a:lnTo>
                    <a:pt x="596" y="358"/>
                  </a:lnTo>
                  <a:lnTo>
                    <a:pt x="598" y="360"/>
                  </a:lnTo>
                  <a:lnTo>
                    <a:pt x="600" y="362"/>
                  </a:lnTo>
                  <a:lnTo>
                    <a:pt x="602" y="360"/>
                  </a:lnTo>
                  <a:lnTo>
                    <a:pt x="604" y="360"/>
                  </a:lnTo>
                  <a:lnTo>
                    <a:pt x="604" y="356"/>
                  </a:lnTo>
                  <a:lnTo>
                    <a:pt x="602" y="354"/>
                  </a:lnTo>
                  <a:lnTo>
                    <a:pt x="612" y="348"/>
                  </a:lnTo>
                  <a:lnTo>
                    <a:pt x="612" y="328"/>
                  </a:lnTo>
                  <a:lnTo>
                    <a:pt x="606" y="322"/>
                  </a:lnTo>
                  <a:lnTo>
                    <a:pt x="602" y="320"/>
                  </a:lnTo>
                  <a:lnTo>
                    <a:pt x="600" y="316"/>
                  </a:lnTo>
                  <a:lnTo>
                    <a:pt x="600" y="308"/>
                  </a:lnTo>
                  <a:lnTo>
                    <a:pt x="602" y="302"/>
                  </a:lnTo>
                  <a:lnTo>
                    <a:pt x="606" y="294"/>
                  </a:lnTo>
                  <a:lnTo>
                    <a:pt x="606" y="288"/>
                  </a:lnTo>
                  <a:lnTo>
                    <a:pt x="602" y="284"/>
                  </a:lnTo>
                  <a:lnTo>
                    <a:pt x="598" y="278"/>
                  </a:lnTo>
                  <a:lnTo>
                    <a:pt x="598" y="274"/>
                  </a:lnTo>
                  <a:lnTo>
                    <a:pt x="596" y="272"/>
                  </a:lnTo>
                  <a:lnTo>
                    <a:pt x="596" y="270"/>
                  </a:lnTo>
                  <a:lnTo>
                    <a:pt x="598" y="266"/>
                  </a:lnTo>
                  <a:lnTo>
                    <a:pt x="602" y="260"/>
                  </a:lnTo>
                  <a:lnTo>
                    <a:pt x="604" y="246"/>
                  </a:lnTo>
                  <a:lnTo>
                    <a:pt x="604" y="238"/>
                  </a:lnTo>
                  <a:lnTo>
                    <a:pt x="602" y="230"/>
                  </a:lnTo>
                  <a:lnTo>
                    <a:pt x="600" y="228"/>
                  </a:lnTo>
                  <a:lnTo>
                    <a:pt x="596" y="228"/>
                  </a:lnTo>
                  <a:lnTo>
                    <a:pt x="586" y="226"/>
                  </a:lnTo>
                  <a:lnTo>
                    <a:pt x="574" y="228"/>
                  </a:lnTo>
                  <a:lnTo>
                    <a:pt x="568" y="230"/>
                  </a:lnTo>
                  <a:lnTo>
                    <a:pt x="566" y="232"/>
                  </a:lnTo>
                  <a:lnTo>
                    <a:pt x="564" y="236"/>
                  </a:lnTo>
                  <a:lnTo>
                    <a:pt x="560" y="244"/>
                  </a:lnTo>
                  <a:lnTo>
                    <a:pt x="556" y="248"/>
                  </a:lnTo>
                  <a:lnTo>
                    <a:pt x="552" y="254"/>
                  </a:lnTo>
                  <a:lnTo>
                    <a:pt x="550" y="258"/>
                  </a:lnTo>
                  <a:lnTo>
                    <a:pt x="546" y="262"/>
                  </a:lnTo>
                  <a:lnTo>
                    <a:pt x="544" y="264"/>
                  </a:lnTo>
                  <a:lnTo>
                    <a:pt x="540" y="264"/>
                  </a:lnTo>
                  <a:lnTo>
                    <a:pt x="542" y="278"/>
                  </a:lnTo>
                  <a:lnTo>
                    <a:pt x="544" y="286"/>
                  </a:lnTo>
                  <a:lnTo>
                    <a:pt x="544" y="290"/>
                  </a:lnTo>
                  <a:lnTo>
                    <a:pt x="538" y="292"/>
                  </a:lnTo>
                  <a:lnTo>
                    <a:pt x="538" y="298"/>
                  </a:lnTo>
                  <a:lnTo>
                    <a:pt x="538" y="302"/>
                  </a:lnTo>
                  <a:lnTo>
                    <a:pt x="550" y="304"/>
                  </a:lnTo>
                  <a:lnTo>
                    <a:pt x="550" y="322"/>
                  </a:lnTo>
                  <a:lnTo>
                    <a:pt x="556" y="320"/>
                  </a:lnTo>
                  <a:lnTo>
                    <a:pt x="552" y="330"/>
                  </a:lnTo>
                  <a:lnTo>
                    <a:pt x="546" y="338"/>
                  </a:lnTo>
                  <a:lnTo>
                    <a:pt x="532" y="318"/>
                  </a:lnTo>
                  <a:lnTo>
                    <a:pt x="530" y="318"/>
                  </a:lnTo>
                  <a:lnTo>
                    <a:pt x="526" y="318"/>
                  </a:lnTo>
                  <a:lnTo>
                    <a:pt x="524" y="316"/>
                  </a:lnTo>
                  <a:lnTo>
                    <a:pt x="524" y="314"/>
                  </a:lnTo>
                  <a:lnTo>
                    <a:pt x="526" y="312"/>
                  </a:lnTo>
                  <a:lnTo>
                    <a:pt x="522" y="312"/>
                  </a:lnTo>
                  <a:lnTo>
                    <a:pt x="518" y="312"/>
                  </a:lnTo>
                  <a:lnTo>
                    <a:pt x="516" y="310"/>
                  </a:lnTo>
                  <a:lnTo>
                    <a:pt x="514" y="314"/>
                  </a:lnTo>
                  <a:lnTo>
                    <a:pt x="514" y="316"/>
                  </a:lnTo>
                  <a:lnTo>
                    <a:pt x="512" y="316"/>
                  </a:lnTo>
                  <a:lnTo>
                    <a:pt x="512" y="314"/>
                  </a:lnTo>
                  <a:lnTo>
                    <a:pt x="512" y="312"/>
                  </a:lnTo>
                  <a:lnTo>
                    <a:pt x="514" y="306"/>
                  </a:lnTo>
                  <a:lnTo>
                    <a:pt x="502" y="304"/>
                  </a:lnTo>
                  <a:lnTo>
                    <a:pt x="492" y="304"/>
                  </a:lnTo>
                  <a:lnTo>
                    <a:pt x="488" y="302"/>
                  </a:lnTo>
                  <a:lnTo>
                    <a:pt x="486" y="300"/>
                  </a:lnTo>
                  <a:lnTo>
                    <a:pt x="484" y="302"/>
                  </a:lnTo>
                  <a:lnTo>
                    <a:pt x="484" y="306"/>
                  </a:lnTo>
                  <a:lnTo>
                    <a:pt x="466" y="304"/>
                  </a:lnTo>
                  <a:lnTo>
                    <a:pt x="466" y="306"/>
                  </a:lnTo>
                  <a:lnTo>
                    <a:pt x="464" y="308"/>
                  </a:lnTo>
                  <a:lnTo>
                    <a:pt x="468" y="316"/>
                  </a:lnTo>
                  <a:lnTo>
                    <a:pt x="468" y="326"/>
                  </a:lnTo>
                  <a:lnTo>
                    <a:pt x="464" y="328"/>
                  </a:lnTo>
                  <a:lnTo>
                    <a:pt x="462" y="326"/>
                  </a:lnTo>
                  <a:lnTo>
                    <a:pt x="460" y="326"/>
                  </a:lnTo>
                  <a:lnTo>
                    <a:pt x="456" y="326"/>
                  </a:lnTo>
                  <a:lnTo>
                    <a:pt x="456" y="336"/>
                  </a:lnTo>
                  <a:lnTo>
                    <a:pt x="450" y="328"/>
                  </a:lnTo>
                  <a:lnTo>
                    <a:pt x="448" y="324"/>
                  </a:lnTo>
                  <a:lnTo>
                    <a:pt x="448" y="322"/>
                  </a:lnTo>
                  <a:lnTo>
                    <a:pt x="450" y="320"/>
                  </a:lnTo>
                  <a:lnTo>
                    <a:pt x="436" y="326"/>
                  </a:lnTo>
                  <a:lnTo>
                    <a:pt x="434" y="324"/>
                  </a:lnTo>
                  <a:lnTo>
                    <a:pt x="432" y="324"/>
                  </a:lnTo>
                  <a:lnTo>
                    <a:pt x="434" y="326"/>
                  </a:lnTo>
                  <a:lnTo>
                    <a:pt x="434" y="328"/>
                  </a:lnTo>
                  <a:lnTo>
                    <a:pt x="428" y="328"/>
                  </a:lnTo>
                  <a:lnTo>
                    <a:pt x="424" y="326"/>
                  </a:lnTo>
                  <a:lnTo>
                    <a:pt x="420" y="324"/>
                  </a:lnTo>
                  <a:lnTo>
                    <a:pt x="414" y="324"/>
                  </a:lnTo>
                  <a:lnTo>
                    <a:pt x="404" y="330"/>
                  </a:lnTo>
                  <a:lnTo>
                    <a:pt x="404" y="336"/>
                  </a:lnTo>
                  <a:lnTo>
                    <a:pt x="402" y="336"/>
                  </a:lnTo>
                  <a:lnTo>
                    <a:pt x="400" y="334"/>
                  </a:lnTo>
                  <a:lnTo>
                    <a:pt x="398" y="330"/>
                  </a:lnTo>
                  <a:lnTo>
                    <a:pt x="396" y="332"/>
                  </a:lnTo>
                  <a:lnTo>
                    <a:pt x="396" y="334"/>
                  </a:lnTo>
                  <a:lnTo>
                    <a:pt x="390" y="334"/>
                  </a:lnTo>
                  <a:lnTo>
                    <a:pt x="382" y="334"/>
                  </a:lnTo>
                  <a:lnTo>
                    <a:pt x="382" y="330"/>
                  </a:lnTo>
                  <a:lnTo>
                    <a:pt x="390" y="330"/>
                  </a:lnTo>
                  <a:lnTo>
                    <a:pt x="392" y="330"/>
                  </a:lnTo>
                  <a:lnTo>
                    <a:pt x="390" y="328"/>
                  </a:lnTo>
                  <a:lnTo>
                    <a:pt x="388" y="328"/>
                  </a:lnTo>
                  <a:lnTo>
                    <a:pt x="388" y="326"/>
                  </a:lnTo>
                  <a:lnTo>
                    <a:pt x="388" y="324"/>
                  </a:lnTo>
                  <a:lnTo>
                    <a:pt x="382" y="322"/>
                  </a:lnTo>
                  <a:lnTo>
                    <a:pt x="384" y="320"/>
                  </a:lnTo>
                  <a:lnTo>
                    <a:pt x="384" y="318"/>
                  </a:lnTo>
                  <a:lnTo>
                    <a:pt x="378" y="322"/>
                  </a:lnTo>
                  <a:lnTo>
                    <a:pt x="374" y="324"/>
                  </a:lnTo>
                  <a:lnTo>
                    <a:pt x="372" y="326"/>
                  </a:lnTo>
                  <a:lnTo>
                    <a:pt x="372" y="330"/>
                  </a:lnTo>
                  <a:lnTo>
                    <a:pt x="370" y="328"/>
                  </a:lnTo>
                  <a:lnTo>
                    <a:pt x="364" y="326"/>
                  </a:lnTo>
                  <a:lnTo>
                    <a:pt x="362" y="330"/>
                  </a:lnTo>
                  <a:lnTo>
                    <a:pt x="356" y="330"/>
                  </a:lnTo>
                  <a:lnTo>
                    <a:pt x="346" y="336"/>
                  </a:lnTo>
                  <a:lnTo>
                    <a:pt x="338" y="340"/>
                  </a:lnTo>
                  <a:lnTo>
                    <a:pt x="334" y="340"/>
                  </a:lnTo>
                  <a:lnTo>
                    <a:pt x="330" y="340"/>
                  </a:lnTo>
                  <a:lnTo>
                    <a:pt x="330" y="344"/>
                  </a:lnTo>
                  <a:lnTo>
                    <a:pt x="326" y="346"/>
                  </a:lnTo>
                  <a:lnTo>
                    <a:pt x="322" y="346"/>
                  </a:lnTo>
                  <a:lnTo>
                    <a:pt x="318" y="364"/>
                  </a:lnTo>
                  <a:lnTo>
                    <a:pt x="316" y="364"/>
                  </a:lnTo>
                  <a:lnTo>
                    <a:pt x="314" y="362"/>
                  </a:lnTo>
                  <a:lnTo>
                    <a:pt x="312" y="368"/>
                  </a:lnTo>
                  <a:lnTo>
                    <a:pt x="304" y="370"/>
                  </a:lnTo>
                  <a:lnTo>
                    <a:pt x="298" y="370"/>
                  </a:lnTo>
                  <a:lnTo>
                    <a:pt x="294" y="362"/>
                  </a:lnTo>
                  <a:lnTo>
                    <a:pt x="292" y="358"/>
                  </a:lnTo>
                  <a:lnTo>
                    <a:pt x="292" y="354"/>
                  </a:lnTo>
                  <a:lnTo>
                    <a:pt x="294" y="352"/>
                  </a:lnTo>
                  <a:lnTo>
                    <a:pt x="296" y="348"/>
                  </a:lnTo>
                  <a:lnTo>
                    <a:pt x="304" y="346"/>
                  </a:lnTo>
                  <a:lnTo>
                    <a:pt x="310" y="346"/>
                  </a:lnTo>
                  <a:lnTo>
                    <a:pt x="304" y="334"/>
                  </a:lnTo>
                  <a:lnTo>
                    <a:pt x="300" y="328"/>
                  </a:lnTo>
                  <a:lnTo>
                    <a:pt x="296" y="326"/>
                  </a:lnTo>
                  <a:lnTo>
                    <a:pt x="290" y="324"/>
                  </a:lnTo>
                  <a:lnTo>
                    <a:pt x="286" y="326"/>
                  </a:lnTo>
                  <a:lnTo>
                    <a:pt x="274" y="320"/>
                  </a:lnTo>
                  <a:lnTo>
                    <a:pt x="278" y="326"/>
                  </a:lnTo>
                  <a:lnTo>
                    <a:pt x="280" y="332"/>
                  </a:lnTo>
                  <a:lnTo>
                    <a:pt x="280" y="338"/>
                  </a:lnTo>
                  <a:lnTo>
                    <a:pt x="274" y="348"/>
                  </a:lnTo>
                  <a:lnTo>
                    <a:pt x="272" y="350"/>
                  </a:lnTo>
                  <a:lnTo>
                    <a:pt x="274" y="352"/>
                  </a:lnTo>
                  <a:lnTo>
                    <a:pt x="276" y="352"/>
                  </a:lnTo>
                  <a:lnTo>
                    <a:pt x="278" y="354"/>
                  </a:lnTo>
                  <a:lnTo>
                    <a:pt x="278" y="358"/>
                  </a:lnTo>
                  <a:lnTo>
                    <a:pt x="274" y="368"/>
                  </a:lnTo>
                  <a:lnTo>
                    <a:pt x="270" y="374"/>
                  </a:lnTo>
                  <a:lnTo>
                    <a:pt x="270" y="376"/>
                  </a:lnTo>
                  <a:lnTo>
                    <a:pt x="270" y="378"/>
                  </a:lnTo>
                  <a:lnTo>
                    <a:pt x="268" y="380"/>
                  </a:lnTo>
                  <a:lnTo>
                    <a:pt x="266" y="374"/>
                  </a:lnTo>
                  <a:lnTo>
                    <a:pt x="262" y="370"/>
                  </a:lnTo>
                  <a:lnTo>
                    <a:pt x="260" y="370"/>
                  </a:lnTo>
                  <a:lnTo>
                    <a:pt x="258" y="370"/>
                  </a:lnTo>
                  <a:lnTo>
                    <a:pt x="256" y="368"/>
                  </a:lnTo>
                  <a:lnTo>
                    <a:pt x="254" y="368"/>
                  </a:lnTo>
                  <a:lnTo>
                    <a:pt x="252" y="368"/>
                  </a:lnTo>
                  <a:lnTo>
                    <a:pt x="232" y="382"/>
                  </a:lnTo>
                  <a:lnTo>
                    <a:pt x="232" y="388"/>
                  </a:lnTo>
                  <a:lnTo>
                    <a:pt x="232" y="394"/>
                  </a:lnTo>
                  <a:lnTo>
                    <a:pt x="240" y="400"/>
                  </a:lnTo>
                  <a:lnTo>
                    <a:pt x="242" y="402"/>
                  </a:lnTo>
                  <a:lnTo>
                    <a:pt x="240" y="404"/>
                  </a:lnTo>
                  <a:lnTo>
                    <a:pt x="236" y="404"/>
                  </a:lnTo>
                  <a:lnTo>
                    <a:pt x="230" y="402"/>
                  </a:lnTo>
                  <a:lnTo>
                    <a:pt x="220" y="398"/>
                  </a:lnTo>
                  <a:lnTo>
                    <a:pt x="206" y="388"/>
                  </a:lnTo>
                  <a:lnTo>
                    <a:pt x="204" y="400"/>
                  </a:lnTo>
                  <a:lnTo>
                    <a:pt x="204" y="404"/>
                  </a:lnTo>
                  <a:lnTo>
                    <a:pt x="208" y="408"/>
                  </a:lnTo>
                  <a:lnTo>
                    <a:pt x="212" y="406"/>
                  </a:lnTo>
                  <a:lnTo>
                    <a:pt x="214" y="408"/>
                  </a:lnTo>
                  <a:lnTo>
                    <a:pt x="214" y="414"/>
                  </a:lnTo>
                  <a:lnTo>
                    <a:pt x="214" y="420"/>
                  </a:lnTo>
                  <a:lnTo>
                    <a:pt x="212" y="420"/>
                  </a:lnTo>
                  <a:lnTo>
                    <a:pt x="210" y="422"/>
                  </a:lnTo>
                  <a:lnTo>
                    <a:pt x="208" y="422"/>
                  </a:lnTo>
                  <a:lnTo>
                    <a:pt x="206" y="422"/>
                  </a:lnTo>
                  <a:lnTo>
                    <a:pt x="192" y="420"/>
                  </a:lnTo>
                  <a:lnTo>
                    <a:pt x="192" y="412"/>
                  </a:lnTo>
                  <a:lnTo>
                    <a:pt x="188" y="412"/>
                  </a:lnTo>
                  <a:lnTo>
                    <a:pt x="184" y="412"/>
                  </a:lnTo>
                  <a:lnTo>
                    <a:pt x="180" y="398"/>
                  </a:lnTo>
                  <a:lnTo>
                    <a:pt x="178" y="380"/>
                  </a:lnTo>
                  <a:lnTo>
                    <a:pt x="170" y="376"/>
                  </a:lnTo>
                  <a:lnTo>
                    <a:pt x="158" y="374"/>
                  </a:lnTo>
                  <a:lnTo>
                    <a:pt x="160" y="368"/>
                  </a:lnTo>
                  <a:lnTo>
                    <a:pt x="152" y="368"/>
                  </a:lnTo>
                  <a:lnTo>
                    <a:pt x="152" y="364"/>
                  </a:lnTo>
                  <a:lnTo>
                    <a:pt x="150" y="360"/>
                  </a:lnTo>
                  <a:lnTo>
                    <a:pt x="144" y="350"/>
                  </a:lnTo>
                  <a:lnTo>
                    <a:pt x="158" y="358"/>
                  </a:lnTo>
                  <a:lnTo>
                    <a:pt x="160" y="358"/>
                  </a:lnTo>
                  <a:lnTo>
                    <a:pt x="160" y="356"/>
                  </a:lnTo>
                  <a:lnTo>
                    <a:pt x="162" y="356"/>
                  </a:lnTo>
                  <a:lnTo>
                    <a:pt x="166" y="360"/>
                  </a:lnTo>
                  <a:lnTo>
                    <a:pt x="168" y="366"/>
                  </a:lnTo>
                  <a:lnTo>
                    <a:pt x="170" y="362"/>
                  </a:lnTo>
                  <a:lnTo>
                    <a:pt x="172" y="360"/>
                  </a:lnTo>
                  <a:lnTo>
                    <a:pt x="174" y="360"/>
                  </a:lnTo>
                  <a:lnTo>
                    <a:pt x="174" y="366"/>
                  </a:lnTo>
                  <a:lnTo>
                    <a:pt x="196" y="372"/>
                  </a:lnTo>
                  <a:lnTo>
                    <a:pt x="210" y="376"/>
                  </a:lnTo>
                  <a:lnTo>
                    <a:pt x="220" y="376"/>
                  </a:lnTo>
                  <a:lnTo>
                    <a:pt x="232" y="368"/>
                  </a:lnTo>
                  <a:lnTo>
                    <a:pt x="236" y="364"/>
                  </a:lnTo>
                  <a:lnTo>
                    <a:pt x="242" y="360"/>
                  </a:lnTo>
                  <a:lnTo>
                    <a:pt x="244" y="352"/>
                  </a:lnTo>
                  <a:lnTo>
                    <a:pt x="244" y="348"/>
                  </a:lnTo>
                  <a:lnTo>
                    <a:pt x="242" y="344"/>
                  </a:lnTo>
                  <a:lnTo>
                    <a:pt x="238" y="344"/>
                  </a:lnTo>
                  <a:lnTo>
                    <a:pt x="238" y="340"/>
                  </a:lnTo>
                  <a:lnTo>
                    <a:pt x="232" y="338"/>
                  </a:lnTo>
                  <a:lnTo>
                    <a:pt x="226" y="336"/>
                  </a:lnTo>
                  <a:lnTo>
                    <a:pt x="226" y="332"/>
                  </a:lnTo>
                  <a:lnTo>
                    <a:pt x="224" y="332"/>
                  </a:lnTo>
                  <a:lnTo>
                    <a:pt x="220" y="332"/>
                  </a:lnTo>
                  <a:lnTo>
                    <a:pt x="220" y="328"/>
                  </a:lnTo>
                  <a:lnTo>
                    <a:pt x="206" y="320"/>
                  </a:lnTo>
                  <a:lnTo>
                    <a:pt x="192" y="314"/>
                  </a:lnTo>
                  <a:lnTo>
                    <a:pt x="188" y="314"/>
                  </a:lnTo>
                  <a:lnTo>
                    <a:pt x="184" y="314"/>
                  </a:lnTo>
                  <a:lnTo>
                    <a:pt x="180" y="310"/>
                  </a:lnTo>
                  <a:lnTo>
                    <a:pt x="178" y="310"/>
                  </a:lnTo>
                  <a:lnTo>
                    <a:pt x="174" y="310"/>
                  </a:lnTo>
                  <a:lnTo>
                    <a:pt x="172" y="306"/>
                  </a:lnTo>
                  <a:lnTo>
                    <a:pt x="158" y="304"/>
                  </a:lnTo>
                  <a:lnTo>
                    <a:pt x="146" y="302"/>
                  </a:lnTo>
                  <a:lnTo>
                    <a:pt x="146" y="298"/>
                  </a:lnTo>
                  <a:lnTo>
                    <a:pt x="152" y="298"/>
                  </a:lnTo>
                  <a:lnTo>
                    <a:pt x="152" y="296"/>
                  </a:lnTo>
                  <a:lnTo>
                    <a:pt x="144" y="294"/>
                  </a:lnTo>
                  <a:lnTo>
                    <a:pt x="142" y="294"/>
                  </a:lnTo>
                  <a:lnTo>
                    <a:pt x="136" y="294"/>
                  </a:lnTo>
                  <a:lnTo>
                    <a:pt x="132" y="292"/>
                  </a:lnTo>
                  <a:lnTo>
                    <a:pt x="130" y="294"/>
                  </a:lnTo>
                  <a:lnTo>
                    <a:pt x="128" y="298"/>
                  </a:lnTo>
                  <a:lnTo>
                    <a:pt x="124" y="300"/>
                  </a:lnTo>
                  <a:lnTo>
                    <a:pt x="122" y="300"/>
                  </a:lnTo>
                  <a:lnTo>
                    <a:pt x="122" y="302"/>
                  </a:lnTo>
                  <a:lnTo>
                    <a:pt x="122" y="308"/>
                  </a:lnTo>
                  <a:lnTo>
                    <a:pt x="120" y="312"/>
                  </a:lnTo>
                  <a:lnTo>
                    <a:pt x="118" y="312"/>
                  </a:lnTo>
                  <a:lnTo>
                    <a:pt x="118" y="310"/>
                  </a:lnTo>
                  <a:lnTo>
                    <a:pt x="118" y="308"/>
                  </a:lnTo>
                  <a:lnTo>
                    <a:pt x="114" y="312"/>
                  </a:lnTo>
                  <a:lnTo>
                    <a:pt x="112" y="318"/>
                  </a:lnTo>
                  <a:lnTo>
                    <a:pt x="112" y="324"/>
                  </a:lnTo>
                  <a:lnTo>
                    <a:pt x="114" y="326"/>
                  </a:lnTo>
                  <a:lnTo>
                    <a:pt x="116" y="328"/>
                  </a:lnTo>
                  <a:lnTo>
                    <a:pt x="118" y="328"/>
                  </a:lnTo>
                  <a:lnTo>
                    <a:pt x="120" y="332"/>
                  </a:lnTo>
                  <a:lnTo>
                    <a:pt x="120" y="334"/>
                  </a:lnTo>
                  <a:lnTo>
                    <a:pt x="120" y="336"/>
                  </a:lnTo>
                  <a:lnTo>
                    <a:pt x="116" y="342"/>
                  </a:lnTo>
                  <a:lnTo>
                    <a:pt x="114" y="348"/>
                  </a:lnTo>
                  <a:lnTo>
                    <a:pt x="120" y="370"/>
                  </a:lnTo>
                  <a:lnTo>
                    <a:pt x="120" y="372"/>
                  </a:lnTo>
                  <a:lnTo>
                    <a:pt x="120" y="378"/>
                  </a:lnTo>
                  <a:lnTo>
                    <a:pt x="122" y="380"/>
                  </a:lnTo>
                  <a:lnTo>
                    <a:pt x="122" y="384"/>
                  </a:lnTo>
                  <a:lnTo>
                    <a:pt x="120" y="386"/>
                  </a:lnTo>
                  <a:lnTo>
                    <a:pt x="120" y="390"/>
                  </a:lnTo>
                  <a:lnTo>
                    <a:pt x="122" y="398"/>
                  </a:lnTo>
                  <a:lnTo>
                    <a:pt x="122" y="400"/>
                  </a:lnTo>
                  <a:lnTo>
                    <a:pt x="126" y="404"/>
                  </a:lnTo>
                  <a:lnTo>
                    <a:pt x="128" y="406"/>
                  </a:lnTo>
                  <a:lnTo>
                    <a:pt x="128" y="410"/>
                  </a:lnTo>
                  <a:lnTo>
                    <a:pt x="130" y="414"/>
                  </a:lnTo>
                  <a:lnTo>
                    <a:pt x="132" y="416"/>
                  </a:lnTo>
                  <a:lnTo>
                    <a:pt x="130" y="418"/>
                  </a:lnTo>
                  <a:lnTo>
                    <a:pt x="128" y="420"/>
                  </a:lnTo>
                  <a:lnTo>
                    <a:pt x="128" y="424"/>
                  </a:lnTo>
                  <a:lnTo>
                    <a:pt x="128" y="428"/>
                  </a:lnTo>
                  <a:lnTo>
                    <a:pt x="130" y="432"/>
                  </a:lnTo>
                  <a:lnTo>
                    <a:pt x="134" y="434"/>
                  </a:lnTo>
                  <a:lnTo>
                    <a:pt x="136" y="434"/>
                  </a:lnTo>
                  <a:lnTo>
                    <a:pt x="136" y="436"/>
                  </a:lnTo>
                  <a:lnTo>
                    <a:pt x="138" y="440"/>
                  </a:lnTo>
                  <a:lnTo>
                    <a:pt x="138" y="444"/>
                  </a:lnTo>
                  <a:lnTo>
                    <a:pt x="132" y="450"/>
                  </a:lnTo>
                  <a:lnTo>
                    <a:pt x="118" y="458"/>
                  </a:lnTo>
                  <a:lnTo>
                    <a:pt x="100" y="470"/>
                  </a:lnTo>
                  <a:lnTo>
                    <a:pt x="90" y="478"/>
                  </a:lnTo>
                  <a:lnTo>
                    <a:pt x="92" y="478"/>
                  </a:lnTo>
                  <a:lnTo>
                    <a:pt x="100" y="476"/>
                  </a:lnTo>
                  <a:lnTo>
                    <a:pt x="100" y="478"/>
                  </a:lnTo>
                  <a:lnTo>
                    <a:pt x="98" y="480"/>
                  </a:lnTo>
                  <a:lnTo>
                    <a:pt x="104" y="486"/>
                  </a:lnTo>
                  <a:lnTo>
                    <a:pt x="110" y="490"/>
                  </a:lnTo>
                  <a:lnTo>
                    <a:pt x="112" y="488"/>
                  </a:lnTo>
                  <a:lnTo>
                    <a:pt x="118" y="488"/>
                  </a:lnTo>
                  <a:lnTo>
                    <a:pt x="122" y="492"/>
                  </a:lnTo>
                  <a:lnTo>
                    <a:pt x="124" y="492"/>
                  </a:lnTo>
                  <a:lnTo>
                    <a:pt x="126" y="492"/>
                  </a:lnTo>
                  <a:lnTo>
                    <a:pt x="112" y="494"/>
                  </a:lnTo>
                  <a:lnTo>
                    <a:pt x="110" y="498"/>
                  </a:lnTo>
                  <a:lnTo>
                    <a:pt x="104" y="498"/>
                  </a:lnTo>
                  <a:lnTo>
                    <a:pt x="98" y="496"/>
                  </a:lnTo>
                  <a:lnTo>
                    <a:pt x="98" y="502"/>
                  </a:lnTo>
                  <a:lnTo>
                    <a:pt x="100" y="502"/>
                  </a:lnTo>
                  <a:lnTo>
                    <a:pt x="100" y="506"/>
                  </a:lnTo>
                  <a:lnTo>
                    <a:pt x="100" y="510"/>
                  </a:lnTo>
                  <a:lnTo>
                    <a:pt x="98" y="510"/>
                  </a:lnTo>
                  <a:lnTo>
                    <a:pt x="96" y="514"/>
                  </a:lnTo>
                  <a:lnTo>
                    <a:pt x="96" y="524"/>
                  </a:lnTo>
                  <a:lnTo>
                    <a:pt x="94" y="526"/>
                  </a:lnTo>
                  <a:lnTo>
                    <a:pt x="94" y="530"/>
                  </a:lnTo>
                  <a:lnTo>
                    <a:pt x="92" y="528"/>
                  </a:lnTo>
                  <a:lnTo>
                    <a:pt x="90" y="530"/>
                  </a:lnTo>
                  <a:lnTo>
                    <a:pt x="88" y="532"/>
                  </a:lnTo>
                  <a:lnTo>
                    <a:pt x="86" y="536"/>
                  </a:lnTo>
                  <a:lnTo>
                    <a:pt x="86" y="538"/>
                  </a:lnTo>
                  <a:lnTo>
                    <a:pt x="88" y="542"/>
                  </a:lnTo>
                  <a:lnTo>
                    <a:pt x="88" y="544"/>
                  </a:lnTo>
                  <a:lnTo>
                    <a:pt x="90" y="544"/>
                  </a:lnTo>
                  <a:lnTo>
                    <a:pt x="94" y="542"/>
                  </a:lnTo>
                  <a:lnTo>
                    <a:pt x="94" y="552"/>
                  </a:lnTo>
                  <a:lnTo>
                    <a:pt x="96" y="552"/>
                  </a:lnTo>
                  <a:lnTo>
                    <a:pt x="98" y="554"/>
                  </a:lnTo>
                  <a:lnTo>
                    <a:pt x="100" y="554"/>
                  </a:lnTo>
                  <a:lnTo>
                    <a:pt x="102" y="560"/>
                  </a:lnTo>
                  <a:lnTo>
                    <a:pt x="104" y="564"/>
                  </a:lnTo>
                  <a:lnTo>
                    <a:pt x="106" y="566"/>
                  </a:lnTo>
                  <a:lnTo>
                    <a:pt x="106" y="568"/>
                  </a:lnTo>
                  <a:lnTo>
                    <a:pt x="108" y="568"/>
                  </a:lnTo>
                  <a:lnTo>
                    <a:pt x="110" y="566"/>
                  </a:lnTo>
                  <a:lnTo>
                    <a:pt x="112" y="566"/>
                  </a:lnTo>
                  <a:lnTo>
                    <a:pt x="118" y="568"/>
                  </a:lnTo>
                  <a:lnTo>
                    <a:pt x="122" y="568"/>
                  </a:lnTo>
                  <a:lnTo>
                    <a:pt x="124" y="572"/>
                  </a:lnTo>
                  <a:lnTo>
                    <a:pt x="124" y="574"/>
                  </a:lnTo>
                  <a:lnTo>
                    <a:pt x="126" y="574"/>
                  </a:lnTo>
                  <a:lnTo>
                    <a:pt x="128" y="576"/>
                  </a:lnTo>
                  <a:lnTo>
                    <a:pt x="128" y="578"/>
                  </a:lnTo>
                  <a:lnTo>
                    <a:pt x="130" y="582"/>
                  </a:lnTo>
                  <a:lnTo>
                    <a:pt x="130" y="588"/>
                  </a:lnTo>
                  <a:lnTo>
                    <a:pt x="130" y="592"/>
                  </a:lnTo>
                  <a:lnTo>
                    <a:pt x="132" y="596"/>
                  </a:lnTo>
                  <a:lnTo>
                    <a:pt x="136" y="600"/>
                  </a:lnTo>
                  <a:lnTo>
                    <a:pt x="140" y="602"/>
                  </a:lnTo>
                  <a:lnTo>
                    <a:pt x="142" y="608"/>
                  </a:lnTo>
                  <a:lnTo>
                    <a:pt x="142" y="610"/>
                  </a:lnTo>
                  <a:lnTo>
                    <a:pt x="140" y="612"/>
                  </a:lnTo>
                  <a:lnTo>
                    <a:pt x="138" y="612"/>
                  </a:lnTo>
                  <a:lnTo>
                    <a:pt x="136" y="610"/>
                  </a:lnTo>
                  <a:lnTo>
                    <a:pt x="134" y="610"/>
                  </a:lnTo>
                  <a:lnTo>
                    <a:pt x="132" y="612"/>
                  </a:lnTo>
                  <a:lnTo>
                    <a:pt x="132" y="614"/>
                  </a:lnTo>
                  <a:lnTo>
                    <a:pt x="134" y="616"/>
                  </a:lnTo>
                  <a:lnTo>
                    <a:pt x="136" y="618"/>
                  </a:lnTo>
                  <a:lnTo>
                    <a:pt x="136" y="632"/>
                  </a:lnTo>
                  <a:lnTo>
                    <a:pt x="138" y="636"/>
                  </a:lnTo>
                  <a:lnTo>
                    <a:pt x="140" y="636"/>
                  </a:lnTo>
                  <a:lnTo>
                    <a:pt x="144" y="634"/>
                  </a:lnTo>
                  <a:lnTo>
                    <a:pt x="144" y="632"/>
                  </a:lnTo>
                  <a:lnTo>
                    <a:pt x="146" y="632"/>
                  </a:lnTo>
                  <a:lnTo>
                    <a:pt x="148" y="634"/>
                  </a:lnTo>
                  <a:lnTo>
                    <a:pt x="152" y="634"/>
                  </a:lnTo>
                  <a:lnTo>
                    <a:pt x="154" y="634"/>
                  </a:lnTo>
                  <a:lnTo>
                    <a:pt x="154" y="636"/>
                  </a:lnTo>
                  <a:lnTo>
                    <a:pt x="154" y="638"/>
                  </a:lnTo>
                  <a:lnTo>
                    <a:pt x="156" y="640"/>
                  </a:lnTo>
                  <a:lnTo>
                    <a:pt x="156" y="644"/>
                  </a:lnTo>
                  <a:lnTo>
                    <a:pt x="158" y="646"/>
                  </a:lnTo>
                  <a:lnTo>
                    <a:pt x="158" y="648"/>
                  </a:lnTo>
                  <a:lnTo>
                    <a:pt x="160" y="650"/>
                  </a:lnTo>
                  <a:lnTo>
                    <a:pt x="160" y="652"/>
                  </a:lnTo>
                  <a:lnTo>
                    <a:pt x="166" y="650"/>
                  </a:lnTo>
                  <a:lnTo>
                    <a:pt x="168" y="652"/>
                  </a:lnTo>
                  <a:lnTo>
                    <a:pt x="172" y="654"/>
                  </a:lnTo>
                  <a:lnTo>
                    <a:pt x="176" y="652"/>
                  </a:lnTo>
                  <a:lnTo>
                    <a:pt x="178" y="654"/>
                  </a:lnTo>
                  <a:lnTo>
                    <a:pt x="180" y="658"/>
                  </a:lnTo>
                  <a:lnTo>
                    <a:pt x="184" y="660"/>
                  </a:lnTo>
                  <a:lnTo>
                    <a:pt x="186" y="660"/>
                  </a:lnTo>
                  <a:lnTo>
                    <a:pt x="186" y="662"/>
                  </a:lnTo>
                  <a:lnTo>
                    <a:pt x="188" y="664"/>
                  </a:lnTo>
                  <a:lnTo>
                    <a:pt x="188" y="668"/>
                  </a:lnTo>
                  <a:lnTo>
                    <a:pt x="194" y="666"/>
                  </a:lnTo>
                  <a:lnTo>
                    <a:pt x="200" y="664"/>
                  </a:lnTo>
                  <a:lnTo>
                    <a:pt x="202" y="664"/>
                  </a:lnTo>
                  <a:lnTo>
                    <a:pt x="206" y="664"/>
                  </a:lnTo>
                  <a:lnTo>
                    <a:pt x="206" y="666"/>
                  </a:lnTo>
                  <a:lnTo>
                    <a:pt x="208" y="668"/>
                  </a:lnTo>
                  <a:lnTo>
                    <a:pt x="212" y="668"/>
                  </a:lnTo>
                  <a:lnTo>
                    <a:pt x="214" y="670"/>
                  </a:lnTo>
                  <a:lnTo>
                    <a:pt x="220" y="674"/>
                  </a:lnTo>
                  <a:lnTo>
                    <a:pt x="222" y="676"/>
                  </a:lnTo>
                  <a:lnTo>
                    <a:pt x="222" y="678"/>
                  </a:lnTo>
                  <a:lnTo>
                    <a:pt x="220" y="680"/>
                  </a:lnTo>
                  <a:lnTo>
                    <a:pt x="224" y="682"/>
                  </a:lnTo>
                  <a:lnTo>
                    <a:pt x="224" y="684"/>
                  </a:lnTo>
                  <a:lnTo>
                    <a:pt x="220" y="686"/>
                  </a:lnTo>
                  <a:lnTo>
                    <a:pt x="220" y="688"/>
                  </a:lnTo>
                  <a:lnTo>
                    <a:pt x="222" y="690"/>
                  </a:lnTo>
                  <a:lnTo>
                    <a:pt x="222" y="692"/>
                  </a:lnTo>
                  <a:lnTo>
                    <a:pt x="222" y="694"/>
                  </a:lnTo>
                  <a:lnTo>
                    <a:pt x="224" y="696"/>
                  </a:lnTo>
                  <a:lnTo>
                    <a:pt x="224" y="698"/>
                  </a:lnTo>
                  <a:lnTo>
                    <a:pt x="222" y="702"/>
                  </a:lnTo>
                  <a:lnTo>
                    <a:pt x="224" y="706"/>
                  </a:lnTo>
                  <a:lnTo>
                    <a:pt x="226" y="710"/>
                  </a:lnTo>
                  <a:lnTo>
                    <a:pt x="226" y="712"/>
                  </a:lnTo>
                  <a:lnTo>
                    <a:pt x="224" y="714"/>
                  </a:lnTo>
                  <a:lnTo>
                    <a:pt x="222" y="714"/>
                  </a:lnTo>
                  <a:lnTo>
                    <a:pt x="216" y="714"/>
                  </a:lnTo>
                  <a:lnTo>
                    <a:pt x="212" y="718"/>
                  </a:lnTo>
                  <a:lnTo>
                    <a:pt x="210" y="726"/>
                  </a:lnTo>
                  <a:lnTo>
                    <a:pt x="212" y="726"/>
                  </a:lnTo>
                  <a:lnTo>
                    <a:pt x="224" y="722"/>
                  </a:lnTo>
                  <a:lnTo>
                    <a:pt x="224" y="726"/>
                  </a:lnTo>
                  <a:lnTo>
                    <a:pt x="212" y="732"/>
                  </a:lnTo>
                  <a:lnTo>
                    <a:pt x="212" y="736"/>
                  </a:lnTo>
                  <a:lnTo>
                    <a:pt x="208" y="736"/>
                  </a:lnTo>
                  <a:lnTo>
                    <a:pt x="204" y="736"/>
                  </a:lnTo>
                  <a:lnTo>
                    <a:pt x="204" y="740"/>
                  </a:lnTo>
                  <a:lnTo>
                    <a:pt x="210" y="742"/>
                  </a:lnTo>
                  <a:lnTo>
                    <a:pt x="208" y="746"/>
                  </a:lnTo>
                  <a:lnTo>
                    <a:pt x="208" y="748"/>
                  </a:lnTo>
                  <a:lnTo>
                    <a:pt x="206" y="748"/>
                  </a:lnTo>
                  <a:lnTo>
                    <a:pt x="206" y="752"/>
                  </a:lnTo>
                  <a:lnTo>
                    <a:pt x="192" y="754"/>
                  </a:lnTo>
                  <a:lnTo>
                    <a:pt x="196" y="756"/>
                  </a:lnTo>
                  <a:lnTo>
                    <a:pt x="202" y="758"/>
                  </a:lnTo>
                  <a:lnTo>
                    <a:pt x="202" y="762"/>
                  </a:lnTo>
                  <a:lnTo>
                    <a:pt x="204" y="764"/>
                  </a:lnTo>
                  <a:lnTo>
                    <a:pt x="206" y="764"/>
                  </a:lnTo>
                  <a:lnTo>
                    <a:pt x="208" y="764"/>
                  </a:lnTo>
                  <a:lnTo>
                    <a:pt x="208" y="768"/>
                  </a:lnTo>
                  <a:lnTo>
                    <a:pt x="210" y="770"/>
                  </a:lnTo>
                  <a:lnTo>
                    <a:pt x="214" y="770"/>
                  </a:lnTo>
                  <a:lnTo>
                    <a:pt x="218" y="776"/>
                  </a:lnTo>
                  <a:lnTo>
                    <a:pt x="224" y="784"/>
                  </a:lnTo>
                  <a:lnTo>
                    <a:pt x="230" y="786"/>
                  </a:lnTo>
                  <a:lnTo>
                    <a:pt x="232" y="782"/>
                  </a:lnTo>
                  <a:lnTo>
                    <a:pt x="234" y="778"/>
                  </a:lnTo>
                  <a:lnTo>
                    <a:pt x="238" y="776"/>
                  </a:lnTo>
                  <a:lnTo>
                    <a:pt x="240" y="776"/>
                  </a:lnTo>
                  <a:lnTo>
                    <a:pt x="242" y="776"/>
                  </a:lnTo>
                  <a:lnTo>
                    <a:pt x="244" y="778"/>
                  </a:lnTo>
                  <a:lnTo>
                    <a:pt x="250" y="780"/>
                  </a:lnTo>
                  <a:lnTo>
                    <a:pt x="258" y="780"/>
                  </a:lnTo>
                  <a:lnTo>
                    <a:pt x="262" y="780"/>
                  </a:lnTo>
                  <a:lnTo>
                    <a:pt x="264" y="784"/>
                  </a:lnTo>
                  <a:lnTo>
                    <a:pt x="268" y="788"/>
                  </a:lnTo>
                  <a:lnTo>
                    <a:pt x="270" y="790"/>
                  </a:lnTo>
                  <a:lnTo>
                    <a:pt x="274" y="790"/>
                  </a:lnTo>
                  <a:lnTo>
                    <a:pt x="278" y="788"/>
                  </a:lnTo>
                  <a:lnTo>
                    <a:pt x="280" y="788"/>
                  </a:lnTo>
                  <a:lnTo>
                    <a:pt x="282" y="790"/>
                  </a:lnTo>
                  <a:lnTo>
                    <a:pt x="284" y="790"/>
                  </a:lnTo>
                  <a:lnTo>
                    <a:pt x="288" y="788"/>
                  </a:lnTo>
                  <a:lnTo>
                    <a:pt x="290" y="786"/>
                  </a:lnTo>
                  <a:lnTo>
                    <a:pt x="292" y="788"/>
                  </a:lnTo>
                  <a:lnTo>
                    <a:pt x="294" y="792"/>
                  </a:lnTo>
                  <a:lnTo>
                    <a:pt x="298" y="794"/>
                  </a:lnTo>
                  <a:lnTo>
                    <a:pt x="302" y="796"/>
                  </a:lnTo>
                  <a:lnTo>
                    <a:pt x="302" y="798"/>
                  </a:lnTo>
                  <a:lnTo>
                    <a:pt x="302" y="800"/>
                  </a:lnTo>
                  <a:lnTo>
                    <a:pt x="302" y="802"/>
                  </a:lnTo>
                  <a:lnTo>
                    <a:pt x="306" y="802"/>
                  </a:lnTo>
                  <a:lnTo>
                    <a:pt x="308" y="802"/>
                  </a:lnTo>
                  <a:lnTo>
                    <a:pt x="312" y="806"/>
                  </a:lnTo>
                  <a:lnTo>
                    <a:pt x="318" y="812"/>
                  </a:lnTo>
                  <a:lnTo>
                    <a:pt x="320" y="814"/>
                  </a:lnTo>
                  <a:lnTo>
                    <a:pt x="322" y="816"/>
                  </a:lnTo>
                  <a:lnTo>
                    <a:pt x="324" y="820"/>
                  </a:lnTo>
                  <a:lnTo>
                    <a:pt x="326" y="822"/>
                  </a:lnTo>
                  <a:lnTo>
                    <a:pt x="330" y="818"/>
                  </a:lnTo>
                  <a:lnTo>
                    <a:pt x="334" y="814"/>
                  </a:lnTo>
                  <a:lnTo>
                    <a:pt x="330" y="810"/>
                  </a:lnTo>
                  <a:lnTo>
                    <a:pt x="326" y="806"/>
                  </a:lnTo>
                  <a:lnTo>
                    <a:pt x="324" y="800"/>
                  </a:lnTo>
                  <a:lnTo>
                    <a:pt x="318" y="796"/>
                  </a:lnTo>
                  <a:lnTo>
                    <a:pt x="318" y="792"/>
                  </a:lnTo>
                  <a:lnTo>
                    <a:pt x="318" y="788"/>
                  </a:lnTo>
                  <a:lnTo>
                    <a:pt x="318" y="782"/>
                  </a:lnTo>
                  <a:lnTo>
                    <a:pt x="314" y="782"/>
                  </a:lnTo>
                  <a:lnTo>
                    <a:pt x="314" y="780"/>
                  </a:lnTo>
                  <a:lnTo>
                    <a:pt x="316" y="776"/>
                  </a:lnTo>
                  <a:lnTo>
                    <a:pt x="318" y="774"/>
                  </a:lnTo>
                  <a:lnTo>
                    <a:pt x="316" y="772"/>
                  </a:lnTo>
                  <a:lnTo>
                    <a:pt x="314" y="770"/>
                  </a:lnTo>
                  <a:lnTo>
                    <a:pt x="312" y="772"/>
                  </a:lnTo>
                  <a:lnTo>
                    <a:pt x="306" y="772"/>
                  </a:lnTo>
                  <a:lnTo>
                    <a:pt x="314" y="740"/>
                  </a:lnTo>
                  <a:lnTo>
                    <a:pt x="318" y="740"/>
                  </a:lnTo>
                  <a:lnTo>
                    <a:pt x="320" y="736"/>
                  </a:lnTo>
                  <a:lnTo>
                    <a:pt x="322" y="740"/>
                  </a:lnTo>
                  <a:lnTo>
                    <a:pt x="326" y="742"/>
                  </a:lnTo>
                  <a:lnTo>
                    <a:pt x="324" y="742"/>
                  </a:lnTo>
                  <a:lnTo>
                    <a:pt x="326" y="744"/>
                  </a:lnTo>
                  <a:lnTo>
                    <a:pt x="328" y="742"/>
                  </a:lnTo>
                  <a:lnTo>
                    <a:pt x="328" y="740"/>
                  </a:lnTo>
                  <a:lnTo>
                    <a:pt x="328" y="738"/>
                  </a:lnTo>
                  <a:lnTo>
                    <a:pt x="330" y="736"/>
                  </a:lnTo>
                  <a:lnTo>
                    <a:pt x="330" y="734"/>
                  </a:lnTo>
                  <a:lnTo>
                    <a:pt x="328" y="730"/>
                  </a:lnTo>
                  <a:lnTo>
                    <a:pt x="328" y="728"/>
                  </a:lnTo>
                  <a:lnTo>
                    <a:pt x="328" y="726"/>
                  </a:lnTo>
                  <a:lnTo>
                    <a:pt x="328" y="722"/>
                  </a:lnTo>
                  <a:lnTo>
                    <a:pt x="328" y="720"/>
                  </a:lnTo>
                  <a:lnTo>
                    <a:pt x="324" y="710"/>
                  </a:lnTo>
                  <a:lnTo>
                    <a:pt x="320" y="712"/>
                  </a:lnTo>
                  <a:lnTo>
                    <a:pt x="318" y="712"/>
                  </a:lnTo>
                  <a:lnTo>
                    <a:pt x="318" y="710"/>
                  </a:lnTo>
                  <a:lnTo>
                    <a:pt x="318" y="706"/>
                  </a:lnTo>
                  <a:lnTo>
                    <a:pt x="318" y="702"/>
                  </a:lnTo>
                  <a:lnTo>
                    <a:pt x="316" y="702"/>
                  </a:lnTo>
                  <a:lnTo>
                    <a:pt x="312" y="698"/>
                  </a:lnTo>
                  <a:lnTo>
                    <a:pt x="310" y="698"/>
                  </a:lnTo>
                  <a:lnTo>
                    <a:pt x="312" y="696"/>
                  </a:lnTo>
                  <a:lnTo>
                    <a:pt x="316" y="688"/>
                  </a:lnTo>
                  <a:lnTo>
                    <a:pt x="318" y="686"/>
                  </a:lnTo>
                  <a:lnTo>
                    <a:pt x="318" y="684"/>
                  </a:lnTo>
                  <a:lnTo>
                    <a:pt x="316" y="682"/>
                  </a:lnTo>
                  <a:lnTo>
                    <a:pt x="316" y="680"/>
                  </a:lnTo>
                  <a:lnTo>
                    <a:pt x="318" y="678"/>
                  </a:lnTo>
                  <a:lnTo>
                    <a:pt x="320" y="674"/>
                  </a:lnTo>
                  <a:lnTo>
                    <a:pt x="318" y="670"/>
                  </a:lnTo>
                  <a:lnTo>
                    <a:pt x="320" y="670"/>
                  </a:lnTo>
                  <a:lnTo>
                    <a:pt x="320" y="668"/>
                  </a:lnTo>
                  <a:lnTo>
                    <a:pt x="322" y="668"/>
                  </a:lnTo>
                  <a:lnTo>
                    <a:pt x="324" y="666"/>
                  </a:lnTo>
                  <a:lnTo>
                    <a:pt x="326" y="664"/>
                  </a:lnTo>
                  <a:lnTo>
                    <a:pt x="328" y="662"/>
                  </a:lnTo>
                  <a:lnTo>
                    <a:pt x="330" y="662"/>
                  </a:lnTo>
                  <a:lnTo>
                    <a:pt x="334" y="672"/>
                  </a:lnTo>
                  <a:lnTo>
                    <a:pt x="342" y="666"/>
                  </a:lnTo>
                  <a:lnTo>
                    <a:pt x="338" y="664"/>
                  </a:lnTo>
                  <a:lnTo>
                    <a:pt x="336" y="662"/>
                  </a:lnTo>
                  <a:lnTo>
                    <a:pt x="336" y="660"/>
                  </a:lnTo>
                  <a:lnTo>
                    <a:pt x="336" y="656"/>
                  </a:lnTo>
                  <a:lnTo>
                    <a:pt x="338" y="654"/>
                  </a:lnTo>
                  <a:lnTo>
                    <a:pt x="338" y="652"/>
                  </a:lnTo>
                  <a:lnTo>
                    <a:pt x="342" y="650"/>
                  </a:lnTo>
                  <a:lnTo>
                    <a:pt x="342" y="648"/>
                  </a:lnTo>
                  <a:lnTo>
                    <a:pt x="344" y="648"/>
                  </a:lnTo>
                  <a:lnTo>
                    <a:pt x="350" y="650"/>
                  </a:lnTo>
                  <a:lnTo>
                    <a:pt x="352" y="648"/>
                  </a:lnTo>
                  <a:lnTo>
                    <a:pt x="362" y="640"/>
                  </a:lnTo>
                  <a:lnTo>
                    <a:pt x="362" y="638"/>
                  </a:lnTo>
                  <a:lnTo>
                    <a:pt x="360" y="636"/>
                  </a:lnTo>
                  <a:lnTo>
                    <a:pt x="370" y="634"/>
                  </a:lnTo>
                  <a:lnTo>
                    <a:pt x="370" y="638"/>
                  </a:lnTo>
                  <a:lnTo>
                    <a:pt x="376" y="636"/>
                  </a:lnTo>
                  <a:lnTo>
                    <a:pt x="374" y="636"/>
                  </a:lnTo>
                  <a:lnTo>
                    <a:pt x="376" y="634"/>
                  </a:lnTo>
                  <a:lnTo>
                    <a:pt x="378" y="634"/>
                  </a:lnTo>
                  <a:lnTo>
                    <a:pt x="382" y="638"/>
                  </a:lnTo>
                  <a:lnTo>
                    <a:pt x="382" y="640"/>
                  </a:lnTo>
                  <a:lnTo>
                    <a:pt x="382" y="642"/>
                  </a:lnTo>
                  <a:lnTo>
                    <a:pt x="384" y="642"/>
                  </a:lnTo>
                  <a:lnTo>
                    <a:pt x="388" y="644"/>
                  </a:lnTo>
                  <a:lnTo>
                    <a:pt x="392" y="646"/>
                  </a:lnTo>
                  <a:lnTo>
                    <a:pt x="394" y="648"/>
                  </a:lnTo>
                  <a:lnTo>
                    <a:pt x="396" y="652"/>
                  </a:lnTo>
                  <a:lnTo>
                    <a:pt x="400" y="654"/>
                  </a:lnTo>
                  <a:lnTo>
                    <a:pt x="404" y="654"/>
                  </a:lnTo>
                  <a:lnTo>
                    <a:pt x="406" y="654"/>
                  </a:lnTo>
                  <a:lnTo>
                    <a:pt x="406" y="656"/>
                  </a:lnTo>
                  <a:lnTo>
                    <a:pt x="406" y="660"/>
                  </a:lnTo>
                  <a:lnTo>
                    <a:pt x="404" y="662"/>
                  </a:lnTo>
                  <a:lnTo>
                    <a:pt x="410" y="662"/>
                  </a:lnTo>
                  <a:lnTo>
                    <a:pt x="410" y="660"/>
                  </a:lnTo>
                  <a:lnTo>
                    <a:pt x="410" y="656"/>
                  </a:lnTo>
                  <a:lnTo>
                    <a:pt x="412" y="656"/>
                  </a:lnTo>
                  <a:lnTo>
                    <a:pt x="412" y="654"/>
                  </a:lnTo>
                  <a:lnTo>
                    <a:pt x="414" y="654"/>
                  </a:lnTo>
                  <a:lnTo>
                    <a:pt x="416" y="654"/>
                  </a:lnTo>
                  <a:lnTo>
                    <a:pt x="422" y="658"/>
                  </a:lnTo>
                  <a:lnTo>
                    <a:pt x="426" y="658"/>
                  </a:lnTo>
                  <a:lnTo>
                    <a:pt x="430" y="654"/>
                  </a:lnTo>
                  <a:lnTo>
                    <a:pt x="436" y="652"/>
                  </a:lnTo>
                  <a:lnTo>
                    <a:pt x="438" y="652"/>
                  </a:lnTo>
                  <a:lnTo>
                    <a:pt x="440" y="652"/>
                  </a:lnTo>
                  <a:lnTo>
                    <a:pt x="440" y="654"/>
                  </a:lnTo>
                  <a:lnTo>
                    <a:pt x="442" y="654"/>
                  </a:lnTo>
                  <a:lnTo>
                    <a:pt x="444" y="654"/>
                  </a:lnTo>
                  <a:lnTo>
                    <a:pt x="446" y="654"/>
                  </a:lnTo>
                  <a:lnTo>
                    <a:pt x="450" y="658"/>
                  </a:lnTo>
                  <a:lnTo>
                    <a:pt x="452" y="662"/>
                  </a:lnTo>
                  <a:lnTo>
                    <a:pt x="460" y="664"/>
                  </a:lnTo>
                  <a:lnTo>
                    <a:pt x="464" y="664"/>
                  </a:lnTo>
                  <a:lnTo>
                    <a:pt x="468" y="662"/>
                  </a:lnTo>
                  <a:lnTo>
                    <a:pt x="468" y="660"/>
                  </a:lnTo>
                  <a:lnTo>
                    <a:pt x="470" y="656"/>
                  </a:lnTo>
                  <a:lnTo>
                    <a:pt x="466" y="654"/>
                  </a:lnTo>
                  <a:lnTo>
                    <a:pt x="462" y="652"/>
                  </a:lnTo>
                  <a:lnTo>
                    <a:pt x="458" y="648"/>
                  </a:lnTo>
                  <a:lnTo>
                    <a:pt x="462" y="640"/>
                  </a:lnTo>
                  <a:lnTo>
                    <a:pt x="462" y="638"/>
                  </a:lnTo>
                  <a:lnTo>
                    <a:pt x="456" y="630"/>
                  </a:lnTo>
                  <a:lnTo>
                    <a:pt x="456" y="624"/>
                  </a:lnTo>
                  <a:lnTo>
                    <a:pt x="458" y="620"/>
                  </a:lnTo>
                  <a:lnTo>
                    <a:pt x="458" y="614"/>
                  </a:lnTo>
                  <a:lnTo>
                    <a:pt x="464" y="608"/>
                  </a:lnTo>
                  <a:lnTo>
                    <a:pt x="464" y="602"/>
                  </a:lnTo>
                  <a:lnTo>
                    <a:pt x="464" y="598"/>
                  </a:lnTo>
                  <a:lnTo>
                    <a:pt x="468" y="596"/>
                  </a:lnTo>
                  <a:lnTo>
                    <a:pt x="474" y="598"/>
                  </a:lnTo>
                  <a:lnTo>
                    <a:pt x="482" y="600"/>
                  </a:lnTo>
                  <a:lnTo>
                    <a:pt x="486" y="602"/>
                  </a:lnTo>
                  <a:lnTo>
                    <a:pt x="496" y="600"/>
                  </a:lnTo>
                  <a:lnTo>
                    <a:pt x="504" y="598"/>
                  </a:lnTo>
                  <a:lnTo>
                    <a:pt x="516" y="598"/>
                  </a:lnTo>
                  <a:lnTo>
                    <a:pt x="526" y="594"/>
                  </a:lnTo>
                  <a:lnTo>
                    <a:pt x="530" y="594"/>
                  </a:lnTo>
                  <a:lnTo>
                    <a:pt x="542" y="588"/>
                  </a:lnTo>
                  <a:lnTo>
                    <a:pt x="550" y="586"/>
                  </a:lnTo>
                  <a:lnTo>
                    <a:pt x="554" y="586"/>
                  </a:lnTo>
                  <a:lnTo>
                    <a:pt x="556" y="588"/>
                  </a:lnTo>
                  <a:lnTo>
                    <a:pt x="560" y="590"/>
                  </a:lnTo>
                  <a:lnTo>
                    <a:pt x="560" y="592"/>
                  </a:lnTo>
                  <a:lnTo>
                    <a:pt x="560" y="598"/>
                  </a:lnTo>
                  <a:lnTo>
                    <a:pt x="564" y="600"/>
                  </a:lnTo>
                  <a:lnTo>
                    <a:pt x="568" y="606"/>
                  </a:lnTo>
                  <a:lnTo>
                    <a:pt x="572" y="602"/>
                  </a:lnTo>
                  <a:lnTo>
                    <a:pt x="578" y="598"/>
                  </a:lnTo>
                  <a:lnTo>
                    <a:pt x="586" y="602"/>
                  </a:lnTo>
                  <a:lnTo>
                    <a:pt x="586" y="604"/>
                  </a:lnTo>
                  <a:lnTo>
                    <a:pt x="590" y="602"/>
                  </a:lnTo>
                  <a:lnTo>
                    <a:pt x="592" y="602"/>
                  </a:lnTo>
                  <a:lnTo>
                    <a:pt x="594" y="604"/>
                  </a:lnTo>
                  <a:lnTo>
                    <a:pt x="596" y="608"/>
                  </a:lnTo>
                  <a:lnTo>
                    <a:pt x="594" y="608"/>
                  </a:lnTo>
                  <a:lnTo>
                    <a:pt x="604" y="608"/>
                  </a:lnTo>
                  <a:lnTo>
                    <a:pt x="614" y="604"/>
                  </a:lnTo>
                  <a:lnTo>
                    <a:pt x="626" y="600"/>
                  </a:lnTo>
                  <a:lnTo>
                    <a:pt x="634" y="596"/>
                  </a:lnTo>
                  <a:lnTo>
                    <a:pt x="644" y="594"/>
                  </a:lnTo>
                  <a:lnTo>
                    <a:pt x="646" y="596"/>
                  </a:lnTo>
                  <a:lnTo>
                    <a:pt x="644" y="602"/>
                  </a:lnTo>
                  <a:lnTo>
                    <a:pt x="652" y="616"/>
                  </a:lnTo>
                  <a:lnTo>
                    <a:pt x="660" y="634"/>
                  </a:lnTo>
                  <a:lnTo>
                    <a:pt x="666" y="648"/>
                  </a:lnTo>
                  <a:lnTo>
                    <a:pt x="670" y="652"/>
                  </a:lnTo>
                  <a:lnTo>
                    <a:pt x="674" y="656"/>
                  </a:lnTo>
                  <a:lnTo>
                    <a:pt x="680" y="654"/>
                  </a:lnTo>
                  <a:lnTo>
                    <a:pt x="684" y="652"/>
                  </a:lnTo>
                  <a:lnTo>
                    <a:pt x="698" y="652"/>
                  </a:lnTo>
                  <a:lnTo>
                    <a:pt x="700" y="654"/>
                  </a:lnTo>
                  <a:lnTo>
                    <a:pt x="704" y="658"/>
                  </a:lnTo>
                  <a:lnTo>
                    <a:pt x="708" y="662"/>
                  </a:lnTo>
                  <a:lnTo>
                    <a:pt x="710" y="670"/>
                  </a:lnTo>
                  <a:lnTo>
                    <a:pt x="712" y="678"/>
                  </a:lnTo>
                  <a:lnTo>
                    <a:pt x="714" y="682"/>
                  </a:lnTo>
                  <a:lnTo>
                    <a:pt x="720" y="684"/>
                  </a:lnTo>
                  <a:lnTo>
                    <a:pt x="728" y="682"/>
                  </a:lnTo>
                  <a:lnTo>
                    <a:pt x="742" y="676"/>
                  </a:lnTo>
                  <a:lnTo>
                    <a:pt x="752" y="674"/>
                  </a:lnTo>
                  <a:lnTo>
                    <a:pt x="756" y="676"/>
                  </a:lnTo>
                  <a:lnTo>
                    <a:pt x="760" y="680"/>
                  </a:lnTo>
                  <a:lnTo>
                    <a:pt x="764" y="686"/>
                  </a:lnTo>
                  <a:lnTo>
                    <a:pt x="766" y="688"/>
                  </a:lnTo>
                  <a:lnTo>
                    <a:pt x="774" y="690"/>
                  </a:lnTo>
                  <a:lnTo>
                    <a:pt x="778" y="686"/>
                  </a:lnTo>
                  <a:lnTo>
                    <a:pt x="784" y="686"/>
                  </a:lnTo>
                  <a:lnTo>
                    <a:pt x="788" y="682"/>
                  </a:lnTo>
                  <a:lnTo>
                    <a:pt x="792" y="680"/>
                  </a:lnTo>
                  <a:lnTo>
                    <a:pt x="792" y="676"/>
                  </a:lnTo>
                  <a:lnTo>
                    <a:pt x="794" y="672"/>
                  </a:lnTo>
                  <a:lnTo>
                    <a:pt x="798" y="670"/>
                  </a:lnTo>
                  <a:lnTo>
                    <a:pt x="804" y="666"/>
                  </a:lnTo>
                  <a:lnTo>
                    <a:pt x="812" y="664"/>
                  </a:lnTo>
                  <a:lnTo>
                    <a:pt x="816" y="662"/>
                  </a:lnTo>
                  <a:lnTo>
                    <a:pt x="824" y="660"/>
                  </a:lnTo>
                  <a:lnTo>
                    <a:pt x="830" y="662"/>
                  </a:lnTo>
                  <a:lnTo>
                    <a:pt x="832" y="666"/>
                  </a:lnTo>
                  <a:lnTo>
                    <a:pt x="838" y="662"/>
                  </a:lnTo>
                  <a:lnTo>
                    <a:pt x="848" y="666"/>
                  </a:lnTo>
                  <a:lnTo>
                    <a:pt x="854" y="670"/>
                  </a:lnTo>
                  <a:lnTo>
                    <a:pt x="860" y="672"/>
                  </a:lnTo>
                  <a:lnTo>
                    <a:pt x="868" y="672"/>
                  </a:lnTo>
                  <a:lnTo>
                    <a:pt x="878" y="670"/>
                  </a:lnTo>
                  <a:lnTo>
                    <a:pt x="888" y="672"/>
                  </a:lnTo>
                  <a:lnTo>
                    <a:pt x="890" y="668"/>
                  </a:lnTo>
                  <a:lnTo>
                    <a:pt x="890" y="660"/>
                  </a:lnTo>
                  <a:lnTo>
                    <a:pt x="886" y="656"/>
                  </a:lnTo>
                  <a:lnTo>
                    <a:pt x="882" y="652"/>
                  </a:lnTo>
                  <a:lnTo>
                    <a:pt x="884" y="646"/>
                  </a:lnTo>
                  <a:lnTo>
                    <a:pt x="886" y="642"/>
                  </a:lnTo>
                  <a:lnTo>
                    <a:pt x="888" y="638"/>
                  </a:lnTo>
                  <a:lnTo>
                    <a:pt x="892" y="632"/>
                  </a:lnTo>
                  <a:lnTo>
                    <a:pt x="896" y="620"/>
                  </a:lnTo>
                  <a:lnTo>
                    <a:pt x="910" y="576"/>
                  </a:lnTo>
                  <a:lnTo>
                    <a:pt x="928" y="518"/>
                  </a:lnTo>
                  <a:lnTo>
                    <a:pt x="944" y="450"/>
                  </a:lnTo>
                  <a:lnTo>
                    <a:pt x="962" y="380"/>
                  </a:lnTo>
                  <a:lnTo>
                    <a:pt x="976" y="316"/>
                  </a:lnTo>
                  <a:lnTo>
                    <a:pt x="984" y="268"/>
                  </a:lnTo>
                  <a:lnTo>
                    <a:pt x="984" y="250"/>
                  </a:lnTo>
                  <a:lnTo>
                    <a:pt x="984" y="240"/>
                  </a:lnTo>
                  <a:close/>
                  <a:moveTo>
                    <a:pt x="328" y="734"/>
                  </a:moveTo>
                  <a:lnTo>
                    <a:pt x="328" y="734"/>
                  </a:lnTo>
                  <a:lnTo>
                    <a:pt x="328" y="736"/>
                  </a:lnTo>
                  <a:lnTo>
                    <a:pt x="326" y="736"/>
                  </a:lnTo>
                  <a:lnTo>
                    <a:pt x="326" y="734"/>
                  </a:lnTo>
                  <a:lnTo>
                    <a:pt x="326" y="732"/>
                  </a:lnTo>
                  <a:lnTo>
                    <a:pt x="328" y="734"/>
                  </a:lnTo>
                  <a:close/>
                  <a:moveTo>
                    <a:pt x="442" y="0"/>
                  </a:moveTo>
                  <a:lnTo>
                    <a:pt x="442" y="4"/>
                  </a:lnTo>
                  <a:lnTo>
                    <a:pt x="450" y="2"/>
                  </a:lnTo>
                  <a:lnTo>
                    <a:pt x="442" y="0"/>
                  </a:lnTo>
                  <a:close/>
                  <a:moveTo>
                    <a:pt x="432" y="8"/>
                  </a:moveTo>
                  <a:lnTo>
                    <a:pt x="432" y="8"/>
                  </a:lnTo>
                  <a:lnTo>
                    <a:pt x="430" y="12"/>
                  </a:lnTo>
                  <a:lnTo>
                    <a:pt x="432" y="12"/>
                  </a:lnTo>
                  <a:lnTo>
                    <a:pt x="434" y="14"/>
                  </a:lnTo>
                  <a:lnTo>
                    <a:pt x="436" y="14"/>
                  </a:lnTo>
                  <a:lnTo>
                    <a:pt x="434" y="14"/>
                  </a:lnTo>
                  <a:lnTo>
                    <a:pt x="436" y="12"/>
                  </a:lnTo>
                  <a:lnTo>
                    <a:pt x="438" y="12"/>
                  </a:lnTo>
                  <a:lnTo>
                    <a:pt x="438" y="10"/>
                  </a:lnTo>
                  <a:lnTo>
                    <a:pt x="432" y="8"/>
                  </a:lnTo>
                  <a:close/>
                  <a:moveTo>
                    <a:pt x="420" y="12"/>
                  </a:moveTo>
                  <a:lnTo>
                    <a:pt x="420" y="16"/>
                  </a:lnTo>
                  <a:lnTo>
                    <a:pt x="414" y="18"/>
                  </a:lnTo>
                  <a:lnTo>
                    <a:pt x="412" y="18"/>
                  </a:lnTo>
                  <a:lnTo>
                    <a:pt x="412" y="20"/>
                  </a:lnTo>
                  <a:lnTo>
                    <a:pt x="414" y="20"/>
                  </a:lnTo>
                  <a:lnTo>
                    <a:pt x="412" y="22"/>
                  </a:lnTo>
                  <a:lnTo>
                    <a:pt x="414" y="22"/>
                  </a:lnTo>
                  <a:lnTo>
                    <a:pt x="424" y="18"/>
                  </a:lnTo>
                  <a:lnTo>
                    <a:pt x="426" y="16"/>
                  </a:lnTo>
                  <a:lnTo>
                    <a:pt x="424" y="14"/>
                  </a:lnTo>
                  <a:lnTo>
                    <a:pt x="420" y="12"/>
                  </a:lnTo>
                  <a:close/>
                  <a:moveTo>
                    <a:pt x="442" y="14"/>
                  </a:moveTo>
                  <a:lnTo>
                    <a:pt x="442" y="14"/>
                  </a:lnTo>
                  <a:lnTo>
                    <a:pt x="440" y="18"/>
                  </a:lnTo>
                  <a:lnTo>
                    <a:pt x="442" y="18"/>
                  </a:lnTo>
                  <a:lnTo>
                    <a:pt x="444" y="16"/>
                  </a:lnTo>
                  <a:lnTo>
                    <a:pt x="444" y="14"/>
                  </a:lnTo>
                  <a:lnTo>
                    <a:pt x="442" y="14"/>
                  </a:lnTo>
                  <a:close/>
                  <a:moveTo>
                    <a:pt x="404" y="26"/>
                  </a:moveTo>
                  <a:lnTo>
                    <a:pt x="404" y="26"/>
                  </a:lnTo>
                  <a:lnTo>
                    <a:pt x="406" y="30"/>
                  </a:lnTo>
                  <a:lnTo>
                    <a:pt x="410" y="32"/>
                  </a:lnTo>
                  <a:lnTo>
                    <a:pt x="410" y="30"/>
                  </a:lnTo>
                  <a:lnTo>
                    <a:pt x="408" y="28"/>
                  </a:lnTo>
                  <a:lnTo>
                    <a:pt x="404" y="26"/>
                  </a:lnTo>
                  <a:close/>
                  <a:moveTo>
                    <a:pt x="436" y="26"/>
                  </a:moveTo>
                  <a:lnTo>
                    <a:pt x="438" y="28"/>
                  </a:lnTo>
                  <a:lnTo>
                    <a:pt x="440" y="28"/>
                  </a:lnTo>
                  <a:lnTo>
                    <a:pt x="436" y="26"/>
                  </a:lnTo>
                  <a:close/>
                  <a:moveTo>
                    <a:pt x="414" y="26"/>
                  </a:moveTo>
                  <a:lnTo>
                    <a:pt x="414" y="26"/>
                  </a:lnTo>
                  <a:lnTo>
                    <a:pt x="412" y="32"/>
                  </a:lnTo>
                  <a:lnTo>
                    <a:pt x="426" y="36"/>
                  </a:lnTo>
                  <a:lnTo>
                    <a:pt x="428" y="40"/>
                  </a:lnTo>
                  <a:lnTo>
                    <a:pt x="424" y="38"/>
                  </a:lnTo>
                  <a:lnTo>
                    <a:pt x="414" y="40"/>
                  </a:lnTo>
                  <a:lnTo>
                    <a:pt x="414" y="42"/>
                  </a:lnTo>
                  <a:lnTo>
                    <a:pt x="428" y="42"/>
                  </a:lnTo>
                  <a:lnTo>
                    <a:pt x="430" y="40"/>
                  </a:lnTo>
                  <a:lnTo>
                    <a:pt x="434" y="38"/>
                  </a:lnTo>
                  <a:lnTo>
                    <a:pt x="432" y="36"/>
                  </a:lnTo>
                  <a:lnTo>
                    <a:pt x="430" y="34"/>
                  </a:lnTo>
                  <a:lnTo>
                    <a:pt x="436" y="32"/>
                  </a:lnTo>
                  <a:lnTo>
                    <a:pt x="436" y="28"/>
                  </a:lnTo>
                  <a:lnTo>
                    <a:pt x="430" y="26"/>
                  </a:lnTo>
                  <a:lnTo>
                    <a:pt x="424" y="28"/>
                  </a:lnTo>
                  <a:lnTo>
                    <a:pt x="422" y="28"/>
                  </a:lnTo>
                  <a:lnTo>
                    <a:pt x="414" y="26"/>
                  </a:lnTo>
                  <a:close/>
                  <a:moveTo>
                    <a:pt x="424" y="30"/>
                  </a:moveTo>
                  <a:lnTo>
                    <a:pt x="424" y="30"/>
                  </a:lnTo>
                  <a:lnTo>
                    <a:pt x="428" y="32"/>
                  </a:lnTo>
                  <a:lnTo>
                    <a:pt x="430" y="34"/>
                  </a:lnTo>
                  <a:lnTo>
                    <a:pt x="428" y="34"/>
                  </a:lnTo>
                  <a:lnTo>
                    <a:pt x="424" y="34"/>
                  </a:lnTo>
                  <a:lnTo>
                    <a:pt x="424" y="32"/>
                  </a:lnTo>
                  <a:lnTo>
                    <a:pt x="422" y="30"/>
                  </a:lnTo>
                  <a:lnTo>
                    <a:pt x="424" y="30"/>
                  </a:lnTo>
                  <a:close/>
                  <a:moveTo>
                    <a:pt x="440" y="30"/>
                  </a:moveTo>
                  <a:lnTo>
                    <a:pt x="440" y="30"/>
                  </a:lnTo>
                  <a:lnTo>
                    <a:pt x="438" y="34"/>
                  </a:lnTo>
                  <a:lnTo>
                    <a:pt x="438" y="36"/>
                  </a:lnTo>
                  <a:lnTo>
                    <a:pt x="442" y="36"/>
                  </a:lnTo>
                  <a:lnTo>
                    <a:pt x="442" y="32"/>
                  </a:lnTo>
                  <a:lnTo>
                    <a:pt x="442" y="30"/>
                  </a:lnTo>
                  <a:lnTo>
                    <a:pt x="440" y="30"/>
                  </a:lnTo>
                  <a:close/>
                  <a:moveTo>
                    <a:pt x="402" y="36"/>
                  </a:moveTo>
                  <a:lnTo>
                    <a:pt x="406" y="40"/>
                  </a:lnTo>
                  <a:lnTo>
                    <a:pt x="412" y="40"/>
                  </a:lnTo>
                  <a:lnTo>
                    <a:pt x="410" y="38"/>
                  </a:lnTo>
                  <a:lnTo>
                    <a:pt x="410" y="36"/>
                  </a:lnTo>
                  <a:lnTo>
                    <a:pt x="402" y="36"/>
                  </a:lnTo>
                  <a:close/>
                  <a:moveTo>
                    <a:pt x="506" y="40"/>
                  </a:moveTo>
                  <a:lnTo>
                    <a:pt x="506" y="40"/>
                  </a:lnTo>
                  <a:lnTo>
                    <a:pt x="502" y="44"/>
                  </a:lnTo>
                  <a:lnTo>
                    <a:pt x="494" y="44"/>
                  </a:lnTo>
                  <a:lnTo>
                    <a:pt x="496" y="48"/>
                  </a:lnTo>
                  <a:lnTo>
                    <a:pt x="494" y="46"/>
                  </a:lnTo>
                  <a:lnTo>
                    <a:pt x="494" y="48"/>
                  </a:lnTo>
                  <a:lnTo>
                    <a:pt x="492" y="52"/>
                  </a:lnTo>
                  <a:lnTo>
                    <a:pt x="496" y="52"/>
                  </a:lnTo>
                  <a:lnTo>
                    <a:pt x="498" y="56"/>
                  </a:lnTo>
                  <a:lnTo>
                    <a:pt x="504" y="56"/>
                  </a:lnTo>
                  <a:lnTo>
                    <a:pt x="504" y="52"/>
                  </a:lnTo>
                  <a:lnTo>
                    <a:pt x="516" y="46"/>
                  </a:lnTo>
                  <a:lnTo>
                    <a:pt x="520" y="44"/>
                  </a:lnTo>
                  <a:lnTo>
                    <a:pt x="520" y="42"/>
                  </a:lnTo>
                  <a:lnTo>
                    <a:pt x="518" y="40"/>
                  </a:lnTo>
                  <a:lnTo>
                    <a:pt x="512" y="40"/>
                  </a:lnTo>
                  <a:lnTo>
                    <a:pt x="506" y="40"/>
                  </a:lnTo>
                  <a:close/>
                  <a:moveTo>
                    <a:pt x="812" y="40"/>
                  </a:moveTo>
                  <a:lnTo>
                    <a:pt x="812" y="40"/>
                  </a:lnTo>
                  <a:lnTo>
                    <a:pt x="806" y="40"/>
                  </a:lnTo>
                  <a:lnTo>
                    <a:pt x="810" y="46"/>
                  </a:lnTo>
                  <a:lnTo>
                    <a:pt x="820" y="42"/>
                  </a:lnTo>
                  <a:lnTo>
                    <a:pt x="812" y="40"/>
                  </a:lnTo>
                  <a:close/>
                  <a:moveTo>
                    <a:pt x="868" y="40"/>
                  </a:moveTo>
                  <a:lnTo>
                    <a:pt x="868" y="40"/>
                  </a:lnTo>
                  <a:lnTo>
                    <a:pt x="864" y="46"/>
                  </a:lnTo>
                  <a:lnTo>
                    <a:pt x="862" y="48"/>
                  </a:lnTo>
                  <a:lnTo>
                    <a:pt x="858" y="50"/>
                  </a:lnTo>
                  <a:lnTo>
                    <a:pt x="856" y="50"/>
                  </a:lnTo>
                  <a:lnTo>
                    <a:pt x="852" y="50"/>
                  </a:lnTo>
                  <a:lnTo>
                    <a:pt x="848" y="62"/>
                  </a:lnTo>
                  <a:lnTo>
                    <a:pt x="844" y="62"/>
                  </a:lnTo>
                  <a:lnTo>
                    <a:pt x="838" y="62"/>
                  </a:lnTo>
                  <a:lnTo>
                    <a:pt x="832" y="66"/>
                  </a:lnTo>
                  <a:lnTo>
                    <a:pt x="838" y="66"/>
                  </a:lnTo>
                  <a:lnTo>
                    <a:pt x="844" y="66"/>
                  </a:lnTo>
                  <a:lnTo>
                    <a:pt x="846" y="70"/>
                  </a:lnTo>
                  <a:lnTo>
                    <a:pt x="852" y="72"/>
                  </a:lnTo>
                  <a:lnTo>
                    <a:pt x="860" y="72"/>
                  </a:lnTo>
                  <a:lnTo>
                    <a:pt x="872" y="68"/>
                  </a:lnTo>
                  <a:lnTo>
                    <a:pt x="872" y="72"/>
                  </a:lnTo>
                  <a:lnTo>
                    <a:pt x="866" y="72"/>
                  </a:lnTo>
                  <a:lnTo>
                    <a:pt x="862" y="74"/>
                  </a:lnTo>
                  <a:lnTo>
                    <a:pt x="858" y="76"/>
                  </a:lnTo>
                  <a:lnTo>
                    <a:pt x="858" y="80"/>
                  </a:lnTo>
                  <a:lnTo>
                    <a:pt x="846" y="84"/>
                  </a:lnTo>
                  <a:lnTo>
                    <a:pt x="846" y="88"/>
                  </a:lnTo>
                  <a:lnTo>
                    <a:pt x="858" y="90"/>
                  </a:lnTo>
                  <a:lnTo>
                    <a:pt x="866" y="90"/>
                  </a:lnTo>
                  <a:lnTo>
                    <a:pt x="868" y="94"/>
                  </a:lnTo>
                  <a:lnTo>
                    <a:pt x="880" y="94"/>
                  </a:lnTo>
                  <a:lnTo>
                    <a:pt x="886" y="96"/>
                  </a:lnTo>
                  <a:lnTo>
                    <a:pt x="890" y="94"/>
                  </a:lnTo>
                  <a:lnTo>
                    <a:pt x="900" y="92"/>
                  </a:lnTo>
                  <a:lnTo>
                    <a:pt x="902" y="92"/>
                  </a:lnTo>
                  <a:lnTo>
                    <a:pt x="906" y="92"/>
                  </a:lnTo>
                  <a:lnTo>
                    <a:pt x="908" y="90"/>
                  </a:lnTo>
                  <a:lnTo>
                    <a:pt x="908" y="86"/>
                  </a:lnTo>
                  <a:lnTo>
                    <a:pt x="914" y="82"/>
                  </a:lnTo>
                  <a:lnTo>
                    <a:pt x="912" y="76"/>
                  </a:lnTo>
                  <a:lnTo>
                    <a:pt x="908" y="74"/>
                  </a:lnTo>
                  <a:lnTo>
                    <a:pt x="906" y="72"/>
                  </a:lnTo>
                  <a:lnTo>
                    <a:pt x="902" y="80"/>
                  </a:lnTo>
                  <a:lnTo>
                    <a:pt x="900" y="80"/>
                  </a:lnTo>
                  <a:lnTo>
                    <a:pt x="898" y="80"/>
                  </a:lnTo>
                  <a:lnTo>
                    <a:pt x="900" y="70"/>
                  </a:lnTo>
                  <a:lnTo>
                    <a:pt x="894" y="66"/>
                  </a:lnTo>
                  <a:lnTo>
                    <a:pt x="894" y="70"/>
                  </a:lnTo>
                  <a:lnTo>
                    <a:pt x="882" y="72"/>
                  </a:lnTo>
                  <a:lnTo>
                    <a:pt x="890" y="68"/>
                  </a:lnTo>
                  <a:lnTo>
                    <a:pt x="890" y="60"/>
                  </a:lnTo>
                  <a:lnTo>
                    <a:pt x="892" y="60"/>
                  </a:lnTo>
                  <a:lnTo>
                    <a:pt x="892" y="58"/>
                  </a:lnTo>
                  <a:lnTo>
                    <a:pt x="868" y="40"/>
                  </a:lnTo>
                  <a:close/>
                  <a:moveTo>
                    <a:pt x="466" y="44"/>
                  </a:moveTo>
                  <a:lnTo>
                    <a:pt x="466" y="44"/>
                  </a:lnTo>
                  <a:lnTo>
                    <a:pt x="460" y="52"/>
                  </a:lnTo>
                  <a:lnTo>
                    <a:pt x="458" y="56"/>
                  </a:lnTo>
                  <a:lnTo>
                    <a:pt x="458" y="58"/>
                  </a:lnTo>
                  <a:lnTo>
                    <a:pt x="458" y="60"/>
                  </a:lnTo>
                  <a:lnTo>
                    <a:pt x="462" y="62"/>
                  </a:lnTo>
                  <a:lnTo>
                    <a:pt x="470" y="64"/>
                  </a:lnTo>
                  <a:lnTo>
                    <a:pt x="468" y="56"/>
                  </a:lnTo>
                  <a:lnTo>
                    <a:pt x="482" y="56"/>
                  </a:lnTo>
                  <a:lnTo>
                    <a:pt x="478" y="50"/>
                  </a:lnTo>
                  <a:lnTo>
                    <a:pt x="474" y="48"/>
                  </a:lnTo>
                  <a:lnTo>
                    <a:pt x="474" y="44"/>
                  </a:lnTo>
                  <a:lnTo>
                    <a:pt x="470" y="44"/>
                  </a:lnTo>
                  <a:lnTo>
                    <a:pt x="466" y="44"/>
                  </a:lnTo>
                  <a:close/>
                  <a:moveTo>
                    <a:pt x="316" y="46"/>
                  </a:moveTo>
                  <a:lnTo>
                    <a:pt x="314" y="50"/>
                  </a:lnTo>
                  <a:lnTo>
                    <a:pt x="308" y="50"/>
                  </a:lnTo>
                  <a:lnTo>
                    <a:pt x="302" y="50"/>
                  </a:lnTo>
                  <a:lnTo>
                    <a:pt x="296" y="48"/>
                  </a:lnTo>
                  <a:lnTo>
                    <a:pt x="290" y="48"/>
                  </a:lnTo>
                  <a:lnTo>
                    <a:pt x="274" y="54"/>
                  </a:lnTo>
                  <a:lnTo>
                    <a:pt x="272" y="54"/>
                  </a:lnTo>
                  <a:lnTo>
                    <a:pt x="270" y="52"/>
                  </a:lnTo>
                  <a:lnTo>
                    <a:pt x="268" y="54"/>
                  </a:lnTo>
                  <a:lnTo>
                    <a:pt x="264" y="58"/>
                  </a:lnTo>
                  <a:lnTo>
                    <a:pt x="260" y="62"/>
                  </a:lnTo>
                  <a:lnTo>
                    <a:pt x="274" y="62"/>
                  </a:lnTo>
                  <a:lnTo>
                    <a:pt x="274" y="64"/>
                  </a:lnTo>
                  <a:lnTo>
                    <a:pt x="290" y="60"/>
                  </a:lnTo>
                  <a:lnTo>
                    <a:pt x="292" y="64"/>
                  </a:lnTo>
                  <a:lnTo>
                    <a:pt x="298" y="62"/>
                  </a:lnTo>
                  <a:lnTo>
                    <a:pt x="300" y="60"/>
                  </a:lnTo>
                  <a:lnTo>
                    <a:pt x="304" y="54"/>
                  </a:lnTo>
                  <a:lnTo>
                    <a:pt x="312" y="58"/>
                  </a:lnTo>
                  <a:lnTo>
                    <a:pt x="318" y="60"/>
                  </a:lnTo>
                  <a:lnTo>
                    <a:pt x="314" y="66"/>
                  </a:lnTo>
                  <a:lnTo>
                    <a:pt x="320" y="66"/>
                  </a:lnTo>
                  <a:lnTo>
                    <a:pt x="322" y="66"/>
                  </a:lnTo>
                  <a:lnTo>
                    <a:pt x="324" y="70"/>
                  </a:lnTo>
                  <a:lnTo>
                    <a:pt x="328" y="70"/>
                  </a:lnTo>
                  <a:lnTo>
                    <a:pt x="330" y="66"/>
                  </a:lnTo>
                  <a:lnTo>
                    <a:pt x="336" y="64"/>
                  </a:lnTo>
                  <a:lnTo>
                    <a:pt x="340" y="62"/>
                  </a:lnTo>
                  <a:lnTo>
                    <a:pt x="344" y="62"/>
                  </a:lnTo>
                  <a:lnTo>
                    <a:pt x="350" y="64"/>
                  </a:lnTo>
                  <a:lnTo>
                    <a:pt x="350" y="60"/>
                  </a:lnTo>
                  <a:lnTo>
                    <a:pt x="364" y="58"/>
                  </a:lnTo>
                  <a:lnTo>
                    <a:pt x="364" y="52"/>
                  </a:lnTo>
                  <a:lnTo>
                    <a:pt x="358" y="54"/>
                  </a:lnTo>
                  <a:lnTo>
                    <a:pt x="356" y="54"/>
                  </a:lnTo>
                  <a:lnTo>
                    <a:pt x="358" y="50"/>
                  </a:lnTo>
                  <a:lnTo>
                    <a:pt x="346" y="50"/>
                  </a:lnTo>
                  <a:lnTo>
                    <a:pt x="348" y="50"/>
                  </a:lnTo>
                  <a:lnTo>
                    <a:pt x="348" y="52"/>
                  </a:lnTo>
                  <a:lnTo>
                    <a:pt x="346" y="54"/>
                  </a:lnTo>
                  <a:lnTo>
                    <a:pt x="338" y="58"/>
                  </a:lnTo>
                  <a:lnTo>
                    <a:pt x="330" y="58"/>
                  </a:lnTo>
                  <a:lnTo>
                    <a:pt x="314" y="54"/>
                  </a:lnTo>
                  <a:lnTo>
                    <a:pt x="332" y="54"/>
                  </a:lnTo>
                  <a:lnTo>
                    <a:pt x="338" y="54"/>
                  </a:lnTo>
                  <a:lnTo>
                    <a:pt x="330" y="52"/>
                  </a:lnTo>
                  <a:lnTo>
                    <a:pt x="324" y="48"/>
                  </a:lnTo>
                  <a:lnTo>
                    <a:pt x="316" y="46"/>
                  </a:lnTo>
                  <a:close/>
                  <a:moveTo>
                    <a:pt x="392" y="54"/>
                  </a:moveTo>
                  <a:lnTo>
                    <a:pt x="392" y="56"/>
                  </a:lnTo>
                  <a:lnTo>
                    <a:pt x="396" y="56"/>
                  </a:lnTo>
                  <a:lnTo>
                    <a:pt x="394" y="56"/>
                  </a:lnTo>
                  <a:lnTo>
                    <a:pt x="394" y="54"/>
                  </a:lnTo>
                  <a:lnTo>
                    <a:pt x="392" y="54"/>
                  </a:lnTo>
                  <a:close/>
                  <a:moveTo>
                    <a:pt x="436" y="54"/>
                  </a:moveTo>
                  <a:lnTo>
                    <a:pt x="436" y="54"/>
                  </a:lnTo>
                  <a:lnTo>
                    <a:pt x="436" y="66"/>
                  </a:lnTo>
                  <a:lnTo>
                    <a:pt x="438" y="66"/>
                  </a:lnTo>
                  <a:lnTo>
                    <a:pt x="442" y="66"/>
                  </a:lnTo>
                  <a:lnTo>
                    <a:pt x="444" y="64"/>
                  </a:lnTo>
                  <a:lnTo>
                    <a:pt x="444" y="60"/>
                  </a:lnTo>
                  <a:lnTo>
                    <a:pt x="450" y="58"/>
                  </a:lnTo>
                  <a:lnTo>
                    <a:pt x="448" y="56"/>
                  </a:lnTo>
                  <a:lnTo>
                    <a:pt x="436" y="54"/>
                  </a:lnTo>
                  <a:close/>
                  <a:moveTo>
                    <a:pt x="382" y="56"/>
                  </a:moveTo>
                  <a:lnTo>
                    <a:pt x="382" y="56"/>
                  </a:lnTo>
                  <a:lnTo>
                    <a:pt x="374" y="60"/>
                  </a:lnTo>
                  <a:lnTo>
                    <a:pt x="374" y="62"/>
                  </a:lnTo>
                  <a:lnTo>
                    <a:pt x="376" y="62"/>
                  </a:lnTo>
                  <a:lnTo>
                    <a:pt x="388" y="66"/>
                  </a:lnTo>
                  <a:lnTo>
                    <a:pt x="390" y="60"/>
                  </a:lnTo>
                  <a:lnTo>
                    <a:pt x="382" y="56"/>
                  </a:lnTo>
                  <a:close/>
                  <a:moveTo>
                    <a:pt x="426" y="58"/>
                  </a:moveTo>
                  <a:lnTo>
                    <a:pt x="426" y="58"/>
                  </a:lnTo>
                  <a:lnTo>
                    <a:pt x="422" y="62"/>
                  </a:lnTo>
                  <a:lnTo>
                    <a:pt x="420" y="64"/>
                  </a:lnTo>
                  <a:lnTo>
                    <a:pt x="424" y="68"/>
                  </a:lnTo>
                  <a:lnTo>
                    <a:pt x="430" y="68"/>
                  </a:lnTo>
                  <a:lnTo>
                    <a:pt x="432" y="68"/>
                  </a:lnTo>
                  <a:lnTo>
                    <a:pt x="432" y="66"/>
                  </a:lnTo>
                  <a:lnTo>
                    <a:pt x="430" y="64"/>
                  </a:lnTo>
                  <a:lnTo>
                    <a:pt x="432" y="64"/>
                  </a:lnTo>
                  <a:lnTo>
                    <a:pt x="432" y="60"/>
                  </a:lnTo>
                  <a:lnTo>
                    <a:pt x="430" y="58"/>
                  </a:lnTo>
                  <a:lnTo>
                    <a:pt x="426" y="58"/>
                  </a:lnTo>
                  <a:close/>
                  <a:moveTo>
                    <a:pt x="404" y="60"/>
                  </a:moveTo>
                  <a:lnTo>
                    <a:pt x="404" y="64"/>
                  </a:lnTo>
                  <a:lnTo>
                    <a:pt x="408" y="64"/>
                  </a:lnTo>
                  <a:lnTo>
                    <a:pt x="406" y="62"/>
                  </a:lnTo>
                  <a:lnTo>
                    <a:pt x="406" y="60"/>
                  </a:lnTo>
                  <a:lnTo>
                    <a:pt x="404" y="60"/>
                  </a:lnTo>
                  <a:close/>
                  <a:moveTo>
                    <a:pt x="350" y="66"/>
                  </a:moveTo>
                  <a:lnTo>
                    <a:pt x="350" y="66"/>
                  </a:lnTo>
                  <a:lnTo>
                    <a:pt x="346" y="66"/>
                  </a:lnTo>
                  <a:lnTo>
                    <a:pt x="348" y="68"/>
                  </a:lnTo>
                  <a:lnTo>
                    <a:pt x="348" y="70"/>
                  </a:lnTo>
                  <a:lnTo>
                    <a:pt x="356" y="70"/>
                  </a:lnTo>
                  <a:lnTo>
                    <a:pt x="354" y="66"/>
                  </a:lnTo>
                  <a:lnTo>
                    <a:pt x="352" y="66"/>
                  </a:lnTo>
                  <a:lnTo>
                    <a:pt x="350" y="66"/>
                  </a:lnTo>
                  <a:close/>
                  <a:moveTo>
                    <a:pt x="452" y="66"/>
                  </a:moveTo>
                  <a:lnTo>
                    <a:pt x="452" y="66"/>
                  </a:lnTo>
                  <a:lnTo>
                    <a:pt x="448" y="70"/>
                  </a:lnTo>
                  <a:lnTo>
                    <a:pt x="448" y="72"/>
                  </a:lnTo>
                  <a:lnTo>
                    <a:pt x="456" y="78"/>
                  </a:lnTo>
                  <a:lnTo>
                    <a:pt x="458" y="68"/>
                  </a:lnTo>
                  <a:lnTo>
                    <a:pt x="452" y="66"/>
                  </a:lnTo>
                  <a:close/>
                  <a:moveTo>
                    <a:pt x="362" y="68"/>
                  </a:moveTo>
                  <a:lnTo>
                    <a:pt x="362" y="68"/>
                  </a:lnTo>
                  <a:lnTo>
                    <a:pt x="360" y="70"/>
                  </a:lnTo>
                  <a:lnTo>
                    <a:pt x="360" y="74"/>
                  </a:lnTo>
                  <a:lnTo>
                    <a:pt x="368" y="76"/>
                  </a:lnTo>
                  <a:lnTo>
                    <a:pt x="366" y="70"/>
                  </a:lnTo>
                  <a:lnTo>
                    <a:pt x="364" y="70"/>
                  </a:lnTo>
                  <a:lnTo>
                    <a:pt x="362" y="68"/>
                  </a:lnTo>
                  <a:close/>
                  <a:moveTo>
                    <a:pt x="822" y="70"/>
                  </a:moveTo>
                  <a:lnTo>
                    <a:pt x="822" y="70"/>
                  </a:lnTo>
                  <a:lnTo>
                    <a:pt x="820" y="80"/>
                  </a:lnTo>
                  <a:lnTo>
                    <a:pt x="820" y="86"/>
                  </a:lnTo>
                  <a:lnTo>
                    <a:pt x="844" y="84"/>
                  </a:lnTo>
                  <a:lnTo>
                    <a:pt x="844" y="82"/>
                  </a:lnTo>
                  <a:lnTo>
                    <a:pt x="844" y="80"/>
                  </a:lnTo>
                  <a:lnTo>
                    <a:pt x="844" y="78"/>
                  </a:lnTo>
                  <a:lnTo>
                    <a:pt x="838" y="74"/>
                  </a:lnTo>
                  <a:lnTo>
                    <a:pt x="834" y="72"/>
                  </a:lnTo>
                  <a:lnTo>
                    <a:pt x="822" y="70"/>
                  </a:lnTo>
                  <a:close/>
                  <a:moveTo>
                    <a:pt x="930" y="78"/>
                  </a:moveTo>
                  <a:lnTo>
                    <a:pt x="930" y="80"/>
                  </a:lnTo>
                  <a:lnTo>
                    <a:pt x="928" y="80"/>
                  </a:lnTo>
                  <a:lnTo>
                    <a:pt x="926" y="80"/>
                  </a:lnTo>
                  <a:lnTo>
                    <a:pt x="926" y="82"/>
                  </a:lnTo>
                  <a:lnTo>
                    <a:pt x="928" y="82"/>
                  </a:lnTo>
                  <a:lnTo>
                    <a:pt x="916" y="98"/>
                  </a:lnTo>
                  <a:lnTo>
                    <a:pt x="916" y="102"/>
                  </a:lnTo>
                  <a:lnTo>
                    <a:pt x="916" y="106"/>
                  </a:lnTo>
                  <a:lnTo>
                    <a:pt x="912" y="110"/>
                  </a:lnTo>
                  <a:lnTo>
                    <a:pt x="906" y="114"/>
                  </a:lnTo>
                  <a:lnTo>
                    <a:pt x="914" y="114"/>
                  </a:lnTo>
                  <a:lnTo>
                    <a:pt x="916" y="114"/>
                  </a:lnTo>
                  <a:lnTo>
                    <a:pt x="920" y="112"/>
                  </a:lnTo>
                  <a:lnTo>
                    <a:pt x="922" y="108"/>
                  </a:lnTo>
                  <a:lnTo>
                    <a:pt x="926" y="106"/>
                  </a:lnTo>
                  <a:lnTo>
                    <a:pt x="934" y="108"/>
                  </a:lnTo>
                  <a:lnTo>
                    <a:pt x="940" y="108"/>
                  </a:lnTo>
                  <a:lnTo>
                    <a:pt x="946" y="108"/>
                  </a:lnTo>
                  <a:lnTo>
                    <a:pt x="954" y="104"/>
                  </a:lnTo>
                  <a:lnTo>
                    <a:pt x="956" y="104"/>
                  </a:lnTo>
                  <a:lnTo>
                    <a:pt x="960" y="104"/>
                  </a:lnTo>
                  <a:lnTo>
                    <a:pt x="962" y="100"/>
                  </a:lnTo>
                  <a:lnTo>
                    <a:pt x="962" y="96"/>
                  </a:lnTo>
                  <a:lnTo>
                    <a:pt x="940" y="82"/>
                  </a:lnTo>
                  <a:lnTo>
                    <a:pt x="936" y="84"/>
                  </a:lnTo>
                  <a:lnTo>
                    <a:pt x="934" y="86"/>
                  </a:lnTo>
                  <a:lnTo>
                    <a:pt x="934" y="84"/>
                  </a:lnTo>
                  <a:lnTo>
                    <a:pt x="934" y="82"/>
                  </a:lnTo>
                  <a:lnTo>
                    <a:pt x="936" y="80"/>
                  </a:lnTo>
                  <a:lnTo>
                    <a:pt x="932" y="78"/>
                  </a:lnTo>
                  <a:lnTo>
                    <a:pt x="930" y="78"/>
                  </a:lnTo>
                  <a:close/>
                  <a:moveTo>
                    <a:pt x="532" y="142"/>
                  </a:moveTo>
                  <a:lnTo>
                    <a:pt x="532" y="142"/>
                  </a:lnTo>
                  <a:lnTo>
                    <a:pt x="528" y="146"/>
                  </a:lnTo>
                  <a:lnTo>
                    <a:pt x="522" y="150"/>
                  </a:lnTo>
                  <a:lnTo>
                    <a:pt x="520" y="150"/>
                  </a:lnTo>
                  <a:lnTo>
                    <a:pt x="518" y="148"/>
                  </a:lnTo>
                  <a:lnTo>
                    <a:pt x="510" y="154"/>
                  </a:lnTo>
                  <a:lnTo>
                    <a:pt x="502" y="158"/>
                  </a:lnTo>
                  <a:lnTo>
                    <a:pt x="496" y="158"/>
                  </a:lnTo>
                  <a:lnTo>
                    <a:pt x="492" y="158"/>
                  </a:lnTo>
                  <a:lnTo>
                    <a:pt x="488" y="160"/>
                  </a:lnTo>
                  <a:lnTo>
                    <a:pt x="486" y="162"/>
                  </a:lnTo>
                  <a:lnTo>
                    <a:pt x="486" y="158"/>
                  </a:lnTo>
                  <a:lnTo>
                    <a:pt x="484" y="158"/>
                  </a:lnTo>
                  <a:lnTo>
                    <a:pt x="482" y="160"/>
                  </a:lnTo>
                  <a:lnTo>
                    <a:pt x="480" y="160"/>
                  </a:lnTo>
                  <a:lnTo>
                    <a:pt x="476" y="158"/>
                  </a:lnTo>
                  <a:lnTo>
                    <a:pt x="474" y="156"/>
                  </a:lnTo>
                  <a:lnTo>
                    <a:pt x="470" y="156"/>
                  </a:lnTo>
                  <a:lnTo>
                    <a:pt x="470" y="162"/>
                  </a:lnTo>
                  <a:lnTo>
                    <a:pt x="460" y="162"/>
                  </a:lnTo>
                  <a:lnTo>
                    <a:pt x="450" y="162"/>
                  </a:lnTo>
                  <a:lnTo>
                    <a:pt x="450" y="166"/>
                  </a:lnTo>
                  <a:lnTo>
                    <a:pt x="446" y="166"/>
                  </a:lnTo>
                  <a:lnTo>
                    <a:pt x="442" y="166"/>
                  </a:lnTo>
                  <a:lnTo>
                    <a:pt x="438" y="170"/>
                  </a:lnTo>
                  <a:lnTo>
                    <a:pt x="436" y="174"/>
                  </a:lnTo>
                  <a:lnTo>
                    <a:pt x="428" y="174"/>
                  </a:lnTo>
                  <a:lnTo>
                    <a:pt x="420" y="174"/>
                  </a:lnTo>
                  <a:lnTo>
                    <a:pt x="418" y="176"/>
                  </a:lnTo>
                  <a:lnTo>
                    <a:pt x="418" y="178"/>
                  </a:lnTo>
                  <a:lnTo>
                    <a:pt x="414" y="178"/>
                  </a:lnTo>
                  <a:lnTo>
                    <a:pt x="412" y="178"/>
                  </a:lnTo>
                  <a:lnTo>
                    <a:pt x="410" y="176"/>
                  </a:lnTo>
                  <a:lnTo>
                    <a:pt x="408" y="180"/>
                  </a:lnTo>
                  <a:lnTo>
                    <a:pt x="410" y="180"/>
                  </a:lnTo>
                  <a:lnTo>
                    <a:pt x="410" y="182"/>
                  </a:lnTo>
                  <a:lnTo>
                    <a:pt x="406" y="184"/>
                  </a:lnTo>
                  <a:lnTo>
                    <a:pt x="406" y="186"/>
                  </a:lnTo>
                  <a:lnTo>
                    <a:pt x="410" y="188"/>
                  </a:lnTo>
                  <a:lnTo>
                    <a:pt x="406" y="188"/>
                  </a:lnTo>
                  <a:lnTo>
                    <a:pt x="404" y="188"/>
                  </a:lnTo>
                  <a:lnTo>
                    <a:pt x="402" y="186"/>
                  </a:lnTo>
                  <a:lnTo>
                    <a:pt x="398" y="192"/>
                  </a:lnTo>
                  <a:lnTo>
                    <a:pt x="398" y="190"/>
                  </a:lnTo>
                  <a:lnTo>
                    <a:pt x="396" y="190"/>
                  </a:lnTo>
                  <a:lnTo>
                    <a:pt x="396" y="196"/>
                  </a:lnTo>
                  <a:lnTo>
                    <a:pt x="394" y="196"/>
                  </a:lnTo>
                  <a:lnTo>
                    <a:pt x="388" y="198"/>
                  </a:lnTo>
                  <a:lnTo>
                    <a:pt x="386" y="200"/>
                  </a:lnTo>
                  <a:lnTo>
                    <a:pt x="384" y="204"/>
                  </a:lnTo>
                  <a:lnTo>
                    <a:pt x="382" y="202"/>
                  </a:lnTo>
                  <a:lnTo>
                    <a:pt x="378" y="204"/>
                  </a:lnTo>
                  <a:lnTo>
                    <a:pt x="378" y="206"/>
                  </a:lnTo>
                  <a:lnTo>
                    <a:pt x="386" y="210"/>
                  </a:lnTo>
                  <a:lnTo>
                    <a:pt x="386" y="212"/>
                  </a:lnTo>
                  <a:lnTo>
                    <a:pt x="382" y="216"/>
                  </a:lnTo>
                  <a:lnTo>
                    <a:pt x="386" y="216"/>
                  </a:lnTo>
                  <a:lnTo>
                    <a:pt x="388" y="218"/>
                  </a:lnTo>
                  <a:lnTo>
                    <a:pt x="388" y="220"/>
                  </a:lnTo>
                  <a:lnTo>
                    <a:pt x="382" y="222"/>
                  </a:lnTo>
                  <a:lnTo>
                    <a:pt x="372" y="226"/>
                  </a:lnTo>
                  <a:lnTo>
                    <a:pt x="374" y="234"/>
                  </a:lnTo>
                  <a:lnTo>
                    <a:pt x="374" y="236"/>
                  </a:lnTo>
                  <a:lnTo>
                    <a:pt x="372" y="238"/>
                  </a:lnTo>
                  <a:lnTo>
                    <a:pt x="372" y="236"/>
                  </a:lnTo>
                  <a:lnTo>
                    <a:pt x="374" y="236"/>
                  </a:lnTo>
                  <a:lnTo>
                    <a:pt x="372" y="238"/>
                  </a:lnTo>
                  <a:lnTo>
                    <a:pt x="374" y="238"/>
                  </a:lnTo>
                  <a:lnTo>
                    <a:pt x="374" y="240"/>
                  </a:lnTo>
                  <a:lnTo>
                    <a:pt x="370" y="242"/>
                  </a:lnTo>
                  <a:lnTo>
                    <a:pt x="372" y="244"/>
                  </a:lnTo>
                  <a:lnTo>
                    <a:pt x="372" y="246"/>
                  </a:lnTo>
                  <a:lnTo>
                    <a:pt x="366" y="248"/>
                  </a:lnTo>
                  <a:lnTo>
                    <a:pt x="362" y="250"/>
                  </a:lnTo>
                  <a:lnTo>
                    <a:pt x="362" y="256"/>
                  </a:lnTo>
                  <a:lnTo>
                    <a:pt x="364" y="264"/>
                  </a:lnTo>
                  <a:lnTo>
                    <a:pt x="368" y="264"/>
                  </a:lnTo>
                  <a:lnTo>
                    <a:pt x="370" y="258"/>
                  </a:lnTo>
                  <a:lnTo>
                    <a:pt x="372" y="258"/>
                  </a:lnTo>
                  <a:lnTo>
                    <a:pt x="374" y="260"/>
                  </a:lnTo>
                  <a:lnTo>
                    <a:pt x="376" y="262"/>
                  </a:lnTo>
                  <a:lnTo>
                    <a:pt x="378" y="260"/>
                  </a:lnTo>
                  <a:lnTo>
                    <a:pt x="378" y="258"/>
                  </a:lnTo>
                  <a:lnTo>
                    <a:pt x="384" y="258"/>
                  </a:lnTo>
                  <a:lnTo>
                    <a:pt x="384" y="262"/>
                  </a:lnTo>
                  <a:lnTo>
                    <a:pt x="384" y="268"/>
                  </a:lnTo>
                  <a:lnTo>
                    <a:pt x="388" y="268"/>
                  </a:lnTo>
                  <a:lnTo>
                    <a:pt x="390" y="268"/>
                  </a:lnTo>
                  <a:lnTo>
                    <a:pt x="394" y="266"/>
                  </a:lnTo>
                  <a:lnTo>
                    <a:pt x="394" y="272"/>
                  </a:lnTo>
                  <a:lnTo>
                    <a:pt x="390" y="272"/>
                  </a:lnTo>
                  <a:lnTo>
                    <a:pt x="384" y="272"/>
                  </a:lnTo>
                  <a:lnTo>
                    <a:pt x="384" y="276"/>
                  </a:lnTo>
                  <a:lnTo>
                    <a:pt x="388" y="276"/>
                  </a:lnTo>
                  <a:lnTo>
                    <a:pt x="388" y="278"/>
                  </a:lnTo>
                  <a:lnTo>
                    <a:pt x="382" y="282"/>
                  </a:lnTo>
                  <a:lnTo>
                    <a:pt x="396" y="282"/>
                  </a:lnTo>
                  <a:lnTo>
                    <a:pt x="402" y="286"/>
                  </a:lnTo>
                  <a:lnTo>
                    <a:pt x="406" y="280"/>
                  </a:lnTo>
                  <a:lnTo>
                    <a:pt x="408" y="282"/>
                  </a:lnTo>
                  <a:lnTo>
                    <a:pt x="410" y="284"/>
                  </a:lnTo>
                  <a:lnTo>
                    <a:pt x="422" y="284"/>
                  </a:lnTo>
                  <a:lnTo>
                    <a:pt x="420" y="280"/>
                  </a:lnTo>
                  <a:lnTo>
                    <a:pt x="418" y="276"/>
                  </a:lnTo>
                  <a:lnTo>
                    <a:pt x="424" y="276"/>
                  </a:lnTo>
                  <a:lnTo>
                    <a:pt x="426" y="278"/>
                  </a:lnTo>
                  <a:lnTo>
                    <a:pt x="426" y="280"/>
                  </a:lnTo>
                  <a:lnTo>
                    <a:pt x="428" y="280"/>
                  </a:lnTo>
                  <a:lnTo>
                    <a:pt x="436" y="278"/>
                  </a:lnTo>
                  <a:lnTo>
                    <a:pt x="436" y="274"/>
                  </a:lnTo>
                  <a:lnTo>
                    <a:pt x="430" y="274"/>
                  </a:lnTo>
                  <a:lnTo>
                    <a:pt x="426" y="274"/>
                  </a:lnTo>
                  <a:lnTo>
                    <a:pt x="422" y="272"/>
                  </a:lnTo>
                  <a:lnTo>
                    <a:pt x="418" y="270"/>
                  </a:lnTo>
                  <a:lnTo>
                    <a:pt x="414" y="262"/>
                  </a:lnTo>
                  <a:lnTo>
                    <a:pt x="410" y="254"/>
                  </a:lnTo>
                  <a:lnTo>
                    <a:pt x="408" y="246"/>
                  </a:lnTo>
                  <a:lnTo>
                    <a:pt x="412" y="244"/>
                  </a:lnTo>
                  <a:lnTo>
                    <a:pt x="410" y="240"/>
                  </a:lnTo>
                  <a:lnTo>
                    <a:pt x="410" y="238"/>
                  </a:lnTo>
                  <a:lnTo>
                    <a:pt x="416" y="226"/>
                  </a:lnTo>
                  <a:lnTo>
                    <a:pt x="416" y="222"/>
                  </a:lnTo>
                  <a:lnTo>
                    <a:pt x="410" y="220"/>
                  </a:lnTo>
                  <a:lnTo>
                    <a:pt x="416" y="220"/>
                  </a:lnTo>
                  <a:lnTo>
                    <a:pt x="420" y="218"/>
                  </a:lnTo>
                  <a:lnTo>
                    <a:pt x="420" y="216"/>
                  </a:lnTo>
                  <a:lnTo>
                    <a:pt x="420" y="214"/>
                  </a:lnTo>
                  <a:lnTo>
                    <a:pt x="420" y="212"/>
                  </a:lnTo>
                  <a:lnTo>
                    <a:pt x="420" y="210"/>
                  </a:lnTo>
                  <a:lnTo>
                    <a:pt x="422" y="210"/>
                  </a:lnTo>
                  <a:lnTo>
                    <a:pt x="422" y="212"/>
                  </a:lnTo>
                  <a:lnTo>
                    <a:pt x="426" y="212"/>
                  </a:lnTo>
                  <a:lnTo>
                    <a:pt x="426" y="210"/>
                  </a:lnTo>
                  <a:lnTo>
                    <a:pt x="424" y="206"/>
                  </a:lnTo>
                  <a:lnTo>
                    <a:pt x="430" y="206"/>
                  </a:lnTo>
                  <a:lnTo>
                    <a:pt x="428" y="202"/>
                  </a:lnTo>
                  <a:lnTo>
                    <a:pt x="428" y="200"/>
                  </a:lnTo>
                  <a:lnTo>
                    <a:pt x="430" y="198"/>
                  </a:lnTo>
                  <a:lnTo>
                    <a:pt x="436" y="202"/>
                  </a:lnTo>
                  <a:lnTo>
                    <a:pt x="438" y="194"/>
                  </a:lnTo>
                  <a:lnTo>
                    <a:pt x="442" y="194"/>
                  </a:lnTo>
                  <a:lnTo>
                    <a:pt x="444" y="190"/>
                  </a:lnTo>
                  <a:lnTo>
                    <a:pt x="446" y="186"/>
                  </a:lnTo>
                  <a:lnTo>
                    <a:pt x="460" y="186"/>
                  </a:lnTo>
                  <a:lnTo>
                    <a:pt x="462" y="182"/>
                  </a:lnTo>
                  <a:lnTo>
                    <a:pt x="466" y="176"/>
                  </a:lnTo>
                  <a:lnTo>
                    <a:pt x="472" y="176"/>
                  </a:lnTo>
                  <a:lnTo>
                    <a:pt x="476" y="176"/>
                  </a:lnTo>
                  <a:lnTo>
                    <a:pt x="486" y="176"/>
                  </a:lnTo>
                  <a:lnTo>
                    <a:pt x="494" y="170"/>
                  </a:lnTo>
                  <a:lnTo>
                    <a:pt x="496" y="172"/>
                  </a:lnTo>
                  <a:lnTo>
                    <a:pt x="498" y="174"/>
                  </a:lnTo>
                  <a:lnTo>
                    <a:pt x="504" y="168"/>
                  </a:lnTo>
                  <a:lnTo>
                    <a:pt x="526" y="162"/>
                  </a:lnTo>
                  <a:lnTo>
                    <a:pt x="544" y="156"/>
                  </a:lnTo>
                  <a:lnTo>
                    <a:pt x="540" y="142"/>
                  </a:lnTo>
                  <a:lnTo>
                    <a:pt x="532" y="142"/>
                  </a:lnTo>
                  <a:close/>
                  <a:moveTo>
                    <a:pt x="906" y="156"/>
                  </a:moveTo>
                  <a:lnTo>
                    <a:pt x="906" y="156"/>
                  </a:lnTo>
                  <a:lnTo>
                    <a:pt x="908" y="164"/>
                  </a:lnTo>
                  <a:lnTo>
                    <a:pt x="902" y="164"/>
                  </a:lnTo>
                  <a:lnTo>
                    <a:pt x="904" y="160"/>
                  </a:lnTo>
                  <a:lnTo>
                    <a:pt x="906" y="156"/>
                  </a:lnTo>
                  <a:close/>
                  <a:moveTo>
                    <a:pt x="954" y="162"/>
                  </a:moveTo>
                  <a:lnTo>
                    <a:pt x="954" y="162"/>
                  </a:lnTo>
                  <a:lnTo>
                    <a:pt x="958" y="166"/>
                  </a:lnTo>
                  <a:lnTo>
                    <a:pt x="956" y="168"/>
                  </a:lnTo>
                  <a:lnTo>
                    <a:pt x="944" y="174"/>
                  </a:lnTo>
                  <a:lnTo>
                    <a:pt x="932" y="184"/>
                  </a:lnTo>
                  <a:lnTo>
                    <a:pt x="932" y="180"/>
                  </a:lnTo>
                  <a:lnTo>
                    <a:pt x="926" y="178"/>
                  </a:lnTo>
                  <a:lnTo>
                    <a:pt x="926" y="174"/>
                  </a:lnTo>
                  <a:lnTo>
                    <a:pt x="928" y="170"/>
                  </a:lnTo>
                  <a:lnTo>
                    <a:pt x="928" y="168"/>
                  </a:lnTo>
                  <a:lnTo>
                    <a:pt x="930" y="170"/>
                  </a:lnTo>
                  <a:lnTo>
                    <a:pt x="930" y="172"/>
                  </a:lnTo>
                  <a:lnTo>
                    <a:pt x="936" y="172"/>
                  </a:lnTo>
                  <a:lnTo>
                    <a:pt x="942" y="170"/>
                  </a:lnTo>
                  <a:lnTo>
                    <a:pt x="954" y="166"/>
                  </a:lnTo>
                  <a:lnTo>
                    <a:pt x="952" y="164"/>
                  </a:lnTo>
                  <a:lnTo>
                    <a:pt x="954" y="162"/>
                  </a:lnTo>
                  <a:close/>
                  <a:moveTo>
                    <a:pt x="578" y="210"/>
                  </a:moveTo>
                  <a:lnTo>
                    <a:pt x="578" y="210"/>
                  </a:lnTo>
                  <a:lnTo>
                    <a:pt x="576" y="218"/>
                  </a:lnTo>
                  <a:lnTo>
                    <a:pt x="576" y="220"/>
                  </a:lnTo>
                  <a:lnTo>
                    <a:pt x="578" y="220"/>
                  </a:lnTo>
                  <a:lnTo>
                    <a:pt x="586" y="220"/>
                  </a:lnTo>
                  <a:lnTo>
                    <a:pt x="584" y="216"/>
                  </a:lnTo>
                  <a:lnTo>
                    <a:pt x="584" y="214"/>
                  </a:lnTo>
                  <a:lnTo>
                    <a:pt x="586" y="212"/>
                  </a:lnTo>
                  <a:lnTo>
                    <a:pt x="578" y="210"/>
                  </a:lnTo>
                  <a:close/>
                  <a:moveTo>
                    <a:pt x="398" y="216"/>
                  </a:moveTo>
                  <a:lnTo>
                    <a:pt x="398" y="216"/>
                  </a:lnTo>
                  <a:lnTo>
                    <a:pt x="400" y="218"/>
                  </a:lnTo>
                  <a:lnTo>
                    <a:pt x="396" y="218"/>
                  </a:lnTo>
                  <a:lnTo>
                    <a:pt x="396" y="216"/>
                  </a:lnTo>
                  <a:lnTo>
                    <a:pt x="398" y="216"/>
                  </a:lnTo>
                  <a:close/>
                  <a:moveTo>
                    <a:pt x="408" y="216"/>
                  </a:moveTo>
                  <a:lnTo>
                    <a:pt x="408" y="216"/>
                  </a:lnTo>
                  <a:lnTo>
                    <a:pt x="410" y="218"/>
                  </a:lnTo>
                  <a:lnTo>
                    <a:pt x="410" y="220"/>
                  </a:lnTo>
                  <a:lnTo>
                    <a:pt x="406" y="218"/>
                  </a:lnTo>
                  <a:lnTo>
                    <a:pt x="404" y="218"/>
                  </a:lnTo>
                  <a:lnTo>
                    <a:pt x="408" y="216"/>
                  </a:lnTo>
                  <a:close/>
                  <a:moveTo>
                    <a:pt x="756" y="216"/>
                  </a:moveTo>
                  <a:lnTo>
                    <a:pt x="756" y="216"/>
                  </a:lnTo>
                  <a:lnTo>
                    <a:pt x="754" y="222"/>
                  </a:lnTo>
                  <a:lnTo>
                    <a:pt x="752" y="226"/>
                  </a:lnTo>
                  <a:lnTo>
                    <a:pt x="750" y="226"/>
                  </a:lnTo>
                  <a:lnTo>
                    <a:pt x="750" y="224"/>
                  </a:lnTo>
                  <a:lnTo>
                    <a:pt x="756" y="216"/>
                  </a:lnTo>
                  <a:close/>
                  <a:moveTo>
                    <a:pt x="678" y="218"/>
                  </a:moveTo>
                  <a:lnTo>
                    <a:pt x="678" y="218"/>
                  </a:lnTo>
                  <a:lnTo>
                    <a:pt x="672" y="224"/>
                  </a:lnTo>
                  <a:lnTo>
                    <a:pt x="676" y="230"/>
                  </a:lnTo>
                  <a:lnTo>
                    <a:pt x="678" y="230"/>
                  </a:lnTo>
                  <a:lnTo>
                    <a:pt x="682" y="230"/>
                  </a:lnTo>
                  <a:lnTo>
                    <a:pt x="682" y="222"/>
                  </a:lnTo>
                  <a:lnTo>
                    <a:pt x="678" y="218"/>
                  </a:lnTo>
                  <a:close/>
                  <a:moveTo>
                    <a:pt x="664" y="232"/>
                  </a:moveTo>
                  <a:lnTo>
                    <a:pt x="664" y="232"/>
                  </a:lnTo>
                  <a:lnTo>
                    <a:pt x="660" y="238"/>
                  </a:lnTo>
                  <a:lnTo>
                    <a:pt x="660" y="240"/>
                  </a:lnTo>
                  <a:lnTo>
                    <a:pt x="656" y="242"/>
                  </a:lnTo>
                  <a:lnTo>
                    <a:pt x="662" y="242"/>
                  </a:lnTo>
                  <a:lnTo>
                    <a:pt x="672" y="240"/>
                  </a:lnTo>
                  <a:lnTo>
                    <a:pt x="672" y="234"/>
                  </a:lnTo>
                  <a:lnTo>
                    <a:pt x="668" y="234"/>
                  </a:lnTo>
                  <a:lnTo>
                    <a:pt x="664" y="232"/>
                  </a:lnTo>
                  <a:close/>
                  <a:moveTo>
                    <a:pt x="666" y="278"/>
                  </a:moveTo>
                  <a:lnTo>
                    <a:pt x="666" y="278"/>
                  </a:lnTo>
                  <a:lnTo>
                    <a:pt x="666" y="280"/>
                  </a:lnTo>
                  <a:lnTo>
                    <a:pt x="664" y="282"/>
                  </a:lnTo>
                  <a:lnTo>
                    <a:pt x="664" y="278"/>
                  </a:lnTo>
                  <a:lnTo>
                    <a:pt x="666" y="278"/>
                  </a:lnTo>
                  <a:close/>
                  <a:moveTo>
                    <a:pt x="444" y="286"/>
                  </a:moveTo>
                  <a:lnTo>
                    <a:pt x="444" y="286"/>
                  </a:lnTo>
                  <a:lnTo>
                    <a:pt x="444" y="290"/>
                  </a:lnTo>
                  <a:lnTo>
                    <a:pt x="444" y="296"/>
                  </a:lnTo>
                  <a:lnTo>
                    <a:pt x="450" y="296"/>
                  </a:lnTo>
                  <a:lnTo>
                    <a:pt x="454" y="298"/>
                  </a:lnTo>
                  <a:lnTo>
                    <a:pt x="454" y="300"/>
                  </a:lnTo>
                  <a:lnTo>
                    <a:pt x="458" y="300"/>
                  </a:lnTo>
                  <a:lnTo>
                    <a:pt x="464" y="300"/>
                  </a:lnTo>
                  <a:lnTo>
                    <a:pt x="464" y="294"/>
                  </a:lnTo>
                  <a:lnTo>
                    <a:pt x="450" y="286"/>
                  </a:lnTo>
                  <a:lnTo>
                    <a:pt x="448" y="286"/>
                  </a:lnTo>
                  <a:lnTo>
                    <a:pt x="444" y="286"/>
                  </a:lnTo>
                  <a:close/>
                  <a:moveTo>
                    <a:pt x="338" y="300"/>
                  </a:moveTo>
                  <a:lnTo>
                    <a:pt x="338" y="300"/>
                  </a:lnTo>
                  <a:lnTo>
                    <a:pt x="336" y="302"/>
                  </a:lnTo>
                  <a:lnTo>
                    <a:pt x="332" y="304"/>
                  </a:lnTo>
                  <a:lnTo>
                    <a:pt x="332" y="308"/>
                  </a:lnTo>
                  <a:lnTo>
                    <a:pt x="332" y="312"/>
                  </a:lnTo>
                  <a:lnTo>
                    <a:pt x="334" y="314"/>
                  </a:lnTo>
                  <a:lnTo>
                    <a:pt x="336" y="316"/>
                  </a:lnTo>
                  <a:lnTo>
                    <a:pt x="340" y="316"/>
                  </a:lnTo>
                  <a:lnTo>
                    <a:pt x="342" y="314"/>
                  </a:lnTo>
                  <a:lnTo>
                    <a:pt x="346" y="312"/>
                  </a:lnTo>
                  <a:lnTo>
                    <a:pt x="346" y="308"/>
                  </a:lnTo>
                  <a:lnTo>
                    <a:pt x="346" y="304"/>
                  </a:lnTo>
                  <a:lnTo>
                    <a:pt x="338" y="300"/>
                  </a:lnTo>
                  <a:close/>
                  <a:moveTo>
                    <a:pt x="220" y="398"/>
                  </a:moveTo>
                  <a:lnTo>
                    <a:pt x="220" y="398"/>
                  </a:lnTo>
                  <a:lnTo>
                    <a:pt x="220" y="400"/>
                  </a:lnTo>
                  <a:lnTo>
                    <a:pt x="218" y="402"/>
                  </a:lnTo>
                  <a:lnTo>
                    <a:pt x="218" y="400"/>
                  </a:lnTo>
                  <a:lnTo>
                    <a:pt x="218" y="398"/>
                  </a:lnTo>
                  <a:lnTo>
                    <a:pt x="220" y="398"/>
                  </a:lnTo>
                  <a:close/>
                  <a:moveTo>
                    <a:pt x="168" y="422"/>
                  </a:moveTo>
                  <a:lnTo>
                    <a:pt x="168" y="422"/>
                  </a:lnTo>
                  <a:lnTo>
                    <a:pt x="174" y="422"/>
                  </a:lnTo>
                  <a:lnTo>
                    <a:pt x="176" y="424"/>
                  </a:lnTo>
                  <a:lnTo>
                    <a:pt x="176" y="426"/>
                  </a:lnTo>
                  <a:lnTo>
                    <a:pt x="178" y="428"/>
                  </a:lnTo>
                  <a:lnTo>
                    <a:pt x="180" y="430"/>
                  </a:lnTo>
                  <a:lnTo>
                    <a:pt x="178" y="432"/>
                  </a:lnTo>
                  <a:lnTo>
                    <a:pt x="170" y="432"/>
                  </a:lnTo>
                  <a:lnTo>
                    <a:pt x="168" y="422"/>
                  </a:lnTo>
                  <a:close/>
                  <a:moveTo>
                    <a:pt x="176" y="442"/>
                  </a:moveTo>
                  <a:lnTo>
                    <a:pt x="176" y="442"/>
                  </a:lnTo>
                  <a:lnTo>
                    <a:pt x="186" y="446"/>
                  </a:lnTo>
                  <a:lnTo>
                    <a:pt x="186" y="452"/>
                  </a:lnTo>
                  <a:lnTo>
                    <a:pt x="188" y="460"/>
                  </a:lnTo>
                  <a:lnTo>
                    <a:pt x="192" y="464"/>
                  </a:lnTo>
                  <a:lnTo>
                    <a:pt x="192" y="468"/>
                  </a:lnTo>
                  <a:lnTo>
                    <a:pt x="192" y="472"/>
                  </a:lnTo>
                  <a:lnTo>
                    <a:pt x="188" y="476"/>
                  </a:lnTo>
                  <a:lnTo>
                    <a:pt x="180" y="468"/>
                  </a:lnTo>
                  <a:lnTo>
                    <a:pt x="172" y="462"/>
                  </a:lnTo>
                  <a:lnTo>
                    <a:pt x="172" y="458"/>
                  </a:lnTo>
                  <a:lnTo>
                    <a:pt x="178" y="460"/>
                  </a:lnTo>
                  <a:lnTo>
                    <a:pt x="176" y="456"/>
                  </a:lnTo>
                  <a:lnTo>
                    <a:pt x="176" y="454"/>
                  </a:lnTo>
                  <a:lnTo>
                    <a:pt x="178" y="454"/>
                  </a:lnTo>
                  <a:lnTo>
                    <a:pt x="178" y="456"/>
                  </a:lnTo>
                  <a:lnTo>
                    <a:pt x="180" y="456"/>
                  </a:lnTo>
                  <a:lnTo>
                    <a:pt x="182" y="450"/>
                  </a:lnTo>
                  <a:lnTo>
                    <a:pt x="182" y="448"/>
                  </a:lnTo>
                  <a:lnTo>
                    <a:pt x="180" y="446"/>
                  </a:lnTo>
                  <a:lnTo>
                    <a:pt x="178" y="448"/>
                  </a:lnTo>
                  <a:lnTo>
                    <a:pt x="180" y="448"/>
                  </a:lnTo>
                  <a:lnTo>
                    <a:pt x="178" y="448"/>
                  </a:lnTo>
                  <a:lnTo>
                    <a:pt x="176" y="448"/>
                  </a:lnTo>
                  <a:lnTo>
                    <a:pt x="174" y="446"/>
                  </a:lnTo>
                  <a:lnTo>
                    <a:pt x="174" y="442"/>
                  </a:lnTo>
                  <a:lnTo>
                    <a:pt x="176" y="442"/>
                  </a:lnTo>
                  <a:close/>
                  <a:moveTo>
                    <a:pt x="130" y="458"/>
                  </a:moveTo>
                  <a:lnTo>
                    <a:pt x="130" y="458"/>
                  </a:lnTo>
                  <a:lnTo>
                    <a:pt x="136" y="464"/>
                  </a:lnTo>
                  <a:lnTo>
                    <a:pt x="142" y="468"/>
                  </a:lnTo>
                  <a:lnTo>
                    <a:pt x="144" y="468"/>
                  </a:lnTo>
                  <a:lnTo>
                    <a:pt x="148" y="468"/>
                  </a:lnTo>
                  <a:lnTo>
                    <a:pt x="150" y="472"/>
                  </a:lnTo>
                  <a:lnTo>
                    <a:pt x="150" y="476"/>
                  </a:lnTo>
                  <a:lnTo>
                    <a:pt x="152" y="476"/>
                  </a:lnTo>
                  <a:lnTo>
                    <a:pt x="152" y="478"/>
                  </a:lnTo>
                  <a:lnTo>
                    <a:pt x="152" y="484"/>
                  </a:lnTo>
                  <a:lnTo>
                    <a:pt x="150" y="484"/>
                  </a:lnTo>
                  <a:lnTo>
                    <a:pt x="150" y="482"/>
                  </a:lnTo>
                  <a:lnTo>
                    <a:pt x="150" y="488"/>
                  </a:lnTo>
                  <a:lnTo>
                    <a:pt x="134" y="490"/>
                  </a:lnTo>
                  <a:lnTo>
                    <a:pt x="134" y="486"/>
                  </a:lnTo>
                  <a:lnTo>
                    <a:pt x="126" y="478"/>
                  </a:lnTo>
                  <a:lnTo>
                    <a:pt x="126" y="474"/>
                  </a:lnTo>
                  <a:lnTo>
                    <a:pt x="124" y="470"/>
                  </a:lnTo>
                  <a:lnTo>
                    <a:pt x="120" y="464"/>
                  </a:lnTo>
                  <a:lnTo>
                    <a:pt x="126" y="462"/>
                  </a:lnTo>
                  <a:lnTo>
                    <a:pt x="130" y="458"/>
                  </a:lnTo>
                  <a:close/>
                  <a:moveTo>
                    <a:pt x="200" y="484"/>
                  </a:moveTo>
                  <a:lnTo>
                    <a:pt x="200" y="484"/>
                  </a:lnTo>
                  <a:lnTo>
                    <a:pt x="204" y="484"/>
                  </a:lnTo>
                  <a:lnTo>
                    <a:pt x="206" y="486"/>
                  </a:lnTo>
                  <a:lnTo>
                    <a:pt x="204" y="488"/>
                  </a:lnTo>
                  <a:lnTo>
                    <a:pt x="200" y="488"/>
                  </a:lnTo>
                  <a:lnTo>
                    <a:pt x="198" y="486"/>
                  </a:lnTo>
                  <a:lnTo>
                    <a:pt x="198" y="484"/>
                  </a:lnTo>
                  <a:lnTo>
                    <a:pt x="200" y="484"/>
                  </a:lnTo>
                  <a:close/>
                  <a:moveTo>
                    <a:pt x="206" y="504"/>
                  </a:moveTo>
                  <a:lnTo>
                    <a:pt x="206" y="504"/>
                  </a:lnTo>
                  <a:lnTo>
                    <a:pt x="208" y="508"/>
                  </a:lnTo>
                  <a:lnTo>
                    <a:pt x="208" y="510"/>
                  </a:lnTo>
                  <a:lnTo>
                    <a:pt x="206" y="510"/>
                  </a:lnTo>
                  <a:lnTo>
                    <a:pt x="206" y="506"/>
                  </a:lnTo>
                  <a:lnTo>
                    <a:pt x="206" y="504"/>
                  </a:lnTo>
                  <a:close/>
                  <a:moveTo>
                    <a:pt x="212" y="512"/>
                  </a:moveTo>
                  <a:lnTo>
                    <a:pt x="212" y="512"/>
                  </a:lnTo>
                  <a:lnTo>
                    <a:pt x="218" y="518"/>
                  </a:lnTo>
                  <a:lnTo>
                    <a:pt x="220" y="518"/>
                  </a:lnTo>
                  <a:lnTo>
                    <a:pt x="220" y="520"/>
                  </a:lnTo>
                  <a:lnTo>
                    <a:pt x="220" y="524"/>
                  </a:lnTo>
                  <a:lnTo>
                    <a:pt x="214" y="526"/>
                  </a:lnTo>
                  <a:lnTo>
                    <a:pt x="210" y="528"/>
                  </a:lnTo>
                  <a:lnTo>
                    <a:pt x="204" y="522"/>
                  </a:lnTo>
                  <a:lnTo>
                    <a:pt x="200" y="516"/>
                  </a:lnTo>
                  <a:lnTo>
                    <a:pt x="204" y="516"/>
                  </a:lnTo>
                  <a:lnTo>
                    <a:pt x="210" y="518"/>
                  </a:lnTo>
                  <a:lnTo>
                    <a:pt x="210" y="514"/>
                  </a:lnTo>
                  <a:lnTo>
                    <a:pt x="210" y="512"/>
                  </a:lnTo>
                  <a:lnTo>
                    <a:pt x="212" y="512"/>
                  </a:lnTo>
                  <a:close/>
                  <a:moveTo>
                    <a:pt x="16" y="584"/>
                  </a:moveTo>
                  <a:lnTo>
                    <a:pt x="16" y="584"/>
                  </a:lnTo>
                  <a:lnTo>
                    <a:pt x="10" y="586"/>
                  </a:lnTo>
                  <a:lnTo>
                    <a:pt x="12" y="582"/>
                  </a:lnTo>
                  <a:lnTo>
                    <a:pt x="8" y="582"/>
                  </a:lnTo>
                  <a:lnTo>
                    <a:pt x="2" y="586"/>
                  </a:lnTo>
                  <a:lnTo>
                    <a:pt x="2" y="592"/>
                  </a:lnTo>
                  <a:lnTo>
                    <a:pt x="2" y="596"/>
                  </a:lnTo>
                  <a:lnTo>
                    <a:pt x="0" y="598"/>
                  </a:lnTo>
                  <a:lnTo>
                    <a:pt x="4" y="602"/>
                  </a:lnTo>
                  <a:lnTo>
                    <a:pt x="14" y="606"/>
                  </a:lnTo>
                  <a:lnTo>
                    <a:pt x="22" y="606"/>
                  </a:lnTo>
                  <a:lnTo>
                    <a:pt x="28" y="608"/>
                  </a:lnTo>
                  <a:lnTo>
                    <a:pt x="34" y="608"/>
                  </a:lnTo>
                  <a:lnTo>
                    <a:pt x="40" y="606"/>
                  </a:lnTo>
                  <a:lnTo>
                    <a:pt x="38" y="594"/>
                  </a:lnTo>
                  <a:lnTo>
                    <a:pt x="32" y="594"/>
                  </a:lnTo>
                  <a:lnTo>
                    <a:pt x="26" y="594"/>
                  </a:lnTo>
                  <a:lnTo>
                    <a:pt x="24" y="592"/>
                  </a:lnTo>
                  <a:lnTo>
                    <a:pt x="16" y="58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2" name="Google Shape;292;p60"/>
            <p:cNvSpPr/>
            <p:nvPr/>
          </p:nvSpPr>
          <p:spPr>
            <a:xfrm>
              <a:off x="8117864" y="3533389"/>
              <a:ext cx="157294" cy="105738"/>
            </a:xfrm>
            <a:custGeom>
              <a:rect b="b" l="l" r="r" t="t"/>
              <a:pathLst>
                <a:path extrusionOk="0" h="76" w="96">
                  <a:moveTo>
                    <a:pt x="96" y="52"/>
                  </a:moveTo>
                  <a:lnTo>
                    <a:pt x="96" y="52"/>
                  </a:lnTo>
                  <a:lnTo>
                    <a:pt x="94" y="50"/>
                  </a:lnTo>
                  <a:lnTo>
                    <a:pt x="92" y="52"/>
                  </a:lnTo>
                  <a:lnTo>
                    <a:pt x="90" y="52"/>
                  </a:lnTo>
                  <a:lnTo>
                    <a:pt x="88" y="52"/>
                  </a:lnTo>
                  <a:lnTo>
                    <a:pt x="86" y="50"/>
                  </a:lnTo>
                  <a:lnTo>
                    <a:pt x="82" y="48"/>
                  </a:lnTo>
                  <a:lnTo>
                    <a:pt x="82" y="46"/>
                  </a:lnTo>
                  <a:lnTo>
                    <a:pt x="82" y="44"/>
                  </a:lnTo>
                  <a:lnTo>
                    <a:pt x="82" y="42"/>
                  </a:lnTo>
                  <a:lnTo>
                    <a:pt x="80" y="42"/>
                  </a:lnTo>
                  <a:lnTo>
                    <a:pt x="82" y="40"/>
                  </a:lnTo>
                  <a:lnTo>
                    <a:pt x="82" y="36"/>
                  </a:lnTo>
                  <a:lnTo>
                    <a:pt x="82" y="32"/>
                  </a:lnTo>
                  <a:lnTo>
                    <a:pt x="82" y="30"/>
                  </a:lnTo>
                  <a:lnTo>
                    <a:pt x="80" y="28"/>
                  </a:lnTo>
                  <a:lnTo>
                    <a:pt x="82" y="24"/>
                  </a:lnTo>
                  <a:lnTo>
                    <a:pt x="80" y="20"/>
                  </a:lnTo>
                  <a:lnTo>
                    <a:pt x="76" y="16"/>
                  </a:lnTo>
                  <a:lnTo>
                    <a:pt x="74" y="12"/>
                  </a:lnTo>
                  <a:lnTo>
                    <a:pt x="72" y="8"/>
                  </a:lnTo>
                  <a:lnTo>
                    <a:pt x="68" y="2"/>
                  </a:lnTo>
                  <a:lnTo>
                    <a:pt x="64" y="0"/>
                  </a:lnTo>
                  <a:lnTo>
                    <a:pt x="62" y="0"/>
                  </a:lnTo>
                  <a:lnTo>
                    <a:pt x="60" y="4"/>
                  </a:lnTo>
                  <a:lnTo>
                    <a:pt x="58" y="6"/>
                  </a:lnTo>
                  <a:lnTo>
                    <a:pt x="54" y="6"/>
                  </a:lnTo>
                  <a:lnTo>
                    <a:pt x="52" y="8"/>
                  </a:lnTo>
                  <a:lnTo>
                    <a:pt x="48" y="10"/>
                  </a:lnTo>
                  <a:lnTo>
                    <a:pt x="46" y="12"/>
                  </a:lnTo>
                  <a:lnTo>
                    <a:pt x="44" y="10"/>
                  </a:lnTo>
                  <a:lnTo>
                    <a:pt x="40" y="8"/>
                  </a:lnTo>
                  <a:lnTo>
                    <a:pt x="36" y="6"/>
                  </a:lnTo>
                  <a:lnTo>
                    <a:pt x="32" y="6"/>
                  </a:lnTo>
                  <a:lnTo>
                    <a:pt x="30" y="4"/>
                  </a:lnTo>
                  <a:lnTo>
                    <a:pt x="26" y="2"/>
                  </a:lnTo>
                  <a:lnTo>
                    <a:pt x="24" y="12"/>
                  </a:lnTo>
                  <a:lnTo>
                    <a:pt x="22" y="16"/>
                  </a:lnTo>
                  <a:lnTo>
                    <a:pt x="16" y="18"/>
                  </a:lnTo>
                  <a:lnTo>
                    <a:pt x="14" y="22"/>
                  </a:lnTo>
                  <a:lnTo>
                    <a:pt x="14" y="28"/>
                  </a:lnTo>
                  <a:lnTo>
                    <a:pt x="14" y="34"/>
                  </a:lnTo>
                  <a:lnTo>
                    <a:pt x="12" y="38"/>
                  </a:lnTo>
                  <a:lnTo>
                    <a:pt x="8" y="42"/>
                  </a:lnTo>
                  <a:lnTo>
                    <a:pt x="6" y="44"/>
                  </a:lnTo>
                  <a:lnTo>
                    <a:pt x="4" y="46"/>
                  </a:lnTo>
                  <a:lnTo>
                    <a:pt x="0" y="46"/>
                  </a:lnTo>
                  <a:lnTo>
                    <a:pt x="4" y="48"/>
                  </a:lnTo>
                  <a:lnTo>
                    <a:pt x="6" y="54"/>
                  </a:lnTo>
                  <a:lnTo>
                    <a:pt x="6" y="56"/>
                  </a:lnTo>
                  <a:lnTo>
                    <a:pt x="8" y="58"/>
                  </a:lnTo>
                  <a:lnTo>
                    <a:pt x="10" y="58"/>
                  </a:lnTo>
                  <a:lnTo>
                    <a:pt x="12" y="60"/>
                  </a:lnTo>
                  <a:lnTo>
                    <a:pt x="14" y="62"/>
                  </a:lnTo>
                  <a:lnTo>
                    <a:pt x="16" y="58"/>
                  </a:lnTo>
                  <a:lnTo>
                    <a:pt x="18" y="58"/>
                  </a:lnTo>
                  <a:lnTo>
                    <a:pt x="20" y="58"/>
                  </a:lnTo>
                  <a:lnTo>
                    <a:pt x="24" y="60"/>
                  </a:lnTo>
                  <a:lnTo>
                    <a:pt x="26" y="62"/>
                  </a:lnTo>
                  <a:lnTo>
                    <a:pt x="22" y="62"/>
                  </a:lnTo>
                  <a:lnTo>
                    <a:pt x="20" y="64"/>
                  </a:lnTo>
                  <a:lnTo>
                    <a:pt x="22" y="66"/>
                  </a:lnTo>
                  <a:lnTo>
                    <a:pt x="26" y="70"/>
                  </a:lnTo>
                  <a:lnTo>
                    <a:pt x="28" y="70"/>
                  </a:lnTo>
                  <a:lnTo>
                    <a:pt x="30" y="70"/>
                  </a:lnTo>
                  <a:lnTo>
                    <a:pt x="32" y="72"/>
                  </a:lnTo>
                  <a:lnTo>
                    <a:pt x="30" y="74"/>
                  </a:lnTo>
                  <a:lnTo>
                    <a:pt x="30" y="76"/>
                  </a:lnTo>
                  <a:lnTo>
                    <a:pt x="32" y="76"/>
                  </a:lnTo>
                  <a:lnTo>
                    <a:pt x="36" y="76"/>
                  </a:lnTo>
                  <a:lnTo>
                    <a:pt x="38" y="76"/>
                  </a:lnTo>
                  <a:lnTo>
                    <a:pt x="40" y="76"/>
                  </a:lnTo>
                  <a:lnTo>
                    <a:pt x="42" y="76"/>
                  </a:lnTo>
                  <a:lnTo>
                    <a:pt x="46" y="76"/>
                  </a:lnTo>
                  <a:lnTo>
                    <a:pt x="52" y="76"/>
                  </a:lnTo>
                  <a:lnTo>
                    <a:pt x="56" y="74"/>
                  </a:lnTo>
                  <a:lnTo>
                    <a:pt x="58" y="72"/>
                  </a:lnTo>
                  <a:lnTo>
                    <a:pt x="62" y="70"/>
                  </a:lnTo>
                  <a:lnTo>
                    <a:pt x="66" y="68"/>
                  </a:lnTo>
                  <a:lnTo>
                    <a:pt x="68" y="72"/>
                  </a:lnTo>
                  <a:lnTo>
                    <a:pt x="70" y="72"/>
                  </a:lnTo>
                  <a:lnTo>
                    <a:pt x="74" y="72"/>
                  </a:lnTo>
                  <a:lnTo>
                    <a:pt x="78" y="70"/>
                  </a:lnTo>
                  <a:lnTo>
                    <a:pt x="82" y="70"/>
                  </a:lnTo>
                  <a:lnTo>
                    <a:pt x="86" y="72"/>
                  </a:lnTo>
                  <a:lnTo>
                    <a:pt x="90" y="70"/>
                  </a:lnTo>
                  <a:lnTo>
                    <a:pt x="88" y="68"/>
                  </a:lnTo>
                  <a:lnTo>
                    <a:pt x="88" y="66"/>
                  </a:lnTo>
                  <a:lnTo>
                    <a:pt x="92" y="66"/>
                  </a:lnTo>
                  <a:lnTo>
                    <a:pt x="94" y="58"/>
                  </a:lnTo>
                  <a:lnTo>
                    <a:pt x="92" y="52"/>
                  </a:lnTo>
                  <a:lnTo>
                    <a:pt x="96" y="5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3" name="Google Shape;293;p60"/>
            <p:cNvSpPr/>
            <p:nvPr/>
          </p:nvSpPr>
          <p:spPr>
            <a:xfrm>
              <a:off x="8665246" y="4026235"/>
              <a:ext cx="16778" cy="23298"/>
            </a:xfrm>
            <a:custGeom>
              <a:rect b="b" l="l" r="r" t="t"/>
              <a:pathLst>
                <a:path extrusionOk="0" h="16" w="10">
                  <a:moveTo>
                    <a:pt x="0" y="12"/>
                  </a:moveTo>
                  <a:lnTo>
                    <a:pt x="6" y="14"/>
                  </a:lnTo>
                  <a:lnTo>
                    <a:pt x="10" y="16"/>
                  </a:lnTo>
                  <a:lnTo>
                    <a:pt x="10" y="4"/>
                  </a:lnTo>
                  <a:lnTo>
                    <a:pt x="8" y="0"/>
                  </a:lnTo>
                  <a:lnTo>
                    <a:pt x="6" y="0"/>
                  </a:lnTo>
                  <a:lnTo>
                    <a:pt x="4" y="4"/>
                  </a:lnTo>
                  <a:lnTo>
                    <a:pt x="2" y="12"/>
                  </a:lnTo>
                  <a:lnTo>
                    <a:pt x="0"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4" name="Google Shape;294;p60"/>
            <p:cNvSpPr/>
            <p:nvPr/>
          </p:nvSpPr>
          <p:spPr>
            <a:xfrm>
              <a:off x="6471522" y="4180361"/>
              <a:ext cx="23070" cy="12545"/>
            </a:xfrm>
            <a:custGeom>
              <a:rect b="b" l="l" r="r" t="t"/>
              <a:pathLst>
                <a:path extrusionOk="0" h="8" w="14">
                  <a:moveTo>
                    <a:pt x="0" y="0"/>
                  </a:moveTo>
                  <a:lnTo>
                    <a:pt x="0" y="8"/>
                  </a:lnTo>
                  <a:lnTo>
                    <a:pt x="12" y="8"/>
                  </a:lnTo>
                  <a:lnTo>
                    <a:pt x="14" y="4"/>
                  </a:lnTo>
                  <a:lnTo>
                    <a:pt x="10"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5" name="Google Shape;295;p60"/>
            <p:cNvSpPr/>
            <p:nvPr/>
          </p:nvSpPr>
          <p:spPr>
            <a:xfrm>
              <a:off x="7547411" y="3678554"/>
              <a:ext cx="50334" cy="111114"/>
            </a:xfrm>
            <a:custGeom>
              <a:rect b="b" l="l" r="r" t="t"/>
              <a:pathLst>
                <a:path extrusionOk="0" h="78" w="30">
                  <a:moveTo>
                    <a:pt x="26" y="76"/>
                  </a:moveTo>
                  <a:lnTo>
                    <a:pt x="26" y="76"/>
                  </a:lnTo>
                  <a:lnTo>
                    <a:pt x="26" y="74"/>
                  </a:lnTo>
                  <a:lnTo>
                    <a:pt x="26" y="68"/>
                  </a:lnTo>
                  <a:lnTo>
                    <a:pt x="26" y="66"/>
                  </a:lnTo>
                  <a:lnTo>
                    <a:pt x="24" y="66"/>
                  </a:lnTo>
                  <a:lnTo>
                    <a:pt x="22" y="64"/>
                  </a:lnTo>
                  <a:lnTo>
                    <a:pt x="22" y="60"/>
                  </a:lnTo>
                  <a:lnTo>
                    <a:pt x="24" y="58"/>
                  </a:lnTo>
                  <a:lnTo>
                    <a:pt x="26" y="54"/>
                  </a:lnTo>
                  <a:lnTo>
                    <a:pt x="24" y="52"/>
                  </a:lnTo>
                  <a:lnTo>
                    <a:pt x="22" y="48"/>
                  </a:lnTo>
                  <a:lnTo>
                    <a:pt x="22" y="46"/>
                  </a:lnTo>
                  <a:lnTo>
                    <a:pt x="24" y="44"/>
                  </a:lnTo>
                  <a:lnTo>
                    <a:pt x="26" y="40"/>
                  </a:lnTo>
                  <a:lnTo>
                    <a:pt x="24" y="36"/>
                  </a:lnTo>
                  <a:lnTo>
                    <a:pt x="24" y="32"/>
                  </a:lnTo>
                  <a:lnTo>
                    <a:pt x="28" y="28"/>
                  </a:lnTo>
                  <a:lnTo>
                    <a:pt x="28" y="26"/>
                  </a:lnTo>
                  <a:lnTo>
                    <a:pt x="28" y="24"/>
                  </a:lnTo>
                  <a:lnTo>
                    <a:pt x="26" y="18"/>
                  </a:lnTo>
                  <a:lnTo>
                    <a:pt x="24" y="14"/>
                  </a:lnTo>
                  <a:lnTo>
                    <a:pt x="26" y="14"/>
                  </a:lnTo>
                  <a:lnTo>
                    <a:pt x="30" y="8"/>
                  </a:lnTo>
                  <a:lnTo>
                    <a:pt x="30" y="6"/>
                  </a:lnTo>
                  <a:lnTo>
                    <a:pt x="28" y="4"/>
                  </a:lnTo>
                  <a:lnTo>
                    <a:pt x="28" y="2"/>
                  </a:lnTo>
                  <a:lnTo>
                    <a:pt x="24" y="2"/>
                  </a:lnTo>
                  <a:lnTo>
                    <a:pt x="16" y="2"/>
                  </a:lnTo>
                  <a:lnTo>
                    <a:pt x="14" y="4"/>
                  </a:lnTo>
                  <a:lnTo>
                    <a:pt x="14" y="0"/>
                  </a:lnTo>
                  <a:lnTo>
                    <a:pt x="12" y="0"/>
                  </a:lnTo>
                  <a:lnTo>
                    <a:pt x="8" y="0"/>
                  </a:lnTo>
                  <a:lnTo>
                    <a:pt x="4" y="2"/>
                  </a:lnTo>
                  <a:lnTo>
                    <a:pt x="8" y="12"/>
                  </a:lnTo>
                  <a:lnTo>
                    <a:pt x="8" y="18"/>
                  </a:lnTo>
                  <a:lnTo>
                    <a:pt x="8" y="26"/>
                  </a:lnTo>
                  <a:lnTo>
                    <a:pt x="4" y="26"/>
                  </a:lnTo>
                  <a:lnTo>
                    <a:pt x="2" y="40"/>
                  </a:lnTo>
                  <a:lnTo>
                    <a:pt x="0" y="40"/>
                  </a:lnTo>
                  <a:lnTo>
                    <a:pt x="0" y="52"/>
                  </a:lnTo>
                  <a:lnTo>
                    <a:pt x="2" y="50"/>
                  </a:lnTo>
                  <a:lnTo>
                    <a:pt x="2" y="52"/>
                  </a:lnTo>
                  <a:lnTo>
                    <a:pt x="2" y="54"/>
                  </a:lnTo>
                  <a:lnTo>
                    <a:pt x="2" y="56"/>
                  </a:lnTo>
                  <a:lnTo>
                    <a:pt x="4" y="60"/>
                  </a:lnTo>
                  <a:lnTo>
                    <a:pt x="4" y="68"/>
                  </a:lnTo>
                  <a:lnTo>
                    <a:pt x="2" y="78"/>
                  </a:lnTo>
                  <a:lnTo>
                    <a:pt x="14" y="78"/>
                  </a:lnTo>
                  <a:lnTo>
                    <a:pt x="26" y="7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6" name="Google Shape;296;p60"/>
            <p:cNvSpPr/>
            <p:nvPr/>
          </p:nvSpPr>
          <p:spPr>
            <a:xfrm>
              <a:off x="7985737" y="3382847"/>
              <a:ext cx="201336" cy="141581"/>
            </a:xfrm>
            <a:custGeom>
              <a:rect b="b" l="l" r="r" t="t"/>
              <a:pathLst>
                <a:path extrusionOk="0" h="100" w="122">
                  <a:moveTo>
                    <a:pt x="62" y="6"/>
                  </a:moveTo>
                  <a:lnTo>
                    <a:pt x="62" y="6"/>
                  </a:lnTo>
                  <a:lnTo>
                    <a:pt x="60" y="6"/>
                  </a:lnTo>
                  <a:lnTo>
                    <a:pt x="60" y="4"/>
                  </a:lnTo>
                  <a:lnTo>
                    <a:pt x="58" y="4"/>
                  </a:lnTo>
                  <a:lnTo>
                    <a:pt x="54" y="6"/>
                  </a:lnTo>
                  <a:lnTo>
                    <a:pt x="50" y="8"/>
                  </a:lnTo>
                  <a:lnTo>
                    <a:pt x="48" y="4"/>
                  </a:lnTo>
                  <a:lnTo>
                    <a:pt x="50" y="4"/>
                  </a:lnTo>
                  <a:lnTo>
                    <a:pt x="50" y="2"/>
                  </a:lnTo>
                  <a:lnTo>
                    <a:pt x="48" y="0"/>
                  </a:lnTo>
                  <a:lnTo>
                    <a:pt x="44" y="0"/>
                  </a:lnTo>
                  <a:lnTo>
                    <a:pt x="36" y="2"/>
                  </a:lnTo>
                  <a:lnTo>
                    <a:pt x="28" y="6"/>
                  </a:lnTo>
                  <a:lnTo>
                    <a:pt x="18" y="12"/>
                  </a:lnTo>
                  <a:lnTo>
                    <a:pt x="8" y="14"/>
                  </a:lnTo>
                  <a:lnTo>
                    <a:pt x="2" y="14"/>
                  </a:lnTo>
                  <a:lnTo>
                    <a:pt x="2" y="18"/>
                  </a:lnTo>
                  <a:lnTo>
                    <a:pt x="0" y="24"/>
                  </a:lnTo>
                  <a:lnTo>
                    <a:pt x="0" y="26"/>
                  </a:lnTo>
                  <a:lnTo>
                    <a:pt x="2" y="30"/>
                  </a:lnTo>
                  <a:lnTo>
                    <a:pt x="2" y="32"/>
                  </a:lnTo>
                  <a:lnTo>
                    <a:pt x="2" y="40"/>
                  </a:lnTo>
                  <a:lnTo>
                    <a:pt x="4" y="44"/>
                  </a:lnTo>
                  <a:lnTo>
                    <a:pt x="4" y="46"/>
                  </a:lnTo>
                  <a:lnTo>
                    <a:pt x="6" y="62"/>
                  </a:lnTo>
                  <a:lnTo>
                    <a:pt x="8" y="64"/>
                  </a:lnTo>
                  <a:lnTo>
                    <a:pt x="14" y="64"/>
                  </a:lnTo>
                  <a:lnTo>
                    <a:pt x="18" y="66"/>
                  </a:lnTo>
                  <a:lnTo>
                    <a:pt x="18" y="68"/>
                  </a:lnTo>
                  <a:lnTo>
                    <a:pt x="20" y="68"/>
                  </a:lnTo>
                  <a:lnTo>
                    <a:pt x="22" y="66"/>
                  </a:lnTo>
                  <a:lnTo>
                    <a:pt x="24" y="68"/>
                  </a:lnTo>
                  <a:lnTo>
                    <a:pt x="28" y="72"/>
                  </a:lnTo>
                  <a:lnTo>
                    <a:pt x="32" y="74"/>
                  </a:lnTo>
                  <a:lnTo>
                    <a:pt x="36" y="72"/>
                  </a:lnTo>
                  <a:lnTo>
                    <a:pt x="38" y="74"/>
                  </a:lnTo>
                  <a:lnTo>
                    <a:pt x="38" y="76"/>
                  </a:lnTo>
                  <a:lnTo>
                    <a:pt x="40" y="78"/>
                  </a:lnTo>
                  <a:lnTo>
                    <a:pt x="42" y="78"/>
                  </a:lnTo>
                  <a:lnTo>
                    <a:pt x="44" y="82"/>
                  </a:lnTo>
                  <a:lnTo>
                    <a:pt x="46" y="84"/>
                  </a:lnTo>
                  <a:lnTo>
                    <a:pt x="50" y="86"/>
                  </a:lnTo>
                  <a:lnTo>
                    <a:pt x="54" y="84"/>
                  </a:lnTo>
                  <a:lnTo>
                    <a:pt x="58" y="86"/>
                  </a:lnTo>
                  <a:lnTo>
                    <a:pt x="64" y="88"/>
                  </a:lnTo>
                  <a:lnTo>
                    <a:pt x="68" y="90"/>
                  </a:lnTo>
                  <a:lnTo>
                    <a:pt x="70" y="90"/>
                  </a:lnTo>
                  <a:lnTo>
                    <a:pt x="72" y="88"/>
                  </a:lnTo>
                  <a:lnTo>
                    <a:pt x="74" y="86"/>
                  </a:lnTo>
                  <a:lnTo>
                    <a:pt x="78" y="86"/>
                  </a:lnTo>
                  <a:lnTo>
                    <a:pt x="84" y="82"/>
                  </a:lnTo>
                  <a:lnTo>
                    <a:pt x="86" y="80"/>
                  </a:lnTo>
                  <a:lnTo>
                    <a:pt x="90" y="82"/>
                  </a:lnTo>
                  <a:lnTo>
                    <a:pt x="94" y="84"/>
                  </a:lnTo>
                  <a:lnTo>
                    <a:pt x="98" y="86"/>
                  </a:lnTo>
                  <a:lnTo>
                    <a:pt x="100" y="88"/>
                  </a:lnTo>
                  <a:lnTo>
                    <a:pt x="102" y="90"/>
                  </a:lnTo>
                  <a:lnTo>
                    <a:pt x="104" y="92"/>
                  </a:lnTo>
                  <a:lnTo>
                    <a:pt x="106" y="96"/>
                  </a:lnTo>
                  <a:lnTo>
                    <a:pt x="108" y="100"/>
                  </a:lnTo>
                  <a:lnTo>
                    <a:pt x="110" y="100"/>
                  </a:lnTo>
                  <a:lnTo>
                    <a:pt x="114" y="100"/>
                  </a:lnTo>
                  <a:lnTo>
                    <a:pt x="116" y="98"/>
                  </a:lnTo>
                  <a:lnTo>
                    <a:pt x="118" y="96"/>
                  </a:lnTo>
                  <a:lnTo>
                    <a:pt x="116" y="92"/>
                  </a:lnTo>
                  <a:lnTo>
                    <a:pt x="116" y="88"/>
                  </a:lnTo>
                  <a:lnTo>
                    <a:pt x="118" y="82"/>
                  </a:lnTo>
                  <a:lnTo>
                    <a:pt x="122" y="74"/>
                  </a:lnTo>
                  <a:lnTo>
                    <a:pt x="120" y="70"/>
                  </a:lnTo>
                  <a:lnTo>
                    <a:pt x="118" y="68"/>
                  </a:lnTo>
                  <a:lnTo>
                    <a:pt x="118" y="66"/>
                  </a:lnTo>
                  <a:lnTo>
                    <a:pt x="120" y="62"/>
                  </a:lnTo>
                  <a:lnTo>
                    <a:pt x="120" y="58"/>
                  </a:lnTo>
                  <a:lnTo>
                    <a:pt x="120" y="56"/>
                  </a:lnTo>
                  <a:lnTo>
                    <a:pt x="120" y="54"/>
                  </a:lnTo>
                  <a:lnTo>
                    <a:pt x="118" y="48"/>
                  </a:lnTo>
                  <a:lnTo>
                    <a:pt x="118" y="46"/>
                  </a:lnTo>
                  <a:lnTo>
                    <a:pt x="120" y="46"/>
                  </a:lnTo>
                  <a:lnTo>
                    <a:pt x="120" y="36"/>
                  </a:lnTo>
                  <a:lnTo>
                    <a:pt x="122" y="32"/>
                  </a:lnTo>
                  <a:lnTo>
                    <a:pt x="122" y="28"/>
                  </a:lnTo>
                  <a:lnTo>
                    <a:pt x="122" y="26"/>
                  </a:lnTo>
                  <a:lnTo>
                    <a:pt x="120" y="20"/>
                  </a:lnTo>
                  <a:lnTo>
                    <a:pt x="118" y="16"/>
                  </a:lnTo>
                  <a:lnTo>
                    <a:pt x="120" y="16"/>
                  </a:lnTo>
                  <a:lnTo>
                    <a:pt x="116" y="14"/>
                  </a:lnTo>
                  <a:lnTo>
                    <a:pt x="108" y="12"/>
                  </a:lnTo>
                  <a:lnTo>
                    <a:pt x="102" y="12"/>
                  </a:lnTo>
                  <a:lnTo>
                    <a:pt x="96" y="14"/>
                  </a:lnTo>
                  <a:lnTo>
                    <a:pt x="90" y="14"/>
                  </a:lnTo>
                  <a:lnTo>
                    <a:pt x="84" y="12"/>
                  </a:lnTo>
                  <a:lnTo>
                    <a:pt x="76" y="12"/>
                  </a:lnTo>
                  <a:lnTo>
                    <a:pt x="66" y="8"/>
                  </a:lnTo>
                  <a:lnTo>
                    <a:pt x="62" y="4"/>
                  </a:lnTo>
                  <a:lnTo>
                    <a:pt x="62" y="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7" name="Google Shape;297;p60"/>
            <p:cNvSpPr/>
            <p:nvPr/>
          </p:nvSpPr>
          <p:spPr>
            <a:xfrm>
              <a:off x="9904722" y="4180361"/>
              <a:ext cx="174072" cy="265241"/>
            </a:xfrm>
            <a:custGeom>
              <a:rect b="b" l="l" r="r" t="t"/>
              <a:pathLst>
                <a:path extrusionOk="0" h="188" w="106">
                  <a:moveTo>
                    <a:pt x="94" y="134"/>
                  </a:moveTo>
                  <a:lnTo>
                    <a:pt x="94" y="134"/>
                  </a:lnTo>
                  <a:lnTo>
                    <a:pt x="94" y="138"/>
                  </a:lnTo>
                  <a:lnTo>
                    <a:pt x="94" y="142"/>
                  </a:lnTo>
                  <a:lnTo>
                    <a:pt x="90" y="142"/>
                  </a:lnTo>
                  <a:lnTo>
                    <a:pt x="86" y="142"/>
                  </a:lnTo>
                  <a:lnTo>
                    <a:pt x="86" y="148"/>
                  </a:lnTo>
                  <a:lnTo>
                    <a:pt x="82" y="148"/>
                  </a:lnTo>
                  <a:lnTo>
                    <a:pt x="74" y="148"/>
                  </a:lnTo>
                  <a:lnTo>
                    <a:pt x="74" y="150"/>
                  </a:lnTo>
                  <a:lnTo>
                    <a:pt x="72" y="150"/>
                  </a:lnTo>
                  <a:lnTo>
                    <a:pt x="72" y="148"/>
                  </a:lnTo>
                  <a:lnTo>
                    <a:pt x="70" y="146"/>
                  </a:lnTo>
                  <a:lnTo>
                    <a:pt x="66" y="146"/>
                  </a:lnTo>
                  <a:lnTo>
                    <a:pt x="64" y="148"/>
                  </a:lnTo>
                  <a:lnTo>
                    <a:pt x="62" y="150"/>
                  </a:lnTo>
                  <a:lnTo>
                    <a:pt x="58" y="150"/>
                  </a:lnTo>
                  <a:lnTo>
                    <a:pt x="56" y="152"/>
                  </a:lnTo>
                  <a:lnTo>
                    <a:pt x="54" y="156"/>
                  </a:lnTo>
                  <a:lnTo>
                    <a:pt x="56" y="162"/>
                  </a:lnTo>
                  <a:lnTo>
                    <a:pt x="52" y="162"/>
                  </a:lnTo>
                  <a:lnTo>
                    <a:pt x="52" y="164"/>
                  </a:lnTo>
                  <a:lnTo>
                    <a:pt x="54" y="166"/>
                  </a:lnTo>
                  <a:lnTo>
                    <a:pt x="56" y="166"/>
                  </a:lnTo>
                  <a:lnTo>
                    <a:pt x="60" y="160"/>
                  </a:lnTo>
                  <a:lnTo>
                    <a:pt x="60" y="158"/>
                  </a:lnTo>
                  <a:lnTo>
                    <a:pt x="62" y="158"/>
                  </a:lnTo>
                  <a:lnTo>
                    <a:pt x="64" y="160"/>
                  </a:lnTo>
                  <a:lnTo>
                    <a:pt x="62" y="162"/>
                  </a:lnTo>
                  <a:lnTo>
                    <a:pt x="78" y="162"/>
                  </a:lnTo>
                  <a:lnTo>
                    <a:pt x="78" y="164"/>
                  </a:lnTo>
                  <a:lnTo>
                    <a:pt x="74" y="166"/>
                  </a:lnTo>
                  <a:lnTo>
                    <a:pt x="76" y="174"/>
                  </a:lnTo>
                  <a:lnTo>
                    <a:pt x="76" y="176"/>
                  </a:lnTo>
                  <a:lnTo>
                    <a:pt x="80" y="178"/>
                  </a:lnTo>
                  <a:lnTo>
                    <a:pt x="84" y="180"/>
                  </a:lnTo>
                  <a:lnTo>
                    <a:pt x="90" y="182"/>
                  </a:lnTo>
                  <a:lnTo>
                    <a:pt x="90" y="188"/>
                  </a:lnTo>
                  <a:lnTo>
                    <a:pt x="92" y="186"/>
                  </a:lnTo>
                  <a:lnTo>
                    <a:pt x="96" y="184"/>
                  </a:lnTo>
                  <a:lnTo>
                    <a:pt x="94" y="172"/>
                  </a:lnTo>
                  <a:lnTo>
                    <a:pt x="98" y="174"/>
                  </a:lnTo>
                  <a:lnTo>
                    <a:pt x="98" y="172"/>
                  </a:lnTo>
                  <a:lnTo>
                    <a:pt x="96" y="168"/>
                  </a:lnTo>
                  <a:lnTo>
                    <a:pt x="96" y="164"/>
                  </a:lnTo>
                  <a:lnTo>
                    <a:pt x="98" y="164"/>
                  </a:lnTo>
                  <a:lnTo>
                    <a:pt x="102" y="158"/>
                  </a:lnTo>
                  <a:lnTo>
                    <a:pt x="106" y="154"/>
                  </a:lnTo>
                  <a:lnTo>
                    <a:pt x="106" y="152"/>
                  </a:lnTo>
                  <a:lnTo>
                    <a:pt x="106" y="148"/>
                  </a:lnTo>
                  <a:lnTo>
                    <a:pt x="102" y="146"/>
                  </a:lnTo>
                  <a:lnTo>
                    <a:pt x="102" y="142"/>
                  </a:lnTo>
                  <a:lnTo>
                    <a:pt x="100" y="134"/>
                  </a:lnTo>
                  <a:lnTo>
                    <a:pt x="94" y="134"/>
                  </a:lnTo>
                  <a:close/>
                  <a:moveTo>
                    <a:pt x="82" y="122"/>
                  </a:moveTo>
                  <a:lnTo>
                    <a:pt x="82" y="122"/>
                  </a:lnTo>
                  <a:lnTo>
                    <a:pt x="80" y="122"/>
                  </a:lnTo>
                  <a:lnTo>
                    <a:pt x="78" y="122"/>
                  </a:lnTo>
                  <a:lnTo>
                    <a:pt x="78" y="128"/>
                  </a:lnTo>
                  <a:lnTo>
                    <a:pt x="84" y="128"/>
                  </a:lnTo>
                  <a:lnTo>
                    <a:pt x="86" y="128"/>
                  </a:lnTo>
                  <a:lnTo>
                    <a:pt x="84" y="124"/>
                  </a:lnTo>
                  <a:lnTo>
                    <a:pt x="84" y="122"/>
                  </a:lnTo>
                  <a:lnTo>
                    <a:pt x="82" y="122"/>
                  </a:lnTo>
                  <a:close/>
                  <a:moveTo>
                    <a:pt x="70" y="122"/>
                  </a:moveTo>
                  <a:lnTo>
                    <a:pt x="70" y="122"/>
                  </a:lnTo>
                  <a:lnTo>
                    <a:pt x="70" y="126"/>
                  </a:lnTo>
                  <a:lnTo>
                    <a:pt x="68" y="126"/>
                  </a:lnTo>
                  <a:lnTo>
                    <a:pt x="68" y="124"/>
                  </a:lnTo>
                  <a:lnTo>
                    <a:pt x="70" y="122"/>
                  </a:lnTo>
                  <a:close/>
                  <a:moveTo>
                    <a:pt x="66" y="112"/>
                  </a:moveTo>
                  <a:lnTo>
                    <a:pt x="66" y="112"/>
                  </a:lnTo>
                  <a:lnTo>
                    <a:pt x="64" y="122"/>
                  </a:lnTo>
                  <a:lnTo>
                    <a:pt x="56" y="122"/>
                  </a:lnTo>
                  <a:lnTo>
                    <a:pt x="58" y="126"/>
                  </a:lnTo>
                  <a:lnTo>
                    <a:pt x="58" y="130"/>
                  </a:lnTo>
                  <a:lnTo>
                    <a:pt x="64" y="132"/>
                  </a:lnTo>
                  <a:lnTo>
                    <a:pt x="66" y="134"/>
                  </a:lnTo>
                  <a:lnTo>
                    <a:pt x="70" y="134"/>
                  </a:lnTo>
                  <a:lnTo>
                    <a:pt x="68" y="132"/>
                  </a:lnTo>
                  <a:lnTo>
                    <a:pt x="68" y="128"/>
                  </a:lnTo>
                  <a:lnTo>
                    <a:pt x="70" y="128"/>
                  </a:lnTo>
                  <a:lnTo>
                    <a:pt x="70" y="130"/>
                  </a:lnTo>
                  <a:lnTo>
                    <a:pt x="80" y="120"/>
                  </a:lnTo>
                  <a:lnTo>
                    <a:pt x="80" y="116"/>
                  </a:lnTo>
                  <a:lnTo>
                    <a:pt x="80" y="114"/>
                  </a:lnTo>
                  <a:lnTo>
                    <a:pt x="76" y="112"/>
                  </a:lnTo>
                  <a:lnTo>
                    <a:pt x="72" y="120"/>
                  </a:lnTo>
                  <a:lnTo>
                    <a:pt x="72" y="118"/>
                  </a:lnTo>
                  <a:lnTo>
                    <a:pt x="72" y="112"/>
                  </a:lnTo>
                  <a:lnTo>
                    <a:pt x="66" y="112"/>
                  </a:lnTo>
                  <a:close/>
                  <a:moveTo>
                    <a:pt x="84" y="106"/>
                  </a:moveTo>
                  <a:lnTo>
                    <a:pt x="84" y="106"/>
                  </a:lnTo>
                  <a:lnTo>
                    <a:pt x="86" y="108"/>
                  </a:lnTo>
                  <a:lnTo>
                    <a:pt x="88" y="108"/>
                  </a:lnTo>
                  <a:lnTo>
                    <a:pt x="88" y="114"/>
                  </a:lnTo>
                  <a:lnTo>
                    <a:pt x="88" y="118"/>
                  </a:lnTo>
                  <a:lnTo>
                    <a:pt x="96" y="122"/>
                  </a:lnTo>
                  <a:lnTo>
                    <a:pt x="96" y="120"/>
                  </a:lnTo>
                  <a:lnTo>
                    <a:pt x="94" y="120"/>
                  </a:lnTo>
                  <a:lnTo>
                    <a:pt x="94" y="108"/>
                  </a:lnTo>
                  <a:lnTo>
                    <a:pt x="90" y="106"/>
                  </a:lnTo>
                  <a:lnTo>
                    <a:pt x="84" y="106"/>
                  </a:lnTo>
                  <a:close/>
                  <a:moveTo>
                    <a:pt x="26" y="106"/>
                  </a:moveTo>
                  <a:lnTo>
                    <a:pt x="26" y="106"/>
                  </a:lnTo>
                  <a:lnTo>
                    <a:pt x="26" y="110"/>
                  </a:lnTo>
                  <a:lnTo>
                    <a:pt x="26" y="112"/>
                  </a:lnTo>
                  <a:lnTo>
                    <a:pt x="22" y="112"/>
                  </a:lnTo>
                  <a:lnTo>
                    <a:pt x="18" y="124"/>
                  </a:lnTo>
                  <a:lnTo>
                    <a:pt x="14" y="130"/>
                  </a:lnTo>
                  <a:lnTo>
                    <a:pt x="12" y="134"/>
                  </a:lnTo>
                  <a:lnTo>
                    <a:pt x="6" y="138"/>
                  </a:lnTo>
                  <a:lnTo>
                    <a:pt x="4" y="138"/>
                  </a:lnTo>
                  <a:lnTo>
                    <a:pt x="2" y="140"/>
                  </a:lnTo>
                  <a:lnTo>
                    <a:pt x="0" y="144"/>
                  </a:lnTo>
                  <a:lnTo>
                    <a:pt x="0" y="146"/>
                  </a:lnTo>
                  <a:lnTo>
                    <a:pt x="2" y="146"/>
                  </a:lnTo>
                  <a:lnTo>
                    <a:pt x="8" y="142"/>
                  </a:lnTo>
                  <a:lnTo>
                    <a:pt x="16" y="138"/>
                  </a:lnTo>
                  <a:lnTo>
                    <a:pt x="18" y="134"/>
                  </a:lnTo>
                  <a:lnTo>
                    <a:pt x="18" y="128"/>
                  </a:lnTo>
                  <a:lnTo>
                    <a:pt x="24" y="124"/>
                  </a:lnTo>
                  <a:lnTo>
                    <a:pt x="28" y="120"/>
                  </a:lnTo>
                  <a:lnTo>
                    <a:pt x="30" y="118"/>
                  </a:lnTo>
                  <a:lnTo>
                    <a:pt x="26" y="106"/>
                  </a:lnTo>
                  <a:close/>
                  <a:moveTo>
                    <a:pt x="56" y="102"/>
                  </a:moveTo>
                  <a:lnTo>
                    <a:pt x="56" y="102"/>
                  </a:lnTo>
                  <a:lnTo>
                    <a:pt x="54" y="112"/>
                  </a:lnTo>
                  <a:lnTo>
                    <a:pt x="54" y="116"/>
                  </a:lnTo>
                  <a:lnTo>
                    <a:pt x="56" y="116"/>
                  </a:lnTo>
                  <a:lnTo>
                    <a:pt x="64" y="114"/>
                  </a:lnTo>
                  <a:lnTo>
                    <a:pt x="64" y="110"/>
                  </a:lnTo>
                  <a:lnTo>
                    <a:pt x="66" y="106"/>
                  </a:lnTo>
                  <a:lnTo>
                    <a:pt x="56" y="102"/>
                  </a:lnTo>
                  <a:close/>
                  <a:moveTo>
                    <a:pt x="70" y="94"/>
                  </a:moveTo>
                  <a:lnTo>
                    <a:pt x="70" y="94"/>
                  </a:lnTo>
                  <a:lnTo>
                    <a:pt x="68" y="96"/>
                  </a:lnTo>
                  <a:lnTo>
                    <a:pt x="68" y="98"/>
                  </a:lnTo>
                  <a:lnTo>
                    <a:pt x="76" y="100"/>
                  </a:lnTo>
                  <a:lnTo>
                    <a:pt x="78" y="100"/>
                  </a:lnTo>
                  <a:lnTo>
                    <a:pt x="74" y="96"/>
                  </a:lnTo>
                  <a:lnTo>
                    <a:pt x="70" y="94"/>
                  </a:lnTo>
                  <a:close/>
                  <a:moveTo>
                    <a:pt x="30" y="94"/>
                  </a:moveTo>
                  <a:lnTo>
                    <a:pt x="30" y="94"/>
                  </a:lnTo>
                  <a:lnTo>
                    <a:pt x="32" y="98"/>
                  </a:lnTo>
                  <a:lnTo>
                    <a:pt x="34" y="98"/>
                  </a:lnTo>
                  <a:lnTo>
                    <a:pt x="34" y="96"/>
                  </a:lnTo>
                  <a:lnTo>
                    <a:pt x="30" y="94"/>
                  </a:lnTo>
                  <a:close/>
                  <a:moveTo>
                    <a:pt x="54" y="90"/>
                  </a:moveTo>
                  <a:lnTo>
                    <a:pt x="56" y="94"/>
                  </a:lnTo>
                  <a:lnTo>
                    <a:pt x="58" y="94"/>
                  </a:lnTo>
                  <a:lnTo>
                    <a:pt x="56" y="92"/>
                  </a:lnTo>
                  <a:lnTo>
                    <a:pt x="54" y="90"/>
                  </a:lnTo>
                  <a:close/>
                  <a:moveTo>
                    <a:pt x="84" y="86"/>
                  </a:moveTo>
                  <a:lnTo>
                    <a:pt x="84" y="86"/>
                  </a:lnTo>
                  <a:lnTo>
                    <a:pt x="86" y="90"/>
                  </a:lnTo>
                  <a:lnTo>
                    <a:pt x="84" y="92"/>
                  </a:lnTo>
                  <a:lnTo>
                    <a:pt x="88" y="98"/>
                  </a:lnTo>
                  <a:lnTo>
                    <a:pt x="90" y="100"/>
                  </a:lnTo>
                  <a:lnTo>
                    <a:pt x="88" y="102"/>
                  </a:lnTo>
                  <a:lnTo>
                    <a:pt x="92" y="104"/>
                  </a:lnTo>
                  <a:lnTo>
                    <a:pt x="94" y="104"/>
                  </a:lnTo>
                  <a:lnTo>
                    <a:pt x="92" y="100"/>
                  </a:lnTo>
                  <a:lnTo>
                    <a:pt x="94" y="94"/>
                  </a:lnTo>
                  <a:lnTo>
                    <a:pt x="94" y="90"/>
                  </a:lnTo>
                  <a:lnTo>
                    <a:pt x="92" y="86"/>
                  </a:lnTo>
                  <a:lnTo>
                    <a:pt x="88" y="86"/>
                  </a:lnTo>
                  <a:lnTo>
                    <a:pt x="84" y="86"/>
                  </a:lnTo>
                  <a:close/>
                  <a:moveTo>
                    <a:pt x="38" y="74"/>
                  </a:moveTo>
                  <a:lnTo>
                    <a:pt x="38" y="74"/>
                  </a:lnTo>
                  <a:lnTo>
                    <a:pt x="38" y="76"/>
                  </a:lnTo>
                  <a:lnTo>
                    <a:pt x="36" y="78"/>
                  </a:lnTo>
                  <a:lnTo>
                    <a:pt x="46" y="84"/>
                  </a:lnTo>
                  <a:lnTo>
                    <a:pt x="46" y="88"/>
                  </a:lnTo>
                  <a:lnTo>
                    <a:pt x="46" y="92"/>
                  </a:lnTo>
                  <a:lnTo>
                    <a:pt x="50" y="92"/>
                  </a:lnTo>
                  <a:lnTo>
                    <a:pt x="48" y="82"/>
                  </a:lnTo>
                  <a:lnTo>
                    <a:pt x="48" y="78"/>
                  </a:lnTo>
                  <a:lnTo>
                    <a:pt x="46" y="76"/>
                  </a:lnTo>
                  <a:lnTo>
                    <a:pt x="42" y="74"/>
                  </a:lnTo>
                  <a:lnTo>
                    <a:pt x="38" y="74"/>
                  </a:lnTo>
                  <a:close/>
                  <a:moveTo>
                    <a:pt x="82" y="68"/>
                  </a:moveTo>
                  <a:lnTo>
                    <a:pt x="84" y="72"/>
                  </a:lnTo>
                  <a:lnTo>
                    <a:pt x="84" y="70"/>
                  </a:lnTo>
                  <a:lnTo>
                    <a:pt x="82" y="68"/>
                  </a:lnTo>
                  <a:close/>
                  <a:moveTo>
                    <a:pt x="42" y="0"/>
                  </a:moveTo>
                  <a:lnTo>
                    <a:pt x="42" y="0"/>
                  </a:lnTo>
                  <a:lnTo>
                    <a:pt x="40" y="14"/>
                  </a:lnTo>
                  <a:lnTo>
                    <a:pt x="40" y="26"/>
                  </a:lnTo>
                  <a:lnTo>
                    <a:pt x="36" y="28"/>
                  </a:lnTo>
                  <a:lnTo>
                    <a:pt x="36" y="34"/>
                  </a:lnTo>
                  <a:lnTo>
                    <a:pt x="38" y="34"/>
                  </a:lnTo>
                  <a:lnTo>
                    <a:pt x="38" y="38"/>
                  </a:lnTo>
                  <a:lnTo>
                    <a:pt x="34" y="38"/>
                  </a:lnTo>
                  <a:lnTo>
                    <a:pt x="32" y="36"/>
                  </a:lnTo>
                  <a:lnTo>
                    <a:pt x="30" y="36"/>
                  </a:lnTo>
                  <a:lnTo>
                    <a:pt x="30" y="38"/>
                  </a:lnTo>
                  <a:lnTo>
                    <a:pt x="30" y="42"/>
                  </a:lnTo>
                  <a:lnTo>
                    <a:pt x="32" y="42"/>
                  </a:lnTo>
                  <a:lnTo>
                    <a:pt x="34" y="52"/>
                  </a:lnTo>
                  <a:lnTo>
                    <a:pt x="38" y="58"/>
                  </a:lnTo>
                  <a:lnTo>
                    <a:pt x="40" y="56"/>
                  </a:lnTo>
                  <a:lnTo>
                    <a:pt x="40" y="54"/>
                  </a:lnTo>
                  <a:lnTo>
                    <a:pt x="42" y="54"/>
                  </a:lnTo>
                  <a:lnTo>
                    <a:pt x="42" y="64"/>
                  </a:lnTo>
                  <a:lnTo>
                    <a:pt x="44" y="74"/>
                  </a:lnTo>
                  <a:lnTo>
                    <a:pt x="56" y="72"/>
                  </a:lnTo>
                  <a:lnTo>
                    <a:pt x="64" y="78"/>
                  </a:lnTo>
                  <a:lnTo>
                    <a:pt x="62" y="72"/>
                  </a:lnTo>
                  <a:lnTo>
                    <a:pt x="62" y="70"/>
                  </a:lnTo>
                  <a:lnTo>
                    <a:pt x="64" y="70"/>
                  </a:lnTo>
                  <a:lnTo>
                    <a:pt x="70" y="76"/>
                  </a:lnTo>
                  <a:lnTo>
                    <a:pt x="74" y="84"/>
                  </a:lnTo>
                  <a:lnTo>
                    <a:pt x="78" y="86"/>
                  </a:lnTo>
                  <a:lnTo>
                    <a:pt x="78" y="82"/>
                  </a:lnTo>
                  <a:lnTo>
                    <a:pt x="80" y="80"/>
                  </a:lnTo>
                  <a:lnTo>
                    <a:pt x="76" y="72"/>
                  </a:lnTo>
                  <a:lnTo>
                    <a:pt x="74" y="66"/>
                  </a:lnTo>
                  <a:lnTo>
                    <a:pt x="68" y="66"/>
                  </a:lnTo>
                  <a:lnTo>
                    <a:pt x="68" y="62"/>
                  </a:lnTo>
                  <a:lnTo>
                    <a:pt x="52" y="66"/>
                  </a:lnTo>
                  <a:lnTo>
                    <a:pt x="50" y="56"/>
                  </a:lnTo>
                  <a:lnTo>
                    <a:pt x="48" y="52"/>
                  </a:lnTo>
                  <a:lnTo>
                    <a:pt x="50" y="50"/>
                  </a:lnTo>
                  <a:lnTo>
                    <a:pt x="50" y="46"/>
                  </a:lnTo>
                  <a:lnTo>
                    <a:pt x="48" y="42"/>
                  </a:lnTo>
                  <a:lnTo>
                    <a:pt x="50" y="42"/>
                  </a:lnTo>
                  <a:lnTo>
                    <a:pt x="56" y="34"/>
                  </a:lnTo>
                  <a:lnTo>
                    <a:pt x="62" y="26"/>
                  </a:lnTo>
                  <a:lnTo>
                    <a:pt x="62" y="24"/>
                  </a:lnTo>
                  <a:lnTo>
                    <a:pt x="60" y="20"/>
                  </a:lnTo>
                  <a:lnTo>
                    <a:pt x="56" y="16"/>
                  </a:lnTo>
                  <a:lnTo>
                    <a:pt x="58" y="8"/>
                  </a:lnTo>
                  <a:lnTo>
                    <a:pt x="58" y="0"/>
                  </a:lnTo>
                  <a:lnTo>
                    <a:pt x="56" y="2"/>
                  </a:lnTo>
                  <a:lnTo>
                    <a:pt x="56" y="4"/>
                  </a:lnTo>
                  <a:lnTo>
                    <a:pt x="52" y="4"/>
                  </a:lnTo>
                  <a:lnTo>
                    <a:pt x="48" y="4"/>
                  </a:lnTo>
                  <a:lnTo>
                    <a:pt x="4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8" name="Google Shape;298;p60"/>
            <p:cNvSpPr/>
            <p:nvPr/>
          </p:nvSpPr>
          <p:spPr>
            <a:xfrm>
              <a:off x="6200976" y="4553132"/>
              <a:ext cx="224406" cy="354849"/>
            </a:xfrm>
            <a:custGeom>
              <a:rect b="b" l="l" r="r" t="t"/>
              <a:pathLst>
                <a:path extrusionOk="0" h="252" w="136">
                  <a:moveTo>
                    <a:pt x="62" y="0"/>
                  </a:moveTo>
                  <a:lnTo>
                    <a:pt x="58" y="4"/>
                  </a:lnTo>
                  <a:lnTo>
                    <a:pt x="62" y="6"/>
                  </a:lnTo>
                  <a:lnTo>
                    <a:pt x="64" y="14"/>
                  </a:lnTo>
                  <a:lnTo>
                    <a:pt x="64" y="22"/>
                  </a:lnTo>
                  <a:lnTo>
                    <a:pt x="62" y="22"/>
                  </a:lnTo>
                  <a:lnTo>
                    <a:pt x="62" y="26"/>
                  </a:lnTo>
                  <a:lnTo>
                    <a:pt x="58" y="32"/>
                  </a:lnTo>
                  <a:lnTo>
                    <a:pt x="54" y="36"/>
                  </a:lnTo>
                  <a:lnTo>
                    <a:pt x="44" y="42"/>
                  </a:lnTo>
                  <a:lnTo>
                    <a:pt x="40" y="46"/>
                  </a:lnTo>
                  <a:lnTo>
                    <a:pt x="34" y="52"/>
                  </a:lnTo>
                  <a:lnTo>
                    <a:pt x="30" y="56"/>
                  </a:lnTo>
                  <a:lnTo>
                    <a:pt x="28" y="64"/>
                  </a:lnTo>
                  <a:lnTo>
                    <a:pt x="24" y="68"/>
                  </a:lnTo>
                  <a:lnTo>
                    <a:pt x="22" y="70"/>
                  </a:lnTo>
                  <a:lnTo>
                    <a:pt x="20" y="70"/>
                  </a:lnTo>
                  <a:lnTo>
                    <a:pt x="18" y="68"/>
                  </a:lnTo>
                  <a:lnTo>
                    <a:pt x="14" y="62"/>
                  </a:lnTo>
                  <a:lnTo>
                    <a:pt x="10" y="64"/>
                  </a:lnTo>
                  <a:lnTo>
                    <a:pt x="6" y="62"/>
                  </a:lnTo>
                  <a:lnTo>
                    <a:pt x="6" y="60"/>
                  </a:lnTo>
                  <a:lnTo>
                    <a:pt x="10" y="58"/>
                  </a:lnTo>
                  <a:lnTo>
                    <a:pt x="8" y="56"/>
                  </a:lnTo>
                  <a:lnTo>
                    <a:pt x="8" y="52"/>
                  </a:lnTo>
                  <a:lnTo>
                    <a:pt x="6" y="52"/>
                  </a:lnTo>
                  <a:lnTo>
                    <a:pt x="2" y="58"/>
                  </a:lnTo>
                  <a:lnTo>
                    <a:pt x="0" y="62"/>
                  </a:lnTo>
                  <a:lnTo>
                    <a:pt x="0" y="68"/>
                  </a:lnTo>
                  <a:lnTo>
                    <a:pt x="2" y="72"/>
                  </a:lnTo>
                  <a:lnTo>
                    <a:pt x="0" y="72"/>
                  </a:lnTo>
                  <a:lnTo>
                    <a:pt x="0" y="74"/>
                  </a:lnTo>
                  <a:lnTo>
                    <a:pt x="2" y="76"/>
                  </a:lnTo>
                  <a:lnTo>
                    <a:pt x="4" y="76"/>
                  </a:lnTo>
                  <a:lnTo>
                    <a:pt x="4" y="82"/>
                  </a:lnTo>
                  <a:lnTo>
                    <a:pt x="2" y="84"/>
                  </a:lnTo>
                  <a:lnTo>
                    <a:pt x="2" y="86"/>
                  </a:lnTo>
                  <a:lnTo>
                    <a:pt x="8" y="90"/>
                  </a:lnTo>
                  <a:lnTo>
                    <a:pt x="16" y="94"/>
                  </a:lnTo>
                  <a:lnTo>
                    <a:pt x="16" y="98"/>
                  </a:lnTo>
                  <a:lnTo>
                    <a:pt x="18" y="102"/>
                  </a:lnTo>
                  <a:lnTo>
                    <a:pt x="22" y="104"/>
                  </a:lnTo>
                  <a:lnTo>
                    <a:pt x="26" y="106"/>
                  </a:lnTo>
                  <a:lnTo>
                    <a:pt x="28" y="110"/>
                  </a:lnTo>
                  <a:lnTo>
                    <a:pt x="28" y="116"/>
                  </a:lnTo>
                  <a:lnTo>
                    <a:pt x="32" y="118"/>
                  </a:lnTo>
                  <a:lnTo>
                    <a:pt x="36" y="120"/>
                  </a:lnTo>
                  <a:lnTo>
                    <a:pt x="40" y="128"/>
                  </a:lnTo>
                  <a:lnTo>
                    <a:pt x="42" y="134"/>
                  </a:lnTo>
                  <a:lnTo>
                    <a:pt x="44" y="150"/>
                  </a:lnTo>
                  <a:lnTo>
                    <a:pt x="48" y="160"/>
                  </a:lnTo>
                  <a:lnTo>
                    <a:pt x="56" y="174"/>
                  </a:lnTo>
                  <a:lnTo>
                    <a:pt x="60" y="186"/>
                  </a:lnTo>
                  <a:lnTo>
                    <a:pt x="62" y="192"/>
                  </a:lnTo>
                  <a:lnTo>
                    <a:pt x="62" y="196"/>
                  </a:lnTo>
                  <a:lnTo>
                    <a:pt x="60" y="198"/>
                  </a:lnTo>
                  <a:lnTo>
                    <a:pt x="68" y="206"/>
                  </a:lnTo>
                  <a:lnTo>
                    <a:pt x="68" y="212"/>
                  </a:lnTo>
                  <a:lnTo>
                    <a:pt x="70" y="216"/>
                  </a:lnTo>
                  <a:lnTo>
                    <a:pt x="76" y="220"/>
                  </a:lnTo>
                  <a:lnTo>
                    <a:pt x="84" y="224"/>
                  </a:lnTo>
                  <a:lnTo>
                    <a:pt x="86" y="228"/>
                  </a:lnTo>
                  <a:lnTo>
                    <a:pt x="104" y="238"/>
                  </a:lnTo>
                  <a:lnTo>
                    <a:pt x="112" y="244"/>
                  </a:lnTo>
                  <a:lnTo>
                    <a:pt x="118" y="250"/>
                  </a:lnTo>
                  <a:lnTo>
                    <a:pt x="120" y="252"/>
                  </a:lnTo>
                  <a:lnTo>
                    <a:pt x="120" y="250"/>
                  </a:lnTo>
                  <a:lnTo>
                    <a:pt x="122" y="246"/>
                  </a:lnTo>
                  <a:lnTo>
                    <a:pt x="126" y="242"/>
                  </a:lnTo>
                  <a:lnTo>
                    <a:pt x="130" y="240"/>
                  </a:lnTo>
                  <a:lnTo>
                    <a:pt x="136" y="230"/>
                  </a:lnTo>
                  <a:lnTo>
                    <a:pt x="136" y="226"/>
                  </a:lnTo>
                  <a:lnTo>
                    <a:pt x="136" y="224"/>
                  </a:lnTo>
                  <a:lnTo>
                    <a:pt x="128" y="222"/>
                  </a:lnTo>
                  <a:lnTo>
                    <a:pt x="130" y="218"/>
                  </a:lnTo>
                  <a:lnTo>
                    <a:pt x="128" y="216"/>
                  </a:lnTo>
                  <a:lnTo>
                    <a:pt x="128" y="214"/>
                  </a:lnTo>
                  <a:lnTo>
                    <a:pt x="130" y="214"/>
                  </a:lnTo>
                  <a:lnTo>
                    <a:pt x="134" y="218"/>
                  </a:lnTo>
                  <a:lnTo>
                    <a:pt x="132" y="214"/>
                  </a:lnTo>
                  <a:lnTo>
                    <a:pt x="132" y="212"/>
                  </a:lnTo>
                  <a:lnTo>
                    <a:pt x="134" y="210"/>
                  </a:lnTo>
                  <a:lnTo>
                    <a:pt x="130" y="202"/>
                  </a:lnTo>
                  <a:lnTo>
                    <a:pt x="130" y="196"/>
                  </a:lnTo>
                  <a:lnTo>
                    <a:pt x="132" y="194"/>
                  </a:lnTo>
                  <a:lnTo>
                    <a:pt x="134" y="184"/>
                  </a:lnTo>
                  <a:lnTo>
                    <a:pt x="128" y="170"/>
                  </a:lnTo>
                  <a:lnTo>
                    <a:pt x="114" y="166"/>
                  </a:lnTo>
                  <a:lnTo>
                    <a:pt x="116" y="132"/>
                  </a:lnTo>
                  <a:lnTo>
                    <a:pt x="116" y="130"/>
                  </a:lnTo>
                  <a:lnTo>
                    <a:pt x="116" y="128"/>
                  </a:lnTo>
                  <a:lnTo>
                    <a:pt x="116" y="130"/>
                  </a:lnTo>
                  <a:lnTo>
                    <a:pt x="106" y="134"/>
                  </a:lnTo>
                  <a:lnTo>
                    <a:pt x="96" y="134"/>
                  </a:lnTo>
                  <a:lnTo>
                    <a:pt x="94" y="134"/>
                  </a:lnTo>
                  <a:lnTo>
                    <a:pt x="94" y="130"/>
                  </a:lnTo>
                  <a:lnTo>
                    <a:pt x="92" y="128"/>
                  </a:lnTo>
                  <a:lnTo>
                    <a:pt x="90" y="126"/>
                  </a:lnTo>
                  <a:lnTo>
                    <a:pt x="88" y="124"/>
                  </a:lnTo>
                  <a:lnTo>
                    <a:pt x="86" y="122"/>
                  </a:lnTo>
                  <a:lnTo>
                    <a:pt x="82" y="118"/>
                  </a:lnTo>
                  <a:lnTo>
                    <a:pt x="80" y="116"/>
                  </a:lnTo>
                  <a:lnTo>
                    <a:pt x="80" y="110"/>
                  </a:lnTo>
                  <a:lnTo>
                    <a:pt x="80" y="108"/>
                  </a:lnTo>
                  <a:lnTo>
                    <a:pt x="80" y="106"/>
                  </a:lnTo>
                  <a:lnTo>
                    <a:pt x="78" y="102"/>
                  </a:lnTo>
                  <a:lnTo>
                    <a:pt x="76" y="96"/>
                  </a:lnTo>
                  <a:lnTo>
                    <a:pt x="78" y="96"/>
                  </a:lnTo>
                  <a:lnTo>
                    <a:pt x="80" y="96"/>
                  </a:lnTo>
                  <a:lnTo>
                    <a:pt x="82" y="96"/>
                  </a:lnTo>
                  <a:lnTo>
                    <a:pt x="82" y="90"/>
                  </a:lnTo>
                  <a:lnTo>
                    <a:pt x="84" y="88"/>
                  </a:lnTo>
                  <a:lnTo>
                    <a:pt x="86" y="84"/>
                  </a:lnTo>
                  <a:lnTo>
                    <a:pt x="88" y="78"/>
                  </a:lnTo>
                  <a:lnTo>
                    <a:pt x="88" y="74"/>
                  </a:lnTo>
                  <a:lnTo>
                    <a:pt x="92" y="70"/>
                  </a:lnTo>
                  <a:lnTo>
                    <a:pt x="98" y="66"/>
                  </a:lnTo>
                  <a:lnTo>
                    <a:pt x="102" y="64"/>
                  </a:lnTo>
                  <a:lnTo>
                    <a:pt x="108" y="62"/>
                  </a:lnTo>
                  <a:lnTo>
                    <a:pt x="116" y="60"/>
                  </a:lnTo>
                  <a:lnTo>
                    <a:pt x="118" y="60"/>
                  </a:lnTo>
                  <a:lnTo>
                    <a:pt x="120" y="58"/>
                  </a:lnTo>
                  <a:lnTo>
                    <a:pt x="120" y="56"/>
                  </a:lnTo>
                  <a:lnTo>
                    <a:pt x="116" y="54"/>
                  </a:lnTo>
                  <a:lnTo>
                    <a:pt x="112" y="54"/>
                  </a:lnTo>
                  <a:lnTo>
                    <a:pt x="122" y="32"/>
                  </a:lnTo>
                  <a:lnTo>
                    <a:pt x="122" y="30"/>
                  </a:lnTo>
                  <a:lnTo>
                    <a:pt x="118" y="30"/>
                  </a:lnTo>
                  <a:lnTo>
                    <a:pt x="112" y="28"/>
                  </a:lnTo>
                  <a:lnTo>
                    <a:pt x="108" y="26"/>
                  </a:lnTo>
                  <a:lnTo>
                    <a:pt x="104" y="26"/>
                  </a:lnTo>
                  <a:lnTo>
                    <a:pt x="100" y="26"/>
                  </a:lnTo>
                  <a:lnTo>
                    <a:pt x="100" y="28"/>
                  </a:lnTo>
                  <a:lnTo>
                    <a:pt x="94" y="26"/>
                  </a:lnTo>
                  <a:lnTo>
                    <a:pt x="90" y="24"/>
                  </a:lnTo>
                  <a:lnTo>
                    <a:pt x="90" y="22"/>
                  </a:lnTo>
                  <a:lnTo>
                    <a:pt x="90" y="18"/>
                  </a:lnTo>
                  <a:lnTo>
                    <a:pt x="82" y="18"/>
                  </a:lnTo>
                  <a:lnTo>
                    <a:pt x="80" y="16"/>
                  </a:lnTo>
                  <a:lnTo>
                    <a:pt x="78" y="14"/>
                  </a:lnTo>
                  <a:lnTo>
                    <a:pt x="76" y="10"/>
                  </a:lnTo>
                  <a:lnTo>
                    <a:pt x="72" y="6"/>
                  </a:lnTo>
                  <a:lnTo>
                    <a:pt x="70" y="4"/>
                  </a:lnTo>
                  <a:lnTo>
                    <a:pt x="70" y="0"/>
                  </a:lnTo>
                  <a:lnTo>
                    <a:pt x="6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299" name="Google Shape;299;p60"/>
            <p:cNvSpPr/>
            <p:nvPr/>
          </p:nvSpPr>
          <p:spPr>
            <a:xfrm>
              <a:off x="6551217" y="4931279"/>
              <a:ext cx="148905" cy="168464"/>
            </a:xfrm>
            <a:custGeom>
              <a:rect b="b" l="l" r="r" t="t"/>
              <a:pathLst>
                <a:path extrusionOk="0" h="120" w="90">
                  <a:moveTo>
                    <a:pt x="46" y="8"/>
                  </a:moveTo>
                  <a:lnTo>
                    <a:pt x="42" y="2"/>
                  </a:lnTo>
                  <a:lnTo>
                    <a:pt x="32" y="0"/>
                  </a:lnTo>
                  <a:lnTo>
                    <a:pt x="18" y="2"/>
                  </a:lnTo>
                  <a:lnTo>
                    <a:pt x="14" y="6"/>
                  </a:lnTo>
                  <a:lnTo>
                    <a:pt x="12" y="12"/>
                  </a:lnTo>
                  <a:lnTo>
                    <a:pt x="10" y="16"/>
                  </a:lnTo>
                  <a:lnTo>
                    <a:pt x="8" y="20"/>
                  </a:lnTo>
                  <a:lnTo>
                    <a:pt x="8" y="24"/>
                  </a:lnTo>
                  <a:lnTo>
                    <a:pt x="0" y="40"/>
                  </a:lnTo>
                  <a:lnTo>
                    <a:pt x="8" y="44"/>
                  </a:lnTo>
                  <a:lnTo>
                    <a:pt x="10" y="50"/>
                  </a:lnTo>
                  <a:lnTo>
                    <a:pt x="12" y="52"/>
                  </a:lnTo>
                  <a:lnTo>
                    <a:pt x="14" y="54"/>
                  </a:lnTo>
                  <a:lnTo>
                    <a:pt x="18" y="56"/>
                  </a:lnTo>
                  <a:lnTo>
                    <a:pt x="20" y="60"/>
                  </a:lnTo>
                  <a:lnTo>
                    <a:pt x="22" y="64"/>
                  </a:lnTo>
                  <a:lnTo>
                    <a:pt x="22" y="66"/>
                  </a:lnTo>
                  <a:lnTo>
                    <a:pt x="24" y="68"/>
                  </a:lnTo>
                  <a:lnTo>
                    <a:pt x="28" y="70"/>
                  </a:lnTo>
                  <a:lnTo>
                    <a:pt x="32" y="74"/>
                  </a:lnTo>
                  <a:lnTo>
                    <a:pt x="34" y="76"/>
                  </a:lnTo>
                  <a:lnTo>
                    <a:pt x="36" y="76"/>
                  </a:lnTo>
                  <a:lnTo>
                    <a:pt x="38" y="76"/>
                  </a:lnTo>
                  <a:lnTo>
                    <a:pt x="44" y="80"/>
                  </a:lnTo>
                  <a:lnTo>
                    <a:pt x="46" y="84"/>
                  </a:lnTo>
                  <a:lnTo>
                    <a:pt x="50" y="88"/>
                  </a:lnTo>
                  <a:lnTo>
                    <a:pt x="52" y="90"/>
                  </a:lnTo>
                  <a:lnTo>
                    <a:pt x="52" y="92"/>
                  </a:lnTo>
                  <a:lnTo>
                    <a:pt x="52" y="98"/>
                  </a:lnTo>
                  <a:lnTo>
                    <a:pt x="50" y="104"/>
                  </a:lnTo>
                  <a:lnTo>
                    <a:pt x="46" y="108"/>
                  </a:lnTo>
                  <a:lnTo>
                    <a:pt x="42" y="116"/>
                  </a:lnTo>
                  <a:lnTo>
                    <a:pt x="42" y="118"/>
                  </a:lnTo>
                  <a:lnTo>
                    <a:pt x="46" y="118"/>
                  </a:lnTo>
                  <a:lnTo>
                    <a:pt x="50" y="118"/>
                  </a:lnTo>
                  <a:lnTo>
                    <a:pt x="54" y="118"/>
                  </a:lnTo>
                  <a:lnTo>
                    <a:pt x="58" y="120"/>
                  </a:lnTo>
                  <a:lnTo>
                    <a:pt x="62" y="120"/>
                  </a:lnTo>
                  <a:lnTo>
                    <a:pt x="72" y="120"/>
                  </a:lnTo>
                  <a:lnTo>
                    <a:pt x="76" y="120"/>
                  </a:lnTo>
                  <a:lnTo>
                    <a:pt x="78" y="120"/>
                  </a:lnTo>
                  <a:lnTo>
                    <a:pt x="80" y="118"/>
                  </a:lnTo>
                  <a:lnTo>
                    <a:pt x="82" y="114"/>
                  </a:lnTo>
                  <a:lnTo>
                    <a:pt x="84" y="110"/>
                  </a:lnTo>
                  <a:lnTo>
                    <a:pt x="86" y="106"/>
                  </a:lnTo>
                  <a:lnTo>
                    <a:pt x="86" y="100"/>
                  </a:lnTo>
                  <a:lnTo>
                    <a:pt x="86" y="96"/>
                  </a:lnTo>
                  <a:lnTo>
                    <a:pt x="88" y="94"/>
                  </a:lnTo>
                  <a:lnTo>
                    <a:pt x="88" y="88"/>
                  </a:lnTo>
                  <a:lnTo>
                    <a:pt x="88" y="80"/>
                  </a:lnTo>
                  <a:lnTo>
                    <a:pt x="90" y="74"/>
                  </a:lnTo>
                  <a:lnTo>
                    <a:pt x="90" y="68"/>
                  </a:lnTo>
                  <a:lnTo>
                    <a:pt x="88" y="68"/>
                  </a:lnTo>
                  <a:lnTo>
                    <a:pt x="84" y="70"/>
                  </a:lnTo>
                  <a:lnTo>
                    <a:pt x="82" y="70"/>
                  </a:lnTo>
                  <a:lnTo>
                    <a:pt x="82" y="68"/>
                  </a:lnTo>
                  <a:lnTo>
                    <a:pt x="82" y="64"/>
                  </a:lnTo>
                  <a:lnTo>
                    <a:pt x="82" y="50"/>
                  </a:lnTo>
                  <a:lnTo>
                    <a:pt x="80" y="46"/>
                  </a:lnTo>
                  <a:lnTo>
                    <a:pt x="76" y="44"/>
                  </a:lnTo>
                  <a:lnTo>
                    <a:pt x="74" y="44"/>
                  </a:lnTo>
                  <a:lnTo>
                    <a:pt x="72" y="42"/>
                  </a:lnTo>
                  <a:lnTo>
                    <a:pt x="72" y="40"/>
                  </a:lnTo>
                  <a:lnTo>
                    <a:pt x="70" y="38"/>
                  </a:lnTo>
                  <a:lnTo>
                    <a:pt x="68" y="40"/>
                  </a:lnTo>
                  <a:lnTo>
                    <a:pt x="60" y="40"/>
                  </a:lnTo>
                  <a:lnTo>
                    <a:pt x="56" y="38"/>
                  </a:lnTo>
                  <a:lnTo>
                    <a:pt x="54" y="36"/>
                  </a:lnTo>
                  <a:lnTo>
                    <a:pt x="54" y="32"/>
                  </a:lnTo>
                  <a:lnTo>
                    <a:pt x="52" y="26"/>
                  </a:lnTo>
                  <a:lnTo>
                    <a:pt x="54" y="20"/>
                  </a:lnTo>
                  <a:lnTo>
                    <a:pt x="52" y="16"/>
                  </a:lnTo>
                  <a:lnTo>
                    <a:pt x="50" y="12"/>
                  </a:lnTo>
                  <a:lnTo>
                    <a:pt x="46"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0" name="Google Shape;300;p60"/>
            <p:cNvSpPr/>
            <p:nvPr/>
          </p:nvSpPr>
          <p:spPr>
            <a:xfrm>
              <a:off x="10336755" y="4597936"/>
              <a:ext cx="283129" cy="170256"/>
            </a:xfrm>
            <a:custGeom>
              <a:rect b="b" l="l" r="r" t="t"/>
              <a:pathLst>
                <a:path extrusionOk="0" h="120" w="172">
                  <a:moveTo>
                    <a:pt x="2" y="98"/>
                  </a:moveTo>
                  <a:lnTo>
                    <a:pt x="2" y="98"/>
                  </a:lnTo>
                  <a:lnTo>
                    <a:pt x="20" y="98"/>
                  </a:lnTo>
                  <a:lnTo>
                    <a:pt x="28" y="96"/>
                  </a:lnTo>
                  <a:lnTo>
                    <a:pt x="30" y="94"/>
                  </a:lnTo>
                  <a:lnTo>
                    <a:pt x="32" y="90"/>
                  </a:lnTo>
                  <a:lnTo>
                    <a:pt x="32" y="86"/>
                  </a:lnTo>
                  <a:lnTo>
                    <a:pt x="32" y="82"/>
                  </a:lnTo>
                  <a:lnTo>
                    <a:pt x="48" y="82"/>
                  </a:lnTo>
                  <a:lnTo>
                    <a:pt x="58" y="86"/>
                  </a:lnTo>
                  <a:lnTo>
                    <a:pt x="64" y="90"/>
                  </a:lnTo>
                  <a:lnTo>
                    <a:pt x="64" y="96"/>
                  </a:lnTo>
                  <a:lnTo>
                    <a:pt x="66" y="98"/>
                  </a:lnTo>
                  <a:lnTo>
                    <a:pt x="66" y="100"/>
                  </a:lnTo>
                  <a:lnTo>
                    <a:pt x="70" y="102"/>
                  </a:lnTo>
                  <a:lnTo>
                    <a:pt x="74" y="102"/>
                  </a:lnTo>
                  <a:lnTo>
                    <a:pt x="80" y="112"/>
                  </a:lnTo>
                  <a:lnTo>
                    <a:pt x="86" y="116"/>
                  </a:lnTo>
                  <a:lnTo>
                    <a:pt x="94" y="116"/>
                  </a:lnTo>
                  <a:lnTo>
                    <a:pt x="108" y="120"/>
                  </a:lnTo>
                  <a:lnTo>
                    <a:pt x="108" y="114"/>
                  </a:lnTo>
                  <a:lnTo>
                    <a:pt x="106" y="114"/>
                  </a:lnTo>
                  <a:lnTo>
                    <a:pt x="102" y="112"/>
                  </a:lnTo>
                  <a:lnTo>
                    <a:pt x="104" y="110"/>
                  </a:lnTo>
                  <a:lnTo>
                    <a:pt x="104" y="108"/>
                  </a:lnTo>
                  <a:lnTo>
                    <a:pt x="100" y="106"/>
                  </a:lnTo>
                  <a:lnTo>
                    <a:pt x="94" y="106"/>
                  </a:lnTo>
                  <a:lnTo>
                    <a:pt x="94" y="104"/>
                  </a:lnTo>
                  <a:lnTo>
                    <a:pt x="94" y="102"/>
                  </a:lnTo>
                  <a:lnTo>
                    <a:pt x="94" y="98"/>
                  </a:lnTo>
                  <a:lnTo>
                    <a:pt x="92" y="98"/>
                  </a:lnTo>
                  <a:lnTo>
                    <a:pt x="88" y="98"/>
                  </a:lnTo>
                  <a:lnTo>
                    <a:pt x="86" y="94"/>
                  </a:lnTo>
                  <a:lnTo>
                    <a:pt x="86" y="92"/>
                  </a:lnTo>
                  <a:lnTo>
                    <a:pt x="86" y="88"/>
                  </a:lnTo>
                  <a:lnTo>
                    <a:pt x="84" y="84"/>
                  </a:lnTo>
                  <a:lnTo>
                    <a:pt x="82" y="84"/>
                  </a:lnTo>
                  <a:lnTo>
                    <a:pt x="78" y="84"/>
                  </a:lnTo>
                  <a:lnTo>
                    <a:pt x="76" y="80"/>
                  </a:lnTo>
                  <a:lnTo>
                    <a:pt x="74" y="76"/>
                  </a:lnTo>
                  <a:lnTo>
                    <a:pt x="72" y="68"/>
                  </a:lnTo>
                  <a:lnTo>
                    <a:pt x="80" y="64"/>
                  </a:lnTo>
                  <a:lnTo>
                    <a:pt x="80" y="54"/>
                  </a:lnTo>
                  <a:lnTo>
                    <a:pt x="74" y="54"/>
                  </a:lnTo>
                  <a:lnTo>
                    <a:pt x="70" y="54"/>
                  </a:lnTo>
                  <a:lnTo>
                    <a:pt x="68" y="50"/>
                  </a:lnTo>
                  <a:lnTo>
                    <a:pt x="66" y="46"/>
                  </a:lnTo>
                  <a:lnTo>
                    <a:pt x="62" y="46"/>
                  </a:lnTo>
                  <a:lnTo>
                    <a:pt x="58" y="46"/>
                  </a:lnTo>
                  <a:lnTo>
                    <a:pt x="56" y="44"/>
                  </a:lnTo>
                  <a:lnTo>
                    <a:pt x="56" y="42"/>
                  </a:lnTo>
                  <a:lnTo>
                    <a:pt x="56" y="38"/>
                  </a:lnTo>
                  <a:lnTo>
                    <a:pt x="50" y="30"/>
                  </a:lnTo>
                  <a:lnTo>
                    <a:pt x="48" y="28"/>
                  </a:lnTo>
                  <a:lnTo>
                    <a:pt x="44" y="30"/>
                  </a:lnTo>
                  <a:lnTo>
                    <a:pt x="42" y="26"/>
                  </a:lnTo>
                  <a:lnTo>
                    <a:pt x="40" y="22"/>
                  </a:lnTo>
                  <a:lnTo>
                    <a:pt x="32" y="20"/>
                  </a:lnTo>
                  <a:lnTo>
                    <a:pt x="26" y="18"/>
                  </a:lnTo>
                  <a:lnTo>
                    <a:pt x="12" y="14"/>
                  </a:lnTo>
                  <a:lnTo>
                    <a:pt x="0" y="8"/>
                  </a:lnTo>
                  <a:lnTo>
                    <a:pt x="2" y="60"/>
                  </a:lnTo>
                  <a:lnTo>
                    <a:pt x="0" y="64"/>
                  </a:lnTo>
                  <a:lnTo>
                    <a:pt x="2" y="68"/>
                  </a:lnTo>
                  <a:lnTo>
                    <a:pt x="2" y="98"/>
                  </a:lnTo>
                  <a:close/>
                  <a:moveTo>
                    <a:pt x="110" y="104"/>
                  </a:moveTo>
                  <a:lnTo>
                    <a:pt x="112" y="108"/>
                  </a:lnTo>
                  <a:lnTo>
                    <a:pt x="114" y="108"/>
                  </a:lnTo>
                  <a:lnTo>
                    <a:pt x="114" y="106"/>
                  </a:lnTo>
                  <a:lnTo>
                    <a:pt x="110" y="104"/>
                  </a:lnTo>
                  <a:close/>
                  <a:moveTo>
                    <a:pt x="154" y="40"/>
                  </a:moveTo>
                  <a:lnTo>
                    <a:pt x="154" y="40"/>
                  </a:lnTo>
                  <a:lnTo>
                    <a:pt x="158" y="56"/>
                  </a:lnTo>
                  <a:lnTo>
                    <a:pt x="164" y="68"/>
                  </a:lnTo>
                  <a:lnTo>
                    <a:pt x="168" y="68"/>
                  </a:lnTo>
                  <a:lnTo>
                    <a:pt x="170" y="66"/>
                  </a:lnTo>
                  <a:lnTo>
                    <a:pt x="172" y="64"/>
                  </a:lnTo>
                  <a:lnTo>
                    <a:pt x="172" y="60"/>
                  </a:lnTo>
                  <a:lnTo>
                    <a:pt x="154" y="40"/>
                  </a:lnTo>
                  <a:close/>
                  <a:moveTo>
                    <a:pt x="126" y="30"/>
                  </a:moveTo>
                  <a:lnTo>
                    <a:pt x="126" y="30"/>
                  </a:lnTo>
                  <a:lnTo>
                    <a:pt x="126" y="32"/>
                  </a:lnTo>
                  <a:lnTo>
                    <a:pt x="122" y="32"/>
                  </a:lnTo>
                  <a:lnTo>
                    <a:pt x="124" y="34"/>
                  </a:lnTo>
                  <a:lnTo>
                    <a:pt x="124" y="38"/>
                  </a:lnTo>
                  <a:lnTo>
                    <a:pt x="122" y="38"/>
                  </a:lnTo>
                  <a:lnTo>
                    <a:pt x="120" y="44"/>
                  </a:lnTo>
                  <a:lnTo>
                    <a:pt x="118" y="44"/>
                  </a:lnTo>
                  <a:lnTo>
                    <a:pt x="118" y="46"/>
                  </a:lnTo>
                  <a:lnTo>
                    <a:pt x="114" y="46"/>
                  </a:lnTo>
                  <a:lnTo>
                    <a:pt x="108" y="46"/>
                  </a:lnTo>
                  <a:lnTo>
                    <a:pt x="108" y="44"/>
                  </a:lnTo>
                  <a:lnTo>
                    <a:pt x="106" y="46"/>
                  </a:lnTo>
                  <a:lnTo>
                    <a:pt x="106" y="48"/>
                  </a:lnTo>
                  <a:lnTo>
                    <a:pt x="90" y="48"/>
                  </a:lnTo>
                  <a:lnTo>
                    <a:pt x="92" y="52"/>
                  </a:lnTo>
                  <a:lnTo>
                    <a:pt x="96" y="56"/>
                  </a:lnTo>
                  <a:lnTo>
                    <a:pt x="98" y="58"/>
                  </a:lnTo>
                  <a:lnTo>
                    <a:pt x="104" y="58"/>
                  </a:lnTo>
                  <a:lnTo>
                    <a:pt x="112" y="56"/>
                  </a:lnTo>
                  <a:lnTo>
                    <a:pt x="118" y="54"/>
                  </a:lnTo>
                  <a:lnTo>
                    <a:pt x="122" y="50"/>
                  </a:lnTo>
                  <a:lnTo>
                    <a:pt x="124" y="48"/>
                  </a:lnTo>
                  <a:lnTo>
                    <a:pt x="124" y="44"/>
                  </a:lnTo>
                  <a:lnTo>
                    <a:pt x="130" y="44"/>
                  </a:lnTo>
                  <a:lnTo>
                    <a:pt x="130" y="40"/>
                  </a:lnTo>
                  <a:lnTo>
                    <a:pt x="132" y="32"/>
                  </a:lnTo>
                  <a:lnTo>
                    <a:pt x="126" y="30"/>
                  </a:lnTo>
                  <a:close/>
                  <a:moveTo>
                    <a:pt x="128" y="18"/>
                  </a:moveTo>
                  <a:lnTo>
                    <a:pt x="128" y="18"/>
                  </a:lnTo>
                  <a:lnTo>
                    <a:pt x="132" y="26"/>
                  </a:lnTo>
                  <a:lnTo>
                    <a:pt x="134" y="36"/>
                  </a:lnTo>
                  <a:lnTo>
                    <a:pt x="136" y="34"/>
                  </a:lnTo>
                  <a:lnTo>
                    <a:pt x="138" y="32"/>
                  </a:lnTo>
                  <a:lnTo>
                    <a:pt x="136" y="30"/>
                  </a:lnTo>
                  <a:lnTo>
                    <a:pt x="138" y="32"/>
                  </a:lnTo>
                  <a:lnTo>
                    <a:pt x="138" y="30"/>
                  </a:lnTo>
                  <a:lnTo>
                    <a:pt x="138" y="28"/>
                  </a:lnTo>
                  <a:lnTo>
                    <a:pt x="128" y="18"/>
                  </a:lnTo>
                  <a:close/>
                  <a:moveTo>
                    <a:pt x="114" y="10"/>
                  </a:moveTo>
                  <a:lnTo>
                    <a:pt x="114" y="14"/>
                  </a:lnTo>
                  <a:lnTo>
                    <a:pt x="122" y="18"/>
                  </a:lnTo>
                  <a:lnTo>
                    <a:pt x="126" y="20"/>
                  </a:lnTo>
                  <a:lnTo>
                    <a:pt x="126" y="18"/>
                  </a:lnTo>
                  <a:lnTo>
                    <a:pt x="126" y="16"/>
                  </a:lnTo>
                  <a:lnTo>
                    <a:pt x="114" y="10"/>
                  </a:lnTo>
                  <a:close/>
                  <a:moveTo>
                    <a:pt x="106" y="6"/>
                  </a:moveTo>
                  <a:lnTo>
                    <a:pt x="106" y="6"/>
                  </a:lnTo>
                  <a:lnTo>
                    <a:pt x="108" y="12"/>
                  </a:lnTo>
                  <a:lnTo>
                    <a:pt x="110" y="12"/>
                  </a:lnTo>
                  <a:lnTo>
                    <a:pt x="110" y="10"/>
                  </a:lnTo>
                  <a:lnTo>
                    <a:pt x="112" y="8"/>
                  </a:lnTo>
                  <a:lnTo>
                    <a:pt x="110" y="8"/>
                  </a:lnTo>
                  <a:lnTo>
                    <a:pt x="106" y="6"/>
                  </a:lnTo>
                  <a:close/>
                  <a:moveTo>
                    <a:pt x="66" y="0"/>
                  </a:moveTo>
                  <a:lnTo>
                    <a:pt x="66" y="2"/>
                  </a:lnTo>
                  <a:lnTo>
                    <a:pt x="72" y="2"/>
                  </a:lnTo>
                  <a:lnTo>
                    <a:pt x="74" y="2"/>
                  </a:lnTo>
                  <a:lnTo>
                    <a:pt x="70" y="2"/>
                  </a:lnTo>
                  <a:lnTo>
                    <a:pt x="66"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1" name="Google Shape;301;p60"/>
            <p:cNvSpPr/>
            <p:nvPr/>
          </p:nvSpPr>
          <p:spPr>
            <a:xfrm>
              <a:off x="6169518" y="4355994"/>
              <a:ext cx="111154" cy="53765"/>
            </a:xfrm>
            <a:custGeom>
              <a:rect b="b" l="l" r="r" t="t"/>
              <a:pathLst>
                <a:path extrusionOk="0" h="38" w="68">
                  <a:moveTo>
                    <a:pt x="6" y="0"/>
                  </a:moveTo>
                  <a:lnTo>
                    <a:pt x="4" y="0"/>
                  </a:lnTo>
                  <a:lnTo>
                    <a:pt x="2" y="0"/>
                  </a:lnTo>
                  <a:lnTo>
                    <a:pt x="2" y="2"/>
                  </a:lnTo>
                  <a:lnTo>
                    <a:pt x="2" y="6"/>
                  </a:lnTo>
                  <a:lnTo>
                    <a:pt x="0" y="8"/>
                  </a:lnTo>
                  <a:lnTo>
                    <a:pt x="2" y="10"/>
                  </a:lnTo>
                  <a:lnTo>
                    <a:pt x="4" y="14"/>
                  </a:lnTo>
                  <a:lnTo>
                    <a:pt x="2" y="20"/>
                  </a:lnTo>
                  <a:lnTo>
                    <a:pt x="10" y="20"/>
                  </a:lnTo>
                  <a:lnTo>
                    <a:pt x="14" y="20"/>
                  </a:lnTo>
                  <a:lnTo>
                    <a:pt x="18" y="22"/>
                  </a:lnTo>
                  <a:lnTo>
                    <a:pt x="18" y="26"/>
                  </a:lnTo>
                  <a:lnTo>
                    <a:pt x="22" y="26"/>
                  </a:lnTo>
                  <a:lnTo>
                    <a:pt x="24" y="26"/>
                  </a:lnTo>
                  <a:lnTo>
                    <a:pt x="24" y="30"/>
                  </a:lnTo>
                  <a:lnTo>
                    <a:pt x="30" y="32"/>
                  </a:lnTo>
                  <a:lnTo>
                    <a:pt x="36" y="32"/>
                  </a:lnTo>
                  <a:lnTo>
                    <a:pt x="38" y="32"/>
                  </a:lnTo>
                  <a:lnTo>
                    <a:pt x="36" y="30"/>
                  </a:lnTo>
                  <a:lnTo>
                    <a:pt x="34" y="30"/>
                  </a:lnTo>
                  <a:lnTo>
                    <a:pt x="32" y="32"/>
                  </a:lnTo>
                  <a:lnTo>
                    <a:pt x="32" y="30"/>
                  </a:lnTo>
                  <a:lnTo>
                    <a:pt x="36" y="28"/>
                  </a:lnTo>
                  <a:lnTo>
                    <a:pt x="34" y="24"/>
                  </a:lnTo>
                  <a:lnTo>
                    <a:pt x="30" y="24"/>
                  </a:lnTo>
                  <a:lnTo>
                    <a:pt x="30" y="20"/>
                  </a:lnTo>
                  <a:lnTo>
                    <a:pt x="38" y="14"/>
                  </a:lnTo>
                  <a:lnTo>
                    <a:pt x="40" y="10"/>
                  </a:lnTo>
                  <a:lnTo>
                    <a:pt x="42" y="10"/>
                  </a:lnTo>
                  <a:lnTo>
                    <a:pt x="44" y="10"/>
                  </a:lnTo>
                  <a:lnTo>
                    <a:pt x="50" y="22"/>
                  </a:lnTo>
                  <a:lnTo>
                    <a:pt x="58" y="20"/>
                  </a:lnTo>
                  <a:lnTo>
                    <a:pt x="56" y="24"/>
                  </a:lnTo>
                  <a:lnTo>
                    <a:pt x="54" y="34"/>
                  </a:lnTo>
                  <a:lnTo>
                    <a:pt x="56" y="36"/>
                  </a:lnTo>
                  <a:lnTo>
                    <a:pt x="60" y="38"/>
                  </a:lnTo>
                  <a:lnTo>
                    <a:pt x="64" y="38"/>
                  </a:lnTo>
                  <a:lnTo>
                    <a:pt x="66" y="36"/>
                  </a:lnTo>
                  <a:lnTo>
                    <a:pt x="68" y="34"/>
                  </a:lnTo>
                  <a:lnTo>
                    <a:pt x="68" y="30"/>
                  </a:lnTo>
                  <a:lnTo>
                    <a:pt x="68" y="26"/>
                  </a:lnTo>
                  <a:lnTo>
                    <a:pt x="66" y="24"/>
                  </a:lnTo>
                  <a:lnTo>
                    <a:pt x="66" y="20"/>
                  </a:lnTo>
                  <a:lnTo>
                    <a:pt x="58" y="12"/>
                  </a:lnTo>
                  <a:lnTo>
                    <a:pt x="50" y="2"/>
                  </a:lnTo>
                  <a:lnTo>
                    <a:pt x="40" y="0"/>
                  </a:lnTo>
                  <a:lnTo>
                    <a:pt x="38" y="6"/>
                  </a:lnTo>
                  <a:lnTo>
                    <a:pt x="28" y="8"/>
                  </a:lnTo>
                  <a:lnTo>
                    <a:pt x="20" y="10"/>
                  </a:lnTo>
                  <a:lnTo>
                    <a:pt x="18" y="8"/>
                  </a:lnTo>
                  <a:lnTo>
                    <a:pt x="16" y="8"/>
                  </a:lnTo>
                  <a:lnTo>
                    <a:pt x="14" y="8"/>
                  </a:lnTo>
                  <a:lnTo>
                    <a:pt x="12" y="10"/>
                  </a:lnTo>
                  <a:lnTo>
                    <a:pt x="10" y="10"/>
                  </a:lnTo>
                  <a:lnTo>
                    <a:pt x="6" y="0"/>
                  </a:lnTo>
                  <a:close/>
                  <a:moveTo>
                    <a:pt x="16" y="30"/>
                  </a:moveTo>
                  <a:lnTo>
                    <a:pt x="18" y="34"/>
                  </a:lnTo>
                  <a:lnTo>
                    <a:pt x="18" y="32"/>
                  </a:lnTo>
                  <a:lnTo>
                    <a:pt x="16" y="3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2" name="Google Shape;302;p60"/>
            <p:cNvSpPr/>
            <p:nvPr/>
          </p:nvSpPr>
          <p:spPr>
            <a:xfrm>
              <a:off x="8866582" y="3800422"/>
              <a:ext cx="287323" cy="274202"/>
            </a:xfrm>
            <a:custGeom>
              <a:rect b="b" l="l" r="r" t="t"/>
              <a:pathLst>
                <a:path extrusionOk="0" h="194" w="174">
                  <a:moveTo>
                    <a:pt x="78" y="194"/>
                  </a:moveTo>
                  <a:lnTo>
                    <a:pt x="82" y="190"/>
                  </a:lnTo>
                  <a:lnTo>
                    <a:pt x="84" y="184"/>
                  </a:lnTo>
                  <a:lnTo>
                    <a:pt x="90" y="182"/>
                  </a:lnTo>
                  <a:lnTo>
                    <a:pt x="98" y="180"/>
                  </a:lnTo>
                  <a:lnTo>
                    <a:pt x="96" y="172"/>
                  </a:lnTo>
                  <a:lnTo>
                    <a:pt x="90" y="166"/>
                  </a:lnTo>
                  <a:lnTo>
                    <a:pt x="90" y="164"/>
                  </a:lnTo>
                  <a:lnTo>
                    <a:pt x="94" y="158"/>
                  </a:lnTo>
                  <a:lnTo>
                    <a:pt x="88" y="150"/>
                  </a:lnTo>
                  <a:lnTo>
                    <a:pt x="92" y="146"/>
                  </a:lnTo>
                  <a:lnTo>
                    <a:pt x="96" y="142"/>
                  </a:lnTo>
                  <a:lnTo>
                    <a:pt x="98" y="138"/>
                  </a:lnTo>
                  <a:lnTo>
                    <a:pt x="102" y="142"/>
                  </a:lnTo>
                  <a:lnTo>
                    <a:pt x="106" y="136"/>
                  </a:lnTo>
                  <a:lnTo>
                    <a:pt x="112" y="132"/>
                  </a:lnTo>
                  <a:lnTo>
                    <a:pt x="114" y="126"/>
                  </a:lnTo>
                  <a:lnTo>
                    <a:pt x="118" y="120"/>
                  </a:lnTo>
                  <a:lnTo>
                    <a:pt x="124" y="118"/>
                  </a:lnTo>
                  <a:lnTo>
                    <a:pt x="128" y="114"/>
                  </a:lnTo>
                  <a:lnTo>
                    <a:pt x="130" y="108"/>
                  </a:lnTo>
                  <a:lnTo>
                    <a:pt x="136" y="104"/>
                  </a:lnTo>
                  <a:lnTo>
                    <a:pt x="136" y="98"/>
                  </a:lnTo>
                  <a:lnTo>
                    <a:pt x="138" y="90"/>
                  </a:lnTo>
                  <a:lnTo>
                    <a:pt x="142" y="86"/>
                  </a:lnTo>
                  <a:lnTo>
                    <a:pt x="144" y="80"/>
                  </a:lnTo>
                  <a:lnTo>
                    <a:pt x="144" y="76"/>
                  </a:lnTo>
                  <a:lnTo>
                    <a:pt x="140" y="70"/>
                  </a:lnTo>
                  <a:lnTo>
                    <a:pt x="136" y="66"/>
                  </a:lnTo>
                  <a:lnTo>
                    <a:pt x="134" y="64"/>
                  </a:lnTo>
                  <a:lnTo>
                    <a:pt x="132" y="54"/>
                  </a:lnTo>
                  <a:lnTo>
                    <a:pt x="128" y="50"/>
                  </a:lnTo>
                  <a:lnTo>
                    <a:pt x="128" y="46"/>
                  </a:lnTo>
                  <a:lnTo>
                    <a:pt x="134" y="42"/>
                  </a:lnTo>
                  <a:lnTo>
                    <a:pt x="138" y="42"/>
                  </a:lnTo>
                  <a:lnTo>
                    <a:pt x="142" y="42"/>
                  </a:lnTo>
                  <a:lnTo>
                    <a:pt x="144" y="40"/>
                  </a:lnTo>
                  <a:lnTo>
                    <a:pt x="146" y="38"/>
                  </a:lnTo>
                  <a:lnTo>
                    <a:pt x="150" y="36"/>
                  </a:lnTo>
                  <a:lnTo>
                    <a:pt x="158" y="34"/>
                  </a:lnTo>
                  <a:lnTo>
                    <a:pt x="164" y="30"/>
                  </a:lnTo>
                  <a:lnTo>
                    <a:pt x="166" y="26"/>
                  </a:lnTo>
                  <a:lnTo>
                    <a:pt x="170" y="22"/>
                  </a:lnTo>
                  <a:lnTo>
                    <a:pt x="174" y="16"/>
                  </a:lnTo>
                  <a:lnTo>
                    <a:pt x="168" y="12"/>
                  </a:lnTo>
                  <a:lnTo>
                    <a:pt x="166" y="8"/>
                  </a:lnTo>
                  <a:lnTo>
                    <a:pt x="154" y="0"/>
                  </a:lnTo>
                  <a:lnTo>
                    <a:pt x="146" y="0"/>
                  </a:lnTo>
                  <a:lnTo>
                    <a:pt x="142" y="2"/>
                  </a:lnTo>
                  <a:lnTo>
                    <a:pt x="138" y="2"/>
                  </a:lnTo>
                  <a:lnTo>
                    <a:pt x="132" y="2"/>
                  </a:lnTo>
                  <a:lnTo>
                    <a:pt x="124" y="6"/>
                  </a:lnTo>
                  <a:lnTo>
                    <a:pt x="118" y="6"/>
                  </a:lnTo>
                  <a:lnTo>
                    <a:pt x="104" y="14"/>
                  </a:lnTo>
                  <a:lnTo>
                    <a:pt x="104" y="22"/>
                  </a:lnTo>
                  <a:lnTo>
                    <a:pt x="100" y="24"/>
                  </a:lnTo>
                  <a:lnTo>
                    <a:pt x="104" y="28"/>
                  </a:lnTo>
                  <a:lnTo>
                    <a:pt x="102" y="36"/>
                  </a:lnTo>
                  <a:lnTo>
                    <a:pt x="96" y="36"/>
                  </a:lnTo>
                  <a:lnTo>
                    <a:pt x="90" y="36"/>
                  </a:lnTo>
                  <a:lnTo>
                    <a:pt x="88" y="40"/>
                  </a:lnTo>
                  <a:lnTo>
                    <a:pt x="92" y="44"/>
                  </a:lnTo>
                  <a:lnTo>
                    <a:pt x="92" y="50"/>
                  </a:lnTo>
                  <a:lnTo>
                    <a:pt x="88" y="54"/>
                  </a:lnTo>
                  <a:lnTo>
                    <a:pt x="88" y="60"/>
                  </a:lnTo>
                  <a:lnTo>
                    <a:pt x="86" y="64"/>
                  </a:lnTo>
                  <a:lnTo>
                    <a:pt x="82" y="66"/>
                  </a:lnTo>
                  <a:lnTo>
                    <a:pt x="78" y="64"/>
                  </a:lnTo>
                  <a:lnTo>
                    <a:pt x="74" y="60"/>
                  </a:lnTo>
                  <a:lnTo>
                    <a:pt x="72" y="64"/>
                  </a:lnTo>
                  <a:lnTo>
                    <a:pt x="66" y="68"/>
                  </a:lnTo>
                  <a:lnTo>
                    <a:pt x="70" y="72"/>
                  </a:lnTo>
                  <a:lnTo>
                    <a:pt x="68" y="76"/>
                  </a:lnTo>
                  <a:lnTo>
                    <a:pt x="66" y="78"/>
                  </a:lnTo>
                  <a:lnTo>
                    <a:pt x="62" y="76"/>
                  </a:lnTo>
                  <a:lnTo>
                    <a:pt x="54" y="86"/>
                  </a:lnTo>
                  <a:lnTo>
                    <a:pt x="50" y="90"/>
                  </a:lnTo>
                  <a:lnTo>
                    <a:pt x="48" y="94"/>
                  </a:lnTo>
                  <a:lnTo>
                    <a:pt x="46" y="100"/>
                  </a:lnTo>
                  <a:lnTo>
                    <a:pt x="40" y="100"/>
                  </a:lnTo>
                  <a:lnTo>
                    <a:pt x="40" y="106"/>
                  </a:lnTo>
                  <a:lnTo>
                    <a:pt x="34" y="104"/>
                  </a:lnTo>
                  <a:lnTo>
                    <a:pt x="22" y="104"/>
                  </a:lnTo>
                  <a:lnTo>
                    <a:pt x="18" y="104"/>
                  </a:lnTo>
                  <a:lnTo>
                    <a:pt x="14" y="106"/>
                  </a:lnTo>
                  <a:lnTo>
                    <a:pt x="2" y="98"/>
                  </a:lnTo>
                  <a:lnTo>
                    <a:pt x="8" y="110"/>
                  </a:lnTo>
                  <a:lnTo>
                    <a:pt x="6" y="114"/>
                  </a:lnTo>
                  <a:lnTo>
                    <a:pt x="8" y="118"/>
                  </a:lnTo>
                  <a:lnTo>
                    <a:pt x="12" y="124"/>
                  </a:lnTo>
                  <a:lnTo>
                    <a:pt x="18" y="126"/>
                  </a:lnTo>
                  <a:lnTo>
                    <a:pt x="20" y="132"/>
                  </a:lnTo>
                  <a:lnTo>
                    <a:pt x="22" y="138"/>
                  </a:lnTo>
                  <a:lnTo>
                    <a:pt x="26" y="140"/>
                  </a:lnTo>
                  <a:lnTo>
                    <a:pt x="26" y="146"/>
                  </a:lnTo>
                  <a:lnTo>
                    <a:pt x="22" y="148"/>
                  </a:lnTo>
                  <a:lnTo>
                    <a:pt x="14" y="150"/>
                  </a:lnTo>
                  <a:lnTo>
                    <a:pt x="8" y="152"/>
                  </a:lnTo>
                  <a:lnTo>
                    <a:pt x="2" y="162"/>
                  </a:lnTo>
                  <a:lnTo>
                    <a:pt x="0" y="174"/>
                  </a:lnTo>
                  <a:lnTo>
                    <a:pt x="10" y="174"/>
                  </a:lnTo>
                  <a:lnTo>
                    <a:pt x="26" y="170"/>
                  </a:lnTo>
                  <a:lnTo>
                    <a:pt x="42" y="168"/>
                  </a:lnTo>
                  <a:lnTo>
                    <a:pt x="48" y="168"/>
                  </a:lnTo>
                  <a:lnTo>
                    <a:pt x="54" y="170"/>
                  </a:lnTo>
                  <a:lnTo>
                    <a:pt x="60" y="176"/>
                  </a:lnTo>
                  <a:lnTo>
                    <a:pt x="60" y="178"/>
                  </a:lnTo>
                  <a:lnTo>
                    <a:pt x="58" y="178"/>
                  </a:lnTo>
                  <a:lnTo>
                    <a:pt x="56" y="180"/>
                  </a:lnTo>
                  <a:lnTo>
                    <a:pt x="58" y="182"/>
                  </a:lnTo>
                  <a:lnTo>
                    <a:pt x="60" y="182"/>
                  </a:lnTo>
                  <a:lnTo>
                    <a:pt x="64" y="182"/>
                  </a:lnTo>
                  <a:lnTo>
                    <a:pt x="68" y="184"/>
                  </a:lnTo>
                  <a:lnTo>
                    <a:pt x="68" y="188"/>
                  </a:lnTo>
                  <a:lnTo>
                    <a:pt x="68" y="192"/>
                  </a:lnTo>
                  <a:lnTo>
                    <a:pt x="70" y="192"/>
                  </a:lnTo>
                  <a:lnTo>
                    <a:pt x="78" y="19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3" name="Google Shape;303;p60"/>
            <p:cNvSpPr/>
            <p:nvPr/>
          </p:nvSpPr>
          <p:spPr>
            <a:xfrm>
              <a:off x="8690413" y="4026235"/>
              <a:ext cx="142613" cy="188178"/>
            </a:xfrm>
            <a:custGeom>
              <a:rect b="b" l="l" r="r" t="t"/>
              <a:pathLst>
                <a:path extrusionOk="0" h="134" w="86">
                  <a:moveTo>
                    <a:pt x="50" y="12"/>
                  </a:moveTo>
                  <a:lnTo>
                    <a:pt x="44" y="8"/>
                  </a:lnTo>
                  <a:lnTo>
                    <a:pt x="46" y="4"/>
                  </a:lnTo>
                  <a:lnTo>
                    <a:pt x="42" y="4"/>
                  </a:lnTo>
                  <a:lnTo>
                    <a:pt x="46" y="0"/>
                  </a:lnTo>
                  <a:lnTo>
                    <a:pt x="50" y="12"/>
                  </a:lnTo>
                  <a:close/>
                  <a:moveTo>
                    <a:pt x="16" y="134"/>
                  </a:moveTo>
                  <a:lnTo>
                    <a:pt x="16" y="134"/>
                  </a:lnTo>
                  <a:lnTo>
                    <a:pt x="20" y="134"/>
                  </a:lnTo>
                  <a:lnTo>
                    <a:pt x="26" y="128"/>
                  </a:lnTo>
                  <a:lnTo>
                    <a:pt x="28" y="128"/>
                  </a:lnTo>
                  <a:lnTo>
                    <a:pt x="30" y="130"/>
                  </a:lnTo>
                  <a:lnTo>
                    <a:pt x="32" y="128"/>
                  </a:lnTo>
                  <a:lnTo>
                    <a:pt x="34" y="126"/>
                  </a:lnTo>
                  <a:lnTo>
                    <a:pt x="34" y="122"/>
                  </a:lnTo>
                  <a:lnTo>
                    <a:pt x="36" y="120"/>
                  </a:lnTo>
                  <a:lnTo>
                    <a:pt x="38" y="118"/>
                  </a:lnTo>
                  <a:lnTo>
                    <a:pt x="42" y="118"/>
                  </a:lnTo>
                  <a:lnTo>
                    <a:pt x="48" y="118"/>
                  </a:lnTo>
                  <a:lnTo>
                    <a:pt x="52" y="112"/>
                  </a:lnTo>
                  <a:lnTo>
                    <a:pt x="54" y="108"/>
                  </a:lnTo>
                  <a:lnTo>
                    <a:pt x="66" y="104"/>
                  </a:lnTo>
                  <a:lnTo>
                    <a:pt x="64" y="100"/>
                  </a:lnTo>
                  <a:lnTo>
                    <a:pt x="66" y="94"/>
                  </a:lnTo>
                  <a:lnTo>
                    <a:pt x="68" y="84"/>
                  </a:lnTo>
                  <a:lnTo>
                    <a:pt x="72" y="84"/>
                  </a:lnTo>
                  <a:lnTo>
                    <a:pt x="74" y="78"/>
                  </a:lnTo>
                  <a:lnTo>
                    <a:pt x="76" y="70"/>
                  </a:lnTo>
                  <a:lnTo>
                    <a:pt x="84" y="62"/>
                  </a:lnTo>
                  <a:lnTo>
                    <a:pt x="86" y="56"/>
                  </a:lnTo>
                  <a:lnTo>
                    <a:pt x="86" y="50"/>
                  </a:lnTo>
                  <a:lnTo>
                    <a:pt x="84" y="48"/>
                  </a:lnTo>
                  <a:lnTo>
                    <a:pt x="82" y="48"/>
                  </a:lnTo>
                  <a:lnTo>
                    <a:pt x="80" y="42"/>
                  </a:lnTo>
                  <a:lnTo>
                    <a:pt x="76" y="34"/>
                  </a:lnTo>
                  <a:lnTo>
                    <a:pt x="74" y="32"/>
                  </a:lnTo>
                  <a:lnTo>
                    <a:pt x="70" y="32"/>
                  </a:lnTo>
                  <a:lnTo>
                    <a:pt x="62" y="28"/>
                  </a:lnTo>
                  <a:lnTo>
                    <a:pt x="56" y="22"/>
                  </a:lnTo>
                  <a:lnTo>
                    <a:pt x="50" y="14"/>
                  </a:lnTo>
                  <a:lnTo>
                    <a:pt x="48" y="14"/>
                  </a:lnTo>
                  <a:lnTo>
                    <a:pt x="46" y="16"/>
                  </a:lnTo>
                  <a:lnTo>
                    <a:pt x="46" y="18"/>
                  </a:lnTo>
                  <a:lnTo>
                    <a:pt x="44" y="16"/>
                  </a:lnTo>
                  <a:lnTo>
                    <a:pt x="42" y="16"/>
                  </a:lnTo>
                  <a:lnTo>
                    <a:pt x="42" y="20"/>
                  </a:lnTo>
                  <a:lnTo>
                    <a:pt x="44" y="20"/>
                  </a:lnTo>
                  <a:lnTo>
                    <a:pt x="40" y="24"/>
                  </a:lnTo>
                  <a:lnTo>
                    <a:pt x="38" y="26"/>
                  </a:lnTo>
                  <a:lnTo>
                    <a:pt x="40" y="26"/>
                  </a:lnTo>
                  <a:lnTo>
                    <a:pt x="42" y="30"/>
                  </a:lnTo>
                  <a:lnTo>
                    <a:pt x="40" y="36"/>
                  </a:lnTo>
                  <a:lnTo>
                    <a:pt x="36" y="42"/>
                  </a:lnTo>
                  <a:lnTo>
                    <a:pt x="36" y="44"/>
                  </a:lnTo>
                  <a:lnTo>
                    <a:pt x="44" y="54"/>
                  </a:lnTo>
                  <a:lnTo>
                    <a:pt x="42" y="70"/>
                  </a:lnTo>
                  <a:lnTo>
                    <a:pt x="38" y="82"/>
                  </a:lnTo>
                  <a:lnTo>
                    <a:pt x="36" y="88"/>
                  </a:lnTo>
                  <a:lnTo>
                    <a:pt x="0" y="104"/>
                  </a:lnTo>
                  <a:lnTo>
                    <a:pt x="0" y="106"/>
                  </a:lnTo>
                  <a:lnTo>
                    <a:pt x="10" y="128"/>
                  </a:lnTo>
                  <a:lnTo>
                    <a:pt x="16" y="13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4" name="Google Shape;304;p60"/>
            <p:cNvSpPr/>
            <p:nvPr/>
          </p:nvSpPr>
          <p:spPr>
            <a:xfrm>
              <a:off x="7813762" y="2915091"/>
              <a:ext cx="492854" cy="383524"/>
            </a:xfrm>
            <a:custGeom>
              <a:rect b="b" l="l" r="r" t="t"/>
              <a:pathLst>
                <a:path extrusionOk="0" h="272" w="298">
                  <a:moveTo>
                    <a:pt x="74" y="254"/>
                  </a:moveTo>
                  <a:lnTo>
                    <a:pt x="74" y="254"/>
                  </a:lnTo>
                  <a:lnTo>
                    <a:pt x="78" y="254"/>
                  </a:lnTo>
                  <a:lnTo>
                    <a:pt x="80" y="252"/>
                  </a:lnTo>
                  <a:lnTo>
                    <a:pt x="80" y="248"/>
                  </a:lnTo>
                  <a:lnTo>
                    <a:pt x="78" y="244"/>
                  </a:lnTo>
                  <a:lnTo>
                    <a:pt x="78" y="240"/>
                  </a:lnTo>
                  <a:lnTo>
                    <a:pt x="76" y="238"/>
                  </a:lnTo>
                  <a:lnTo>
                    <a:pt x="78" y="236"/>
                  </a:lnTo>
                  <a:lnTo>
                    <a:pt x="80" y="236"/>
                  </a:lnTo>
                  <a:lnTo>
                    <a:pt x="80" y="234"/>
                  </a:lnTo>
                  <a:lnTo>
                    <a:pt x="82" y="232"/>
                  </a:lnTo>
                  <a:lnTo>
                    <a:pt x="84" y="230"/>
                  </a:lnTo>
                  <a:lnTo>
                    <a:pt x="82" y="226"/>
                  </a:lnTo>
                  <a:lnTo>
                    <a:pt x="80" y="224"/>
                  </a:lnTo>
                  <a:lnTo>
                    <a:pt x="82" y="220"/>
                  </a:lnTo>
                  <a:lnTo>
                    <a:pt x="82" y="212"/>
                  </a:lnTo>
                  <a:lnTo>
                    <a:pt x="86" y="212"/>
                  </a:lnTo>
                  <a:lnTo>
                    <a:pt x="88" y="208"/>
                  </a:lnTo>
                  <a:lnTo>
                    <a:pt x="86" y="204"/>
                  </a:lnTo>
                  <a:lnTo>
                    <a:pt x="86" y="200"/>
                  </a:lnTo>
                  <a:lnTo>
                    <a:pt x="84" y="198"/>
                  </a:lnTo>
                  <a:lnTo>
                    <a:pt x="82" y="196"/>
                  </a:lnTo>
                  <a:lnTo>
                    <a:pt x="84" y="192"/>
                  </a:lnTo>
                  <a:lnTo>
                    <a:pt x="84" y="186"/>
                  </a:lnTo>
                  <a:lnTo>
                    <a:pt x="84" y="182"/>
                  </a:lnTo>
                  <a:lnTo>
                    <a:pt x="84" y="176"/>
                  </a:lnTo>
                  <a:lnTo>
                    <a:pt x="84" y="172"/>
                  </a:lnTo>
                  <a:lnTo>
                    <a:pt x="84" y="168"/>
                  </a:lnTo>
                  <a:lnTo>
                    <a:pt x="82" y="164"/>
                  </a:lnTo>
                  <a:lnTo>
                    <a:pt x="84" y="162"/>
                  </a:lnTo>
                  <a:lnTo>
                    <a:pt x="86" y="160"/>
                  </a:lnTo>
                  <a:lnTo>
                    <a:pt x="88" y="158"/>
                  </a:lnTo>
                  <a:lnTo>
                    <a:pt x="88" y="156"/>
                  </a:lnTo>
                  <a:lnTo>
                    <a:pt x="92" y="152"/>
                  </a:lnTo>
                  <a:lnTo>
                    <a:pt x="94" y="146"/>
                  </a:lnTo>
                  <a:lnTo>
                    <a:pt x="96" y="144"/>
                  </a:lnTo>
                  <a:lnTo>
                    <a:pt x="98" y="142"/>
                  </a:lnTo>
                  <a:lnTo>
                    <a:pt x="104" y="140"/>
                  </a:lnTo>
                  <a:lnTo>
                    <a:pt x="106" y="140"/>
                  </a:lnTo>
                  <a:lnTo>
                    <a:pt x="108" y="140"/>
                  </a:lnTo>
                  <a:lnTo>
                    <a:pt x="112" y="144"/>
                  </a:lnTo>
                  <a:lnTo>
                    <a:pt x="114" y="144"/>
                  </a:lnTo>
                  <a:lnTo>
                    <a:pt x="116" y="138"/>
                  </a:lnTo>
                  <a:lnTo>
                    <a:pt x="116" y="132"/>
                  </a:lnTo>
                  <a:lnTo>
                    <a:pt x="114" y="126"/>
                  </a:lnTo>
                  <a:lnTo>
                    <a:pt x="118" y="124"/>
                  </a:lnTo>
                  <a:lnTo>
                    <a:pt x="122" y="120"/>
                  </a:lnTo>
                  <a:lnTo>
                    <a:pt x="126" y="114"/>
                  </a:lnTo>
                  <a:lnTo>
                    <a:pt x="128" y="106"/>
                  </a:lnTo>
                  <a:lnTo>
                    <a:pt x="128" y="100"/>
                  </a:lnTo>
                  <a:lnTo>
                    <a:pt x="128" y="98"/>
                  </a:lnTo>
                  <a:lnTo>
                    <a:pt x="130" y="98"/>
                  </a:lnTo>
                  <a:lnTo>
                    <a:pt x="134" y="98"/>
                  </a:lnTo>
                  <a:lnTo>
                    <a:pt x="136" y="96"/>
                  </a:lnTo>
                  <a:lnTo>
                    <a:pt x="138" y="92"/>
                  </a:lnTo>
                  <a:lnTo>
                    <a:pt x="140" y="90"/>
                  </a:lnTo>
                  <a:lnTo>
                    <a:pt x="144" y="88"/>
                  </a:lnTo>
                  <a:lnTo>
                    <a:pt x="144" y="84"/>
                  </a:lnTo>
                  <a:lnTo>
                    <a:pt x="146" y="76"/>
                  </a:lnTo>
                  <a:lnTo>
                    <a:pt x="150" y="72"/>
                  </a:lnTo>
                  <a:lnTo>
                    <a:pt x="150" y="70"/>
                  </a:lnTo>
                  <a:lnTo>
                    <a:pt x="156" y="76"/>
                  </a:lnTo>
                  <a:lnTo>
                    <a:pt x="160" y="78"/>
                  </a:lnTo>
                  <a:lnTo>
                    <a:pt x="160" y="74"/>
                  </a:lnTo>
                  <a:lnTo>
                    <a:pt x="160" y="70"/>
                  </a:lnTo>
                  <a:lnTo>
                    <a:pt x="160" y="68"/>
                  </a:lnTo>
                  <a:lnTo>
                    <a:pt x="164" y="68"/>
                  </a:lnTo>
                  <a:lnTo>
                    <a:pt x="166" y="68"/>
                  </a:lnTo>
                  <a:lnTo>
                    <a:pt x="172" y="70"/>
                  </a:lnTo>
                  <a:lnTo>
                    <a:pt x="174" y="68"/>
                  </a:lnTo>
                  <a:lnTo>
                    <a:pt x="176" y="64"/>
                  </a:lnTo>
                  <a:lnTo>
                    <a:pt x="178" y="58"/>
                  </a:lnTo>
                  <a:lnTo>
                    <a:pt x="174" y="52"/>
                  </a:lnTo>
                  <a:lnTo>
                    <a:pt x="180" y="54"/>
                  </a:lnTo>
                  <a:lnTo>
                    <a:pt x="186" y="50"/>
                  </a:lnTo>
                  <a:lnTo>
                    <a:pt x="186" y="48"/>
                  </a:lnTo>
                  <a:lnTo>
                    <a:pt x="188" y="46"/>
                  </a:lnTo>
                  <a:lnTo>
                    <a:pt x="192" y="46"/>
                  </a:lnTo>
                  <a:lnTo>
                    <a:pt x="204" y="60"/>
                  </a:lnTo>
                  <a:lnTo>
                    <a:pt x="210" y="60"/>
                  </a:lnTo>
                  <a:lnTo>
                    <a:pt x="216" y="60"/>
                  </a:lnTo>
                  <a:lnTo>
                    <a:pt x="218" y="60"/>
                  </a:lnTo>
                  <a:lnTo>
                    <a:pt x="220" y="60"/>
                  </a:lnTo>
                  <a:lnTo>
                    <a:pt x="220" y="58"/>
                  </a:lnTo>
                  <a:lnTo>
                    <a:pt x="222" y="58"/>
                  </a:lnTo>
                  <a:lnTo>
                    <a:pt x="224" y="60"/>
                  </a:lnTo>
                  <a:lnTo>
                    <a:pt x="232" y="64"/>
                  </a:lnTo>
                  <a:lnTo>
                    <a:pt x="234" y="60"/>
                  </a:lnTo>
                  <a:lnTo>
                    <a:pt x="238" y="58"/>
                  </a:lnTo>
                  <a:lnTo>
                    <a:pt x="240" y="52"/>
                  </a:lnTo>
                  <a:lnTo>
                    <a:pt x="238" y="50"/>
                  </a:lnTo>
                  <a:lnTo>
                    <a:pt x="238" y="46"/>
                  </a:lnTo>
                  <a:lnTo>
                    <a:pt x="238" y="44"/>
                  </a:lnTo>
                  <a:lnTo>
                    <a:pt x="240" y="42"/>
                  </a:lnTo>
                  <a:lnTo>
                    <a:pt x="242" y="40"/>
                  </a:lnTo>
                  <a:lnTo>
                    <a:pt x="246" y="38"/>
                  </a:lnTo>
                  <a:lnTo>
                    <a:pt x="248" y="36"/>
                  </a:lnTo>
                  <a:lnTo>
                    <a:pt x="248" y="32"/>
                  </a:lnTo>
                  <a:lnTo>
                    <a:pt x="256" y="34"/>
                  </a:lnTo>
                  <a:lnTo>
                    <a:pt x="258" y="34"/>
                  </a:lnTo>
                  <a:lnTo>
                    <a:pt x="262" y="32"/>
                  </a:lnTo>
                  <a:lnTo>
                    <a:pt x="266" y="30"/>
                  </a:lnTo>
                  <a:lnTo>
                    <a:pt x="268" y="34"/>
                  </a:lnTo>
                  <a:lnTo>
                    <a:pt x="272" y="40"/>
                  </a:lnTo>
                  <a:lnTo>
                    <a:pt x="280" y="44"/>
                  </a:lnTo>
                  <a:lnTo>
                    <a:pt x="282" y="46"/>
                  </a:lnTo>
                  <a:lnTo>
                    <a:pt x="284" y="46"/>
                  </a:lnTo>
                  <a:lnTo>
                    <a:pt x="284" y="48"/>
                  </a:lnTo>
                  <a:lnTo>
                    <a:pt x="284" y="50"/>
                  </a:lnTo>
                  <a:lnTo>
                    <a:pt x="286" y="50"/>
                  </a:lnTo>
                  <a:lnTo>
                    <a:pt x="288" y="46"/>
                  </a:lnTo>
                  <a:lnTo>
                    <a:pt x="288" y="40"/>
                  </a:lnTo>
                  <a:lnTo>
                    <a:pt x="288" y="38"/>
                  </a:lnTo>
                  <a:lnTo>
                    <a:pt x="290" y="38"/>
                  </a:lnTo>
                  <a:lnTo>
                    <a:pt x="294" y="36"/>
                  </a:lnTo>
                  <a:lnTo>
                    <a:pt x="296" y="32"/>
                  </a:lnTo>
                  <a:lnTo>
                    <a:pt x="298" y="30"/>
                  </a:lnTo>
                  <a:lnTo>
                    <a:pt x="292" y="30"/>
                  </a:lnTo>
                  <a:lnTo>
                    <a:pt x="290" y="34"/>
                  </a:lnTo>
                  <a:lnTo>
                    <a:pt x="288" y="34"/>
                  </a:lnTo>
                  <a:lnTo>
                    <a:pt x="282" y="36"/>
                  </a:lnTo>
                  <a:lnTo>
                    <a:pt x="280" y="32"/>
                  </a:lnTo>
                  <a:lnTo>
                    <a:pt x="278" y="28"/>
                  </a:lnTo>
                  <a:lnTo>
                    <a:pt x="282" y="28"/>
                  </a:lnTo>
                  <a:lnTo>
                    <a:pt x="288" y="28"/>
                  </a:lnTo>
                  <a:lnTo>
                    <a:pt x="290" y="24"/>
                  </a:lnTo>
                  <a:lnTo>
                    <a:pt x="294" y="22"/>
                  </a:lnTo>
                  <a:lnTo>
                    <a:pt x="294" y="24"/>
                  </a:lnTo>
                  <a:lnTo>
                    <a:pt x="296" y="24"/>
                  </a:lnTo>
                  <a:lnTo>
                    <a:pt x="298" y="24"/>
                  </a:lnTo>
                  <a:lnTo>
                    <a:pt x="296" y="20"/>
                  </a:lnTo>
                  <a:lnTo>
                    <a:pt x="294" y="16"/>
                  </a:lnTo>
                  <a:lnTo>
                    <a:pt x="292" y="16"/>
                  </a:lnTo>
                  <a:lnTo>
                    <a:pt x="292" y="18"/>
                  </a:lnTo>
                  <a:lnTo>
                    <a:pt x="288" y="18"/>
                  </a:lnTo>
                  <a:lnTo>
                    <a:pt x="290" y="14"/>
                  </a:lnTo>
                  <a:lnTo>
                    <a:pt x="290" y="12"/>
                  </a:lnTo>
                  <a:lnTo>
                    <a:pt x="288" y="14"/>
                  </a:lnTo>
                  <a:lnTo>
                    <a:pt x="284" y="16"/>
                  </a:lnTo>
                  <a:lnTo>
                    <a:pt x="284" y="12"/>
                  </a:lnTo>
                  <a:lnTo>
                    <a:pt x="280" y="12"/>
                  </a:lnTo>
                  <a:lnTo>
                    <a:pt x="282" y="10"/>
                  </a:lnTo>
                  <a:lnTo>
                    <a:pt x="280" y="10"/>
                  </a:lnTo>
                  <a:lnTo>
                    <a:pt x="280" y="8"/>
                  </a:lnTo>
                  <a:lnTo>
                    <a:pt x="276" y="8"/>
                  </a:lnTo>
                  <a:lnTo>
                    <a:pt x="276" y="10"/>
                  </a:lnTo>
                  <a:lnTo>
                    <a:pt x="276" y="12"/>
                  </a:lnTo>
                  <a:lnTo>
                    <a:pt x="268" y="14"/>
                  </a:lnTo>
                  <a:lnTo>
                    <a:pt x="268" y="8"/>
                  </a:lnTo>
                  <a:lnTo>
                    <a:pt x="272" y="6"/>
                  </a:lnTo>
                  <a:lnTo>
                    <a:pt x="270" y="4"/>
                  </a:lnTo>
                  <a:lnTo>
                    <a:pt x="262" y="0"/>
                  </a:lnTo>
                  <a:lnTo>
                    <a:pt x="262" y="6"/>
                  </a:lnTo>
                  <a:lnTo>
                    <a:pt x="258" y="8"/>
                  </a:lnTo>
                  <a:lnTo>
                    <a:pt x="260" y="12"/>
                  </a:lnTo>
                  <a:lnTo>
                    <a:pt x="252" y="18"/>
                  </a:lnTo>
                  <a:lnTo>
                    <a:pt x="252" y="20"/>
                  </a:lnTo>
                  <a:lnTo>
                    <a:pt x="250" y="20"/>
                  </a:lnTo>
                  <a:lnTo>
                    <a:pt x="250" y="18"/>
                  </a:lnTo>
                  <a:lnTo>
                    <a:pt x="250" y="12"/>
                  </a:lnTo>
                  <a:lnTo>
                    <a:pt x="252" y="12"/>
                  </a:lnTo>
                  <a:lnTo>
                    <a:pt x="252" y="10"/>
                  </a:lnTo>
                  <a:lnTo>
                    <a:pt x="250" y="8"/>
                  </a:lnTo>
                  <a:lnTo>
                    <a:pt x="248" y="10"/>
                  </a:lnTo>
                  <a:lnTo>
                    <a:pt x="246" y="12"/>
                  </a:lnTo>
                  <a:lnTo>
                    <a:pt x="248" y="12"/>
                  </a:lnTo>
                  <a:lnTo>
                    <a:pt x="242" y="16"/>
                  </a:lnTo>
                  <a:lnTo>
                    <a:pt x="238" y="22"/>
                  </a:lnTo>
                  <a:lnTo>
                    <a:pt x="238" y="24"/>
                  </a:lnTo>
                  <a:lnTo>
                    <a:pt x="238" y="26"/>
                  </a:lnTo>
                  <a:lnTo>
                    <a:pt x="234" y="30"/>
                  </a:lnTo>
                  <a:lnTo>
                    <a:pt x="236" y="18"/>
                  </a:lnTo>
                  <a:lnTo>
                    <a:pt x="238" y="18"/>
                  </a:lnTo>
                  <a:lnTo>
                    <a:pt x="240" y="16"/>
                  </a:lnTo>
                  <a:lnTo>
                    <a:pt x="236" y="8"/>
                  </a:lnTo>
                  <a:lnTo>
                    <a:pt x="234" y="10"/>
                  </a:lnTo>
                  <a:lnTo>
                    <a:pt x="236" y="10"/>
                  </a:lnTo>
                  <a:lnTo>
                    <a:pt x="232" y="10"/>
                  </a:lnTo>
                  <a:lnTo>
                    <a:pt x="232" y="8"/>
                  </a:lnTo>
                  <a:lnTo>
                    <a:pt x="230" y="8"/>
                  </a:lnTo>
                  <a:lnTo>
                    <a:pt x="228" y="8"/>
                  </a:lnTo>
                  <a:lnTo>
                    <a:pt x="226" y="6"/>
                  </a:lnTo>
                  <a:lnTo>
                    <a:pt x="226" y="12"/>
                  </a:lnTo>
                  <a:lnTo>
                    <a:pt x="226" y="16"/>
                  </a:lnTo>
                  <a:lnTo>
                    <a:pt x="222" y="14"/>
                  </a:lnTo>
                  <a:lnTo>
                    <a:pt x="224" y="12"/>
                  </a:lnTo>
                  <a:lnTo>
                    <a:pt x="222" y="12"/>
                  </a:lnTo>
                  <a:lnTo>
                    <a:pt x="220" y="10"/>
                  </a:lnTo>
                  <a:lnTo>
                    <a:pt x="220" y="14"/>
                  </a:lnTo>
                  <a:lnTo>
                    <a:pt x="220" y="16"/>
                  </a:lnTo>
                  <a:lnTo>
                    <a:pt x="208" y="24"/>
                  </a:lnTo>
                  <a:lnTo>
                    <a:pt x="200" y="20"/>
                  </a:lnTo>
                  <a:lnTo>
                    <a:pt x="196" y="16"/>
                  </a:lnTo>
                  <a:lnTo>
                    <a:pt x="192" y="16"/>
                  </a:lnTo>
                  <a:lnTo>
                    <a:pt x="188" y="22"/>
                  </a:lnTo>
                  <a:lnTo>
                    <a:pt x="194" y="22"/>
                  </a:lnTo>
                  <a:lnTo>
                    <a:pt x="194" y="26"/>
                  </a:lnTo>
                  <a:lnTo>
                    <a:pt x="194" y="28"/>
                  </a:lnTo>
                  <a:lnTo>
                    <a:pt x="186" y="24"/>
                  </a:lnTo>
                  <a:lnTo>
                    <a:pt x="188" y="32"/>
                  </a:lnTo>
                  <a:lnTo>
                    <a:pt x="182" y="32"/>
                  </a:lnTo>
                  <a:lnTo>
                    <a:pt x="184" y="28"/>
                  </a:lnTo>
                  <a:lnTo>
                    <a:pt x="182" y="24"/>
                  </a:lnTo>
                  <a:lnTo>
                    <a:pt x="178" y="32"/>
                  </a:lnTo>
                  <a:lnTo>
                    <a:pt x="176" y="24"/>
                  </a:lnTo>
                  <a:lnTo>
                    <a:pt x="174" y="28"/>
                  </a:lnTo>
                  <a:lnTo>
                    <a:pt x="174" y="32"/>
                  </a:lnTo>
                  <a:lnTo>
                    <a:pt x="168" y="36"/>
                  </a:lnTo>
                  <a:lnTo>
                    <a:pt x="166" y="34"/>
                  </a:lnTo>
                  <a:lnTo>
                    <a:pt x="166" y="32"/>
                  </a:lnTo>
                  <a:lnTo>
                    <a:pt x="164" y="30"/>
                  </a:lnTo>
                  <a:lnTo>
                    <a:pt x="162" y="36"/>
                  </a:lnTo>
                  <a:lnTo>
                    <a:pt x="164" y="38"/>
                  </a:lnTo>
                  <a:lnTo>
                    <a:pt x="166" y="38"/>
                  </a:lnTo>
                  <a:lnTo>
                    <a:pt x="164" y="38"/>
                  </a:lnTo>
                  <a:lnTo>
                    <a:pt x="160" y="40"/>
                  </a:lnTo>
                  <a:lnTo>
                    <a:pt x="158" y="40"/>
                  </a:lnTo>
                  <a:lnTo>
                    <a:pt x="160" y="40"/>
                  </a:lnTo>
                  <a:lnTo>
                    <a:pt x="160" y="44"/>
                  </a:lnTo>
                  <a:lnTo>
                    <a:pt x="158" y="44"/>
                  </a:lnTo>
                  <a:lnTo>
                    <a:pt x="156" y="44"/>
                  </a:lnTo>
                  <a:lnTo>
                    <a:pt x="156" y="42"/>
                  </a:lnTo>
                  <a:lnTo>
                    <a:pt x="154" y="42"/>
                  </a:lnTo>
                  <a:lnTo>
                    <a:pt x="154" y="48"/>
                  </a:lnTo>
                  <a:lnTo>
                    <a:pt x="150" y="46"/>
                  </a:lnTo>
                  <a:lnTo>
                    <a:pt x="150" y="40"/>
                  </a:lnTo>
                  <a:lnTo>
                    <a:pt x="150" y="36"/>
                  </a:lnTo>
                  <a:lnTo>
                    <a:pt x="146" y="36"/>
                  </a:lnTo>
                  <a:lnTo>
                    <a:pt x="140" y="40"/>
                  </a:lnTo>
                  <a:lnTo>
                    <a:pt x="142" y="50"/>
                  </a:lnTo>
                  <a:lnTo>
                    <a:pt x="150" y="48"/>
                  </a:lnTo>
                  <a:lnTo>
                    <a:pt x="146" y="60"/>
                  </a:lnTo>
                  <a:lnTo>
                    <a:pt x="142" y="64"/>
                  </a:lnTo>
                  <a:lnTo>
                    <a:pt x="136" y="66"/>
                  </a:lnTo>
                  <a:lnTo>
                    <a:pt x="136" y="70"/>
                  </a:lnTo>
                  <a:lnTo>
                    <a:pt x="140" y="70"/>
                  </a:lnTo>
                  <a:lnTo>
                    <a:pt x="140" y="78"/>
                  </a:lnTo>
                  <a:lnTo>
                    <a:pt x="128" y="72"/>
                  </a:lnTo>
                  <a:lnTo>
                    <a:pt x="132" y="80"/>
                  </a:lnTo>
                  <a:lnTo>
                    <a:pt x="136" y="88"/>
                  </a:lnTo>
                  <a:lnTo>
                    <a:pt x="132" y="88"/>
                  </a:lnTo>
                  <a:lnTo>
                    <a:pt x="126" y="88"/>
                  </a:lnTo>
                  <a:lnTo>
                    <a:pt x="126" y="94"/>
                  </a:lnTo>
                  <a:lnTo>
                    <a:pt x="122" y="98"/>
                  </a:lnTo>
                  <a:lnTo>
                    <a:pt x="116" y="100"/>
                  </a:lnTo>
                  <a:lnTo>
                    <a:pt x="116" y="98"/>
                  </a:lnTo>
                  <a:lnTo>
                    <a:pt x="114" y="98"/>
                  </a:lnTo>
                  <a:lnTo>
                    <a:pt x="112" y="102"/>
                  </a:lnTo>
                  <a:lnTo>
                    <a:pt x="112" y="106"/>
                  </a:lnTo>
                  <a:lnTo>
                    <a:pt x="108" y="104"/>
                  </a:lnTo>
                  <a:lnTo>
                    <a:pt x="106" y="106"/>
                  </a:lnTo>
                  <a:lnTo>
                    <a:pt x="106" y="108"/>
                  </a:lnTo>
                  <a:lnTo>
                    <a:pt x="110" y="108"/>
                  </a:lnTo>
                  <a:lnTo>
                    <a:pt x="106" y="110"/>
                  </a:lnTo>
                  <a:lnTo>
                    <a:pt x="108" y="112"/>
                  </a:lnTo>
                  <a:lnTo>
                    <a:pt x="108" y="114"/>
                  </a:lnTo>
                  <a:lnTo>
                    <a:pt x="108" y="118"/>
                  </a:lnTo>
                  <a:lnTo>
                    <a:pt x="106" y="118"/>
                  </a:lnTo>
                  <a:lnTo>
                    <a:pt x="102" y="118"/>
                  </a:lnTo>
                  <a:lnTo>
                    <a:pt x="94" y="124"/>
                  </a:lnTo>
                  <a:lnTo>
                    <a:pt x="92" y="128"/>
                  </a:lnTo>
                  <a:lnTo>
                    <a:pt x="90" y="134"/>
                  </a:lnTo>
                  <a:lnTo>
                    <a:pt x="86" y="134"/>
                  </a:lnTo>
                  <a:lnTo>
                    <a:pt x="84" y="132"/>
                  </a:lnTo>
                  <a:lnTo>
                    <a:pt x="74" y="144"/>
                  </a:lnTo>
                  <a:lnTo>
                    <a:pt x="72" y="144"/>
                  </a:lnTo>
                  <a:lnTo>
                    <a:pt x="70" y="146"/>
                  </a:lnTo>
                  <a:lnTo>
                    <a:pt x="68" y="150"/>
                  </a:lnTo>
                  <a:lnTo>
                    <a:pt x="66" y="154"/>
                  </a:lnTo>
                  <a:lnTo>
                    <a:pt x="62" y="154"/>
                  </a:lnTo>
                  <a:lnTo>
                    <a:pt x="62" y="156"/>
                  </a:lnTo>
                  <a:lnTo>
                    <a:pt x="64" y="158"/>
                  </a:lnTo>
                  <a:lnTo>
                    <a:pt x="68" y="158"/>
                  </a:lnTo>
                  <a:lnTo>
                    <a:pt x="72" y="152"/>
                  </a:lnTo>
                  <a:lnTo>
                    <a:pt x="76" y="152"/>
                  </a:lnTo>
                  <a:lnTo>
                    <a:pt x="78" y="154"/>
                  </a:lnTo>
                  <a:lnTo>
                    <a:pt x="76" y="156"/>
                  </a:lnTo>
                  <a:lnTo>
                    <a:pt x="70" y="160"/>
                  </a:lnTo>
                  <a:lnTo>
                    <a:pt x="70" y="162"/>
                  </a:lnTo>
                  <a:lnTo>
                    <a:pt x="64" y="162"/>
                  </a:lnTo>
                  <a:lnTo>
                    <a:pt x="60" y="162"/>
                  </a:lnTo>
                  <a:lnTo>
                    <a:pt x="60" y="158"/>
                  </a:lnTo>
                  <a:lnTo>
                    <a:pt x="58" y="156"/>
                  </a:lnTo>
                  <a:lnTo>
                    <a:pt x="56" y="156"/>
                  </a:lnTo>
                  <a:lnTo>
                    <a:pt x="56" y="160"/>
                  </a:lnTo>
                  <a:lnTo>
                    <a:pt x="46" y="154"/>
                  </a:lnTo>
                  <a:lnTo>
                    <a:pt x="44" y="160"/>
                  </a:lnTo>
                  <a:lnTo>
                    <a:pt x="46" y="158"/>
                  </a:lnTo>
                  <a:lnTo>
                    <a:pt x="48" y="158"/>
                  </a:lnTo>
                  <a:lnTo>
                    <a:pt x="48" y="162"/>
                  </a:lnTo>
                  <a:lnTo>
                    <a:pt x="50" y="164"/>
                  </a:lnTo>
                  <a:lnTo>
                    <a:pt x="48" y="166"/>
                  </a:lnTo>
                  <a:lnTo>
                    <a:pt x="48" y="168"/>
                  </a:lnTo>
                  <a:lnTo>
                    <a:pt x="44" y="168"/>
                  </a:lnTo>
                  <a:lnTo>
                    <a:pt x="40" y="174"/>
                  </a:lnTo>
                  <a:lnTo>
                    <a:pt x="34" y="176"/>
                  </a:lnTo>
                  <a:lnTo>
                    <a:pt x="28" y="174"/>
                  </a:lnTo>
                  <a:lnTo>
                    <a:pt x="28" y="178"/>
                  </a:lnTo>
                  <a:lnTo>
                    <a:pt x="30" y="178"/>
                  </a:lnTo>
                  <a:lnTo>
                    <a:pt x="30" y="182"/>
                  </a:lnTo>
                  <a:lnTo>
                    <a:pt x="28" y="184"/>
                  </a:lnTo>
                  <a:lnTo>
                    <a:pt x="26" y="184"/>
                  </a:lnTo>
                  <a:lnTo>
                    <a:pt x="18" y="184"/>
                  </a:lnTo>
                  <a:lnTo>
                    <a:pt x="18" y="188"/>
                  </a:lnTo>
                  <a:lnTo>
                    <a:pt x="24" y="188"/>
                  </a:lnTo>
                  <a:lnTo>
                    <a:pt x="20" y="190"/>
                  </a:lnTo>
                  <a:lnTo>
                    <a:pt x="14" y="192"/>
                  </a:lnTo>
                  <a:lnTo>
                    <a:pt x="4" y="194"/>
                  </a:lnTo>
                  <a:lnTo>
                    <a:pt x="4" y="198"/>
                  </a:lnTo>
                  <a:lnTo>
                    <a:pt x="12" y="200"/>
                  </a:lnTo>
                  <a:lnTo>
                    <a:pt x="16" y="200"/>
                  </a:lnTo>
                  <a:lnTo>
                    <a:pt x="14" y="200"/>
                  </a:lnTo>
                  <a:lnTo>
                    <a:pt x="4" y="200"/>
                  </a:lnTo>
                  <a:lnTo>
                    <a:pt x="0" y="202"/>
                  </a:lnTo>
                  <a:lnTo>
                    <a:pt x="2" y="208"/>
                  </a:lnTo>
                  <a:lnTo>
                    <a:pt x="2" y="210"/>
                  </a:lnTo>
                  <a:lnTo>
                    <a:pt x="10" y="210"/>
                  </a:lnTo>
                  <a:lnTo>
                    <a:pt x="2" y="214"/>
                  </a:lnTo>
                  <a:lnTo>
                    <a:pt x="4" y="216"/>
                  </a:lnTo>
                  <a:lnTo>
                    <a:pt x="6" y="216"/>
                  </a:lnTo>
                  <a:lnTo>
                    <a:pt x="6" y="220"/>
                  </a:lnTo>
                  <a:lnTo>
                    <a:pt x="2" y="222"/>
                  </a:lnTo>
                  <a:lnTo>
                    <a:pt x="6" y="224"/>
                  </a:lnTo>
                  <a:lnTo>
                    <a:pt x="8" y="224"/>
                  </a:lnTo>
                  <a:lnTo>
                    <a:pt x="8" y="226"/>
                  </a:lnTo>
                  <a:lnTo>
                    <a:pt x="6" y="228"/>
                  </a:lnTo>
                  <a:lnTo>
                    <a:pt x="10" y="230"/>
                  </a:lnTo>
                  <a:lnTo>
                    <a:pt x="12" y="232"/>
                  </a:lnTo>
                  <a:lnTo>
                    <a:pt x="14" y="230"/>
                  </a:lnTo>
                  <a:lnTo>
                    <a:pt x="18" y="226"/>
                  </a:lnTo>
                  <a:lnTo>
                    <a:pt x="20" y="226"/>
                  </a:lnTo>
                  <a:lnTo>
                    <a:pt x="22" y="226"/>
                  </a:lnTo>
                  <a:lnTo>
                    <a:pt x="22" y="228"/>
                  </a:lnTo>
                  <a:lnTo>
                    <a:pt x="18" y="228"/>
                  </a:lnTo>
                  <a:lnTo>
                    <a:pt x="12" y="242"/>
                  </a:lnTo>
                  <a:lnTo>
                    <a:pt x="4" y="242"/>
                  </a:lnTo>
                  <a:lnTo>
                    <a:pt x="4" y="244"/>
                  </a:lnTo>
                  <a:lnTo>
                    <a:pt x="4" y="246"/>
                  </a:lnTo>
                  <a:lnTo>
                    <a:pt x="10" y="250"/>
                  </a:lnTo>
                  <a:lnTo>
                    <a:pt x="12" y="246"/>
                  </a:lnTo>
                  <a:lnTo>
                    <a:pt x="16" y="246"/>
                  </a:lnTo>
                  <a:lnTo>
                    <a:pt x="16" y="250"/>
                  </a:lnTo>
                  <a:lnTo>
                    <a:pt x="16" y="252"/>
                  </a:lnTo>
                  <a:lnTo>
                    <a:pt x="12" y="256"/>
                  </a:lnTo>
                  <a:lnTo>
                    <a:pt x="10" y="256"/>
                  </a:lnTo>
                  <a:lnTo>
                    <a:pt x="10" y="260"/>
                  </a:lnTo>
                  <a:lnTo>
                    <a:pt x="10" y="264"/>
                  </a:lnTo>
                  <a:lnTo>
                    <a:pt x="14" y="264"/>
                  </a:lnTo>
                  <a:lnTo>
                    <a:pt x="16" y="268"/>
                  </a:lnTo>
                  <a:lnTo>
                    <a:pt x="20" y="268"/>
                  </a:lnTo>
                  <a:lnTo>
                    <a:pt x="22" y="268"/>
                  </a:lnTo>
                  <a:lnTo>
                    <a:pt x="24" y="268"/>
                  </a:lnTo>
                  <a:lnTo>
                    <a:pt x="24" y="272"/>
                  </a:lnTo>
                  <a:lnTo>
                    <a:pt x="30" y="272"/>
                  </a:lnTo>
                  <a:lnTo>
                    <a:pt x="38" y="270"/>
                  </a:lnTo>
                  <a:lnTo>
                    <a:pt x="48" y="264"/>
                  </a:lnTo>
                  <a:lnTo>
                    <a:pt x="50" y="262"/>
                  </a:lnTo>
                  <a:lnTo>
                    <a:pt x="52" y="258"/>
                  </a:lnTo>
                  <a:lnTo>
                    <a:pt x="56" y="258"/>
                  </a:lnTo>
                  <a:lnTo>
                    <a:pt x="58" y="258"/>
                  </a:lnTo>
                  <a:lnTo>
                    <a:pt x="66" y="254"/>
                  </a:lnTo>
                  <a:lnTo>
                    <a:pt x="72" y="250"/>
                  </a:lnTo>
                  <a:lnTo>
                    <a:pt x="74" y="25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5" name="Google Shape;305;p60"/>
            <p:cNvSpPr/>
            <p:nvPr/>
          </p:nvSpPr>
          <p:spPr>
            <a:xfrm>
              <a:off x="7828443" y="3239473"/>
              <a:ext cx="2097" cy="5377"/>
            </a:xfrm>
            <a:custGeom>
              <a:rect b="b" l="l" r="r" t="t"/>
              <a:pathLst>
                <a:path extrusionOk="0" h="4" w="2">
                  <a:moveTo>
                    <a:pt x="0" y="0"/>
                  </a:moveTo>
                  <a:lnTo>
                    <a:pt x="2" y="4"/>
                  </a:lnTo>
                  <a:lnTo>
                    <a:pt x="2"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6" name="Google Shape;306;p60"/>
            <p:cNvSpPr/>
            <p:nvPr/>
          </p:nvSpPr>
          <p:spPr>
            <a:xfrm>
              <a:off x="7853610" y="3209006"/>
              <a:ext cx="4195" cy="5377"/>
            </a:xfrm>
            <a:custGeom>
              <a:rect b="b" l="l" r="r" t="t"/>
              <a:pathLst>
                <a:path extrusionOk="0" h="4" w="2">
                  <a:moveTo>
                    <a:pt x="2" y="0"/>
                  </a:moveTo>
                  <a:lnTo>
                    <a:pt x="2" y="0"/>
                  </a:lnTo>
                  <a:lnTo>
                    <a:pt x="2" y="2"/>
                  </a:lnTo>
                  <a:lnTo>
                    <a:pt x="0" y="4"/>
                  </a:lnTo>
                  <a:lnTo>
                    <a:pt x="0"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7" name="Google Shape;307;p60"/>
            <p:cNvSpPr/>
            <p:nvPr/>
          </p:nvSpPr>
          <p:spPr>
            <a:xfrm>
              <a:off x="7830540" y="3209006"/>
              <a:ext cx="16778" cy="8961"/>
            </a:xfrm>
            <a:custGeom>
              <a:rect b="b" l="l" r="r" t="t"/>
              <a:pathLst>
                <a:path extrusionOk="0" h="6" w="10">
                  <a:moveTo>
                    <a:pt x="8" y="0"/>
                  </a:moveTo>
                  <a:lnTo>
                    <a:pt x="8" y="0"/>
                  </a:lnTo>
                  <a:lnTo>
                    <a:pt x="10" y="0"/>
                  </a:lnTo>
                  <a:lnTo>
                    <a:pt x="10" y="4"/>
                  </a:lnTo>
                  <a:lnTo>
                    <a:pt x="10" y="6"/>
                  </a:lnTo>
                  <a:lnTo>
                    <a:pt x="2" y="4"/>
                  </a:lnTo>
                  <a:lnTo>
                    <a:pt x="0" y="2"/>
                  </a:lnTo>
                  <a:lnTo>
                    <a:pt x="6" y="4"/>
                  </a:lnTo>
                  <a:lnTo>
                    <a:pt x="6" y="0"/>
                  </a:lnTo>
                  <a:lnTo>
                    <a:pt x="8"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8" name="Google Shape;308;p60"/>
            <p:cNvSpPr/>
            <p:nvPr/>
          </p:nvSpPr>
          <p:spPr>
            <a:xfrm>
              <a:off x="7857805" y="3183916"/>
              <a:ext cx="2097" cy="5377"/>
            </a:xfrm>
            <a:custGeom>
              <a:rect b="b" l="l" r="r" t="t"/>
              <a:pathLst>
                <a:path extrusionOk="0" h="4" w="2">
                  <a:moveTo>
                    <a:pt x="2" y="0"/>
                  </a:moveTo>
                  <a:lnTo>
                    <a:pt x="2" y="0"/>
                  </a:lnTo>
                  <a:lnTo>
                    <a:pt x="2" y="2"/>
                  </a:lnTo>
                  <a:lnTo>
                    <a:pt x="0" y="4"/>
                  </a:lnTo>
                  <a:lnTo>
                    <a:pt x="0" y="2"/>
                  </a:lnTo>
                  <a:lnTo>
                    <a:pt x="0"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09" name="Google Shape;309;p60"/>
            <p:cNvSpPr/>
            <p:nvPr/>
          </p:nvSpPr>
          <p:spPr>
            <a:xfrm>
              <a:off x="7981542" y="3011868"/>
              <a:ext cx="8389" cy="5377"/>
            </a:xfrm>
            <a:custGeom>
              <a:rect b="b" l="l" r="r" t="t"/>
              <a:pathLst>
                <a:path extrusionOk="0" h="4" w="4">
                  <a:moveTo>
                    <a:pt x="0" y="0"/>
                  </a:moveTo>
                  <a:lnTo>
                    <a:pt x="0" y="4"/>
                  </a:lnTo>
                  <a:lnTo>
                    <a:pt x="4" y="4"/>
                  </a:lnTo>
                  <a:lnTo>
                    <a:pt x="4"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0" name="Google Shape;310;p60"/>
            <p:cNvSpPr/>
            <p:nvPr/>
          </p:nvSpPr>
          <p:spPr>
            <a:xfrm>
              <a:off x="8044460" y="3008283"/>
              <a:ext cx="10486" cy="5377"/>
            </a:xfrm>
            <a:custGeom>
              <a:rect b="b" l="l" r="r" t="t"/>
              <a:pathLst>
                <a:path extrusionOk="0" h="4" w="6">
                  <a:moveTo>
                    <a:pt x="4" y="0"/>
                  </a:moveTo>
                  <a:lnTo>
                    <a:pt x="4" y="0"/>
                  </a:lnTo>
                  <a:lnTo>
                    <a:pt x="6" y="0"/>
                  </a:lnTo>
                  <a:lnTo>
                    <a:pt x="6" y="2"/>
                  </a:lnTo>
                  <a:lnTo>
                    <a:pt x="6" y="4"/>
                  </a:lnTo>
                  <a:lnTo>
                    <a:pt x="2" y="4"/>
                  </a:lnTo>
                  <a:lnTo>
                    <a:pt x="0" y="2"/>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1" name="Google Shape;311;p60"/>
            <p:cNvSpPr/>
            <p:nvPr/>
          </p:nvSpPr>
          <p:spPr>
            <a:xfrm>
              <a:off x="7996223" y="3002907"/>
              <a:ext cx="8389" cy="8961"/>
            </a:xfrm>
            <a:custGeom>
              <a:rect b="b" l="l" r="r" t="t"/>
              <a:pathLst>
                <a:path extrusionOk="0" h="6" w="6">
                  <a:moveTo>
                    <a:pt x="4" y="2"/>
                  </a:moveTo>
                  <a:lnTo>
                    <a:pt x="4" y="2"/>
                  </a:lnTo>
                  <a:lnTo>
                    <a:pt x="0" y="6"/>
                  </a:lnTo>
                  <a:lnTo>
                    <a:pt x="2" y="6"/>
                  </a:lnTo>
                  <a:lnTo>
                    <a:pt x="6" y="4"/>
                  </a:lnTo>
                  <a:lnTo>
                    <a:pt x="6" y="2"/>
                  </a:lnTo>
                  <a:lnTo>
                    <a:pt x="6" y="0"/>
                  </a:lnTo>
                  <a:lnTo>
                    <a:pt x="4"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2" name="Google Shape;312;p60"/>
            <p:cNvSpPr/>
            <p:nvPr/>
          </p:nvSpPr>
          <p:spPr>
            <a:xfrm>
              <a:off x="8004612" y="2988570"/>
              <a:ext cx="10486" cy="8961"/>
            </a:xfrm>
            <a:custGeom>
              <a:rect b="b" l="l" r="r" t="t"/>
              <a:pathLst>
                <a:path extrusionOk="0" h="6" w="6">
                  <a:moveTo>
                    <a:pt x="2" y="0"/>
                  </a:moveTo>
                  <a:lnTo>
                    <a:pt x="2" y="0"/>
                  </a:lnTo>
                  <a:lnTo>
                    <a:pt x="0" y="2"/>
                  </a:lnTo>
                  <a:lnTo>
                    <a:pt x="0" y="4"/>
                  </a:lnTo>
                  <a:lnTo>
                    <a:pt x="4" y="6"/>
                  </a:lnTo>
                  <a:lnTo>
                    <a:pt x="6" y="2"/>
                  </a:lnTo>
                  <a:lnTo>
                    <a:pt x="6"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3" name="Google Shape;313;p60"/>
            <p:cNvSpPr/>
            <p:nvPr/>
          </p:nvSpPr>
          <p:spPr>
            <a:xfrm>
              <a:off x="8013001" y="2986777"/>
              <a:ext cx="29362" cy="25090"/>
            </a:xfrm>
            <a:custGeom>
              <a:rect b="b" l="l" r="r" t="t"/>
              <a:pathLst>
                <a:path extrusionOk="0" h="18" w="18">
                  <a:moveTo>
                    <a:pt x="6" y="0"/>
                  </a:moveTo>
                  <a:lnTo>
                    <a:pt x="6" y="0"/>
                  </a:lnTo>
                  <a:lnTo>
                    <a:pt x="4" y="10"/>
                  </a:lnTo>
                  <a:lnTo>
                    <a:pt x="0" y="10"/>
                  </a:lnTo>
                  <a:lnTo>
                    <a:pt x="4" y="18"/>
                  </a:lnTo>
                  <a:lnTo>
                    <a:pt x="10" y="14"/>
                  </a:lnTo>
                  <a:lnTo>
                    <a:pt x="16" y="10"/>
                  </a:lnTo>
                  <a:lnTo>
                    <a:pt x="16" y="6"/>
                  </a:lnTo>
                  <a:lnTo>
                    <a:pt x="18" y="4"/>
                  </a:lnTo>
                  <a:lnTo>
                    <a:pt x="16" y="4"/>
                  </a:lnTo>
                  <a:lnTo>
                    <a:pt x="8" y="6"/>
                  </a:lnTo>
                  <a:lnTo>
                    <a:pt x="8" y="2"/>
                  </a:lnTo>
                  <a:lnTo>
                    <a:pt x="6"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4" name="Google Shape;314;p60"/>
            <p:cNvSpPr/>
            <p:nvPr/>
          </p:nvSpPr>
          <p:spPr>
            <a:xfrm>
              <a:off x="8036071" y="2977817"/>
              <a:ext cx="6292" cy="5377"/>
            </a:xfrm>
            <a:custGeom>
              <a:rect b="b" l="l" r="r" t="t"/>
              <a:pathLst>
                <a:path extrusionOk="0" h="4" w="4">
                  <a:moveTo>
                    <a:pt x="2" y="0"/>
                  </a:moveTo>
                  <a:lnTo>
                    <a:pt x="2" y="0"/>
                  </a:lnTo>
                  <a:lnTo>
                    <a:pt x="0" y="2"/>
                  </a:lnTo>
                  <a:lnTo>
                    <a:pt x="0" y="4"/>
                  </a:lnTo>
                  <a:lnTo>
                    <a:pt x="2" y="4"/>
                  </a:lnTo>
                  <a:lnTo>
                    <a:pt x="4"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5" name="Google Shape;315;p60"/>
            <p:cNvSpPr/>
            <p:nvPr/>
          </p:nvSpPr>
          <p:spPr>
            <a:xfrm>
              <a:off x="8067530" y="2952726"/>
              <a:ext cx="10486" cy="10753"/>
            </a:xfrm>
            <a:custGeom>
              <a:rect b="b" l="l" r="r" t="t"/>
              <a:pathLst>
                <a:path extrusionOk="0" h="8" w="6">
                  <a:moveTo>
                    <a:pt x="0" y="0"/>
                  </a:moveTo>
                  <a:lnTo>
                    <a:pt x="0" y="0"/>
                  </a:lnTo>
                  <a:lnTo>
                    <a:pt x="0" y="8"/>
                  </a:lnTo>
                  <a:lnTo>
                    <a:pt x="2" y="6"/>
                  </a:lnTo>
                  <a:lnTo>
                    <a:pt x="6" y="6"/>
                  </a:lnTo>
                  <a:lnTo>
                    <a:pt x="6" y="4"/>
                  </a:lnTo>
                  <a:lnTo>
                    <a:pt x="6" y="2"/>
                  </a:lnTo>
                  <a:lnTo>
                    <a:pt x="4" y="0"/>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6" name="Google Shape;316;p60"/>
            <p:cNvSpPr/>
            <p:nvPr/>
          </p:nvSpPr>
          <p:spPr>
            <a:xfrm>
              <a:off x="8078016" y="2943765"/>
              <a:ext cx="10486" cy="8961"/>
            </a:xfrm>
            <a:custGeom>
              <a:rect b="b" l="l" r="r" t="t"/>
              <a:pathLst>
                <a:path extrusionOk="0" h="6" w="6">
                  <a:moveTo>
                    <a:pt x="0" y="0"/>
                  </a:moveTo>
                  <a:lnTo>
                    <a:pt x="0" y="0"/>
                  </a:lnTo>
                  <a:lnTo>
                    <a:pt x="2" y="6"/>
                  </a:lnTo>
                  <a:lnTo>
                    <a:pt x="4" y="6"/>
                  </a:lnTo>
                  <a:lnTo>
                    <a:pt x="6" y="4"/>
                  </a:lnTo>
                  <a:lnTo>
                    <a:pt x="4"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7" name="Google Shape;317;p60"/>
            <p:cNvSpPr/>
            <p:nvPr/>
          </p:nvSpPr>
          <p:spPr>
            <a:xfrm>
              <a:off x="8107377" y="2938389"/>
              <a:ext cx="4195" cy="5377"/>
            </a:xfrm>
            <a:custGeom>
              <a:rect b="b" l="l" r="r" t="t"/>
              <a:pathLst>
                <a:path extrusionOk="0" h="4" w="2">
                  <a:moveTo>
                    <a:pt x="0" y="0"/>
                  </a:moveTo>
                  <a:lnTo>
                    <a:pt x="2" y="4"/>
                  </a:lnTo>
                  <a:lnTo>
                    <a:pt x="2" y="0"/>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8" name="Google Shape;318;p60"/>
            <p:cNvSpPr/>
            <p:nvPr/>
          </p:nvSpPr>
          <p:spPr>
            <a:xfrm>
              <a:off x="8090599" y="2934805"/>
              <a:ext cx="6292" cy="8961"/>
            </a:xfrm>
            <a:custGeom>
              <a:rect b="b" l="l" r="r" t="t"/>
              <a:pathLst>
                <a:path extrusionOk="0" h="6" w="4">
                  <a:moveTo>
                    <a:pt x="0" y="0"/>
                  </a:moveTo>
                  <a:lnTo>
                    <a:pt x="0" y="0"/>
                  </a:lnTo>
                  <a:lnTo>
                    <a:pt x="2" y="6"/>
                  </a:lnTo>
                  <a:lnTo>
                    <a:pt x="4" y="6"/>
                  </a:lnTo>
                  <a:lnTo>
                    <a:pt x="4" y="4"/>
                  </a:lnTo>
                  <a:lnTo>
                    <a:pt x="4"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19" name="Google Shape;319;p60"/>
            <p:cNvSpPr/>
            <p:nvPr/>
          </p:nvSpPr>
          <p:spPr>
            <a:xfrm>
              <a:off x="8262574" y="2933012"/>
              <a:ext cx="6292" cy="10753"/>
            </a:xfrm>
            <a:custGeom>
              <a:rect b="b" l="l" r="r" t="t"/>
              <a:pathLst>
                <a:path extrusionOk="0" h="8" w="4">
                  <a:moveTo>
                    <a:pt x="2" y="0"/>
                  </a:moveTo>
                  <a:lnTo>
                    <a:pt x="2" y="0"/>
                  </a:lnTo>
                  <a:lnTo>
                    <a:pt x="4" y="6"/>
                  </a:lnTo>
                  <a:lnTo>
                    <a:pt x="2" y="6"/>
                  </a:lnTo>
                  <a:lnTo>
                    <a:pt x="0" y="8"/>
                  </a:lnTo>
                  <a:lnTo>
                    <a:pt x="0" y="4"/>
                  </a:lnTo>
                  <a:lnTo>
                    <a:pt x="0" y="2"/>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0" name="Google Shape;320;p60"/>
            <p:cNvSpPr/>
            <p:nvPr/>
          </p:nvSpPr>
          <p:spPr>
            <a:xfrm>
              <a:off x="8140933" y="2933012"/>
              <a:ext cx="6292" cy="5377"/>
            </a:xfrm>
            <a:custGeom>
              <a:rect b="b" l="l" r="r" t="t"/>
              <a:pathLst>
                <a:path extrusionOk="0" h="4" w="4">
                  <a:moveTo>
                    <a:pt x="0" y="0"/>
                  </a:moveTo>
                  <a:lnTo>
                    <a:pt x="0" y="4"/>
                  </a:lnTo>
                  <a:lnTo>
                    <a:pt x="4" y="4"/>
                  </a:lnTo>
                  <a:lnTo>
                    <a:pt x="4" y="2"/>
                  </a:lnTo>
                  <a:lnTo>
                    <a:pt x="2" y="0"/>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1" name="Google Shape;321;p60"/>
            <p:cNvSpPr/>
            <p:nvPr/>
          </p:nvSpPr>
          <p:spPr>
            <a:xfrm>
              <a:off x="8153517" y="2929428"/>
              <a:ext cx="10486" cy="10753"/>
            </a:xfrm>
            <a:custGeom>
              <a:rect b="b" l="l" r="r" t="t"/>
              <a:pathLst>
                <a:path extrusionOk="0" h="8" w="6">
                  <a:moveTo>
                    <a:pt x="4" y="0"/>
                  </a:moveTo>
                  <a:lnTo>
                    <a:pt x="4" y="0"/>
                  </a:lnTo>
                  <a:lnTo>
                    <a:pt x="2" y="0"/>
                  </a:lnTo>
                  <a:lnTo>
                    <a:pt x="0" y="4"/>
                  </a:lnTo>
                  <a:lnTo>
                    <a:pt x="0" y="6"/>
                  </a:lnTo>
                  <a:lnTo>
                    <a:pt x="4" y="8"/>
                  </a:lnTo>
                  <a:lnTo>
                    <a:pt x="6" y="2"/>
                  </a:lnTo>
                  <a:lnTo>
                    <a:pt x="6"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2" name="Google Shape;322;p60"/>
            <p:cNvSpPr/>
            <p:nvPr/>
          </p:nvSpPr>
          <p:spPr>
            <a:xfrm>
              <a:off x="8174490" y="2915091"/>
              <a:ext cx="2097" cy="5377"/>
            </a:xfrm>
            <a:custGeom>
              <a:rect b="b" l="l" r="r" t="t"/>
              <a:pathLst>
                <a:path extrusionOk="0" h="4" w="2">
                  <a:moveTo>
                    <a:pt x="0" y="0"/>
                  </a:moveTo>
                  <a:lnTo>
                    <a:pt x="2" y="4"/>
                  </a:lnTo>
                  <a:lnTo>
                    <a:pt x="2"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3" name="Google Shape;323;p60"/>
            <p:cNvSpPr/>
            <p:nvPr/>
          </p:nvSpPr>
          <p:spPr>
            <a:xfrm>
              <a:off x="8130447" y="2915091"/>
              <a:ext cx="27264" cy="17922"/>
            </a:xfrm>
            <a:custGeom>
              <a:rect b="b" l="l" r="r" t="t"/>
              <a:pathLst>
                <a:path extrusionOk="0" h="12" w="16">
                  <a:moveTo>
                    <a:pt x="12" y="0"/>
                  </a:moveTo>
                  <a:lnTo>
                    <a:pt x="12" y="0"/>
                  </a:lnTo>
                  <a:lnTo>
                    <a:pt x="8" y="6"/>
                  </a:lnTo>
                  <a:lnTo>
                    <a:pt x="0" y="8"/>
                  </a:lnTo>
                  <a:lnTo>
                    <a:pt x="0" y="12"/>
                  </a:lnTo>
                  <a:lnTo>
                    <a:pt x="2" y="12"/>
                  </a:lnTo>
                  <a:lnTo>
                    <a:pt x="6" y="10"/>
                  </a:lnTo>
                  <a:lnTo>
                    <a:pt x="12" y="4"/>
                  </a:lnTo>
                  <a:lnTo>
                    <a:pt x="16" y="0"/>
                  </a:lnTo>
                  <a:lnTo>
                    <a:pt x="14" y="0"/>
                  </a:lnTo>
                  <a:lnTo>
                    <a:pt x="1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4" name="Google Shape;324;p60"/>
            <p:cNvSpPr/>
            <p:nvPr/>
          </p:nvSpPr>
          <p:spPr>
            <a:xfrm>
              <a:off x="8203851" y="2913299"/>
              <a:ext cx="10486" cy="10753"/>
            </a:xfrm>
            <a:custGeom>
              <a:rect b="b" l="l" r="r" t="t"/>
              <a:pathLst>
                <a:path extrusionOk="0" h="8" w="6">
                  <a:moveTo>
                    <a:pt x="0" y="0"/>
                  </a:moveTo>
                  <a:lnTo>
                    <a:pt x="0" y="8"/>
                  </a:lnTo>
                  <a:lnTo>
                    <a:pt x="4" y="6"/>
                  </a:lnTo>
                  <a:lnTo>
                    <a:pt x="6" y="4"/>
                  </a:lnTo>
                  <a:lnTo>
                    <a:pt x="4"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5" name="Google Shape;325;p60"/>
            <p:cNvSpPr/>
            <p:nvPr/>
          </p:nvSpPr>
          <p:spPr>
            <a:xfrm>
              <a:off x="10047335" y="3648087"/>
              <a:ext cx="115349" cy="132620"/>
            </a:xfrm>
            <a:custGeom>
              <a:rect b="b" l="l" r="r" t="t"/>
              <a:pathLst>
                <a:path extrusionOk="0" h="94" w="70">
                  <a:moveTo>
                    <a:pt x="70" y="12"/>
                  </a:moveTo>
                  <a:lnTo>
                    <a:pt x="70" y="12"/>
                  </a:lnTo>
                  <a:lnTo>
                    <a:pt x="52" y="26"/>
                  </a:lnTo>
                  <a:lnTo>
                    <a:pt x="52" y="28"/>
                  </a:lnTo>
                  <a:lnTo>
                    <a:pt x="52" y="32"/>
                  </a:lnTo>
                  <a:lnTo>
                    <a:pt x="54" y="32"/>
                  </a:lnTo>
                  <a:lnTo>
                    <a:pt x="58" y="34"/>
                  </a:lnTo>
                  <a:lnTo>
                    <a:pt x="56" y="42"/>
                  </a:lnTo>
                  <a:lnTo>
                    <a:pt x="56" y="44"/>
                  </a:lnTo>
                  <a:lnTo>
                    <a:pt x="54" y="48"/>
                  </a:lnTo>
                  <a:lnTo>
                    <a:pt x="50" y="48"/>
                  </a:lnTo>
                  <a:lnTo>
                    <a:pt x="46" y="48"/>
                  </a:lnTo>
                  <a:lnTo>
                    <a:pt x="42" y="56"/>
                  </a:lnTo>
                  <a:lnTo>
                    <a:pt x="38" y="58"/>
                  </a:lnTo>
                  <a:lnTo>
                    <a:pt x="34" y="60"/>
                  </a:lnTo>
                  <a:lnTo>
                    <a:pt x="30" y="72"/>
                  </a:lnTo>
                  <a:lnTo>
                    <a:pt x="36" y="74"/>
                  </a:lnTo>
                  <a:lnTo>
                    <a:pt x="40" y="74"/>
                  </a:lnTo>
                  <a:lnTo>
                    <a:pt x="42" y="76"/>
                  </a:lnTo>
                  <a:lnTo>
                    <a:pt x="42" y="78"/>
                  </a:lnTo>
                  <a:lnTo>
                    <a:pt x="40" y="82"/>
                  </a:lnTo>
                  <a:lnTo>
                    <a:pt x="42" y="84"/>
                  </a:lnTo>
                  <a:lnTo>
                    <a:pt x="38" y="88"/>
                  </a:lnTo>
                  <a:lnTo>
                    <a:pt x="32" y="84"/>
                  </a:lnTo>
                  <a:lnTo>
                    <a:pt x="28" y="86"/>
                  </a:lnTo>
                  <a:lnTo>
                    <a:pt x="20" y="92"/>
                  </a:lnTo>
                  <a:lnTo>
                    <a:pt x="12" y="92"/>
                  </a:lnTo>
                  <a:lnTo>
                    <a:pt x="12" y="94"/>
                  </a:lnTo>
                  <a:lnTo>
                    <a:pt x="10" y="94"/>
                  </a:lnTo>
                  <a:lnTo>
                    <a:pt x="6" y="92"/>
                  </a:lnTo>
                  <a:lnTo>
                    <a:pt x="8" y="88"/>
                  </a:lnTo>
                  <a:lnTo>
                    <a:pt x="4" y="86"/>
                  </a:lnTo>
                  <a:lnTo>
                    <a:pt x="0" y="86"/>
                  </a:lnTo>
                  <a:lnTo>
                    <a:pt x="0" y="80"/>
                  </a:lnTo>
                  <a:lnTo>
                    <a:pt x="2" y="80"/>
                  </a:lnTo>
                  <a:lnTo>
                    <a:pt x="4" y="76"/>
                  </a:lnTo>
                  <a:lnTo>
                    <a:pt x="10" y="76"/>
                  </a:lnTo>
                  <a:lnTo>
                    <a:pt x="8" y="74"/>
                  </a:lnTo>
                  <a:lnTo>
                    <a:pt x="6" y="72"/>
                  </a:lnTo>
                  <a:lnTo>
                    <a:pt x="8" y="68"/>
                  </a:lnTo>
                  <a:lnTo>
                    <a:pt x="8" y="66"/>
                  </a:lnTo>
                  <a:lnTo>
                    <a:pt x="8" y="64"/>
                  </a:lnTo>
                  <a:lnTo>
                    <a:pt x="4" y="62"/>
                  </a:lnTo>
                  <a:lnTo>
                    <a:pt x="2" y="60"/>
                  </a:lnTo>
                  <a:lnTo>
                    <a:pt x="6" y="52"/>
                  </a:lnTo>
                  <a:lnTo>
                    <a:pt x="10" y="48"/>
                  </a:lnTo>
                  <a:lnTo>
                    <a:pt x="14" y="40"/>
                  </a:lnTo>
                  <a:lnTo>
                    <a:pt x="18" y="34"/>
                  </a:lnTo>
                  <a:lnTo>
                    <a:pt x="26" y="28"/>
                  </a:lnTo>
                  <a:lnTo>
                    <a:pt x="24" y="22"/>
                  </a:lnTo>
                  <a:lnTo>
                    <a:pt x="30" y="20"/>
                  </a:lnTo>
                  <a:lnTo>
                    <a:pt x="32" y="24"/>
                  </a:lnTo>
                  <a:lnTo>
                    <a:pt x="38" y="26"/>
                  </a:lnTo>
                  <a:lnTo>
                    <a:pt x="44" y="28"/>
                  </a:lnTo>
                  <a:lnTo>
                    <a:pt x="44" y="22"/>
                  </a:lnTo>
                  <a:lnTo>
                    <a:pt x="44" y="20"/>
                  </a:lnTo>
                  <a:lnTo>
                    <a:pt x="48" y="16"/>
                  </a:lnTo>
                  <a:lnTo>
                    <a:pt x="52" y="16"/>
                  </a:lnTo>
                  <a:lnTo>
                    <a:pt x="56" y="14"/>
                  </a:lnTo>
                  <a:lnTo>
                    <a:pt x="54" y="12"/>
                  </a:lnTo>
                  <a:lnTo>
                    <a:pt x="60" y="10"/>
                  </a:lnTo>
                  <a:lnTo>
                    <a:pt x="62" y="0"/>
                  </a:lnTo>
                  <a:lnTo>
                    <a:pt x="70"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6" name="Google Shape;326;p60"/>
            <p:cNvSpPr/>
            <p:nvPr/>
          </p:nvSpPr>
          <p:spPr>
            <a:xfrm>
              <a:off x="7767623" y="4266385"/>
              <a:ext cx="224406" cy="198931"/>
            </a:xfrm>
            <a:custGeom>
              <a:rect b="b" l="l" r="r" t="t"/>
              <a:pathLst>
                <a:path extrusionOk="0" h="142" w="136">
                  <a:moveTo>
                    <a:pt x="134" y="10"/>
                  </a:moveTo>
                  <a:lnTo>
                    <a:pt x="134" y="22"/>
                  </a:lnTo>
                  <a:lnTo>
                    <a:pt x="136" y="22"/>
                  </a:lnTo>
                  <a:lnTo>
                    <a:pt x="136" y="24"/>
                  </a:lnTo>
                  <a:lnTo>
                    <a:pt x="136" y="30"/>
                  </a:lnTo>
                  <a:lnTo>
                    <a:pt x="134" y="34"/>
                  </a:lnTo>
                  <a:lnTo>
                    <a:pt x="132" y="34"/>
                  </a:lnTo>
                  <a:lnTo>
                    <a:pt x="130" y="36"/>
                  </a:lnTo>
                  <a:lnTo>
                    <a:pt x="130" y="38"/>
                  </a:lnTo>
                  <a:lnTo>
                    <a:pt x="128" y="40"/>
                  </a:lnTo>
                  <a:lnTo>
                    <a:pt x="124" y="44"/>
                  </a:lnTo>
                  <a:lnTo>
                    <a:pt x="124" y="46"/>
                  </a:lnTo>
                  <a:lnTo>
                    <a:pt x="124" y="50"/>
                  </a:lnTo>
                  <a:lnTo>
                    <a:pt x="122" y="54"/>
                  </a:lnTo>
                  <a:lnTo>
                    <a:pt x="120" y="54"/>
                  </a:lnTo>
                  <a:lnTo>
                    <a:pt x="120" y="58"/>
                  </a:lnTo>
                  <a:lnTo>
                    <a:pt x="120" y="60"/>
                  </a:lnTo>
                  <a:lnTo>
                    <a:pt x="120" y="62"/>
                  </a:lnTo>
                  <a:lnTo>
                    <a:pt x="120" y="66"/>
                  </a:lnTo>
                  <a:lnTo>
                    <a:pt x="110" y="70"/>
                  </a:lnTo>
                  <a:lnTo>
                    <a:pt x="108" y="72"/>
                  </a:lnTo>
                  <a:lnTo>
                    <a:pt x="108" y="74"/>
                  </a:lnTo>
                  <a:lnTo>
                    <a:pt x="106" y="78"/>
                  </a:lnTo>
                  <a:lnTo>
                    <a:pt x="106" y="82"/>
                  </a:lnTo>
                  <a:lnTo>
                    <a:pt x="104" y="84"/>
                  </a:lnTo>
                  <a:lnTo>
                    <a:pt x="102" y="88"/>
                  </a:lnTo>
                  <a:lnTo>
                    <a:pt x="100" y="90"/>
                  </a:lnTo>
                  <a:lnTo>
                    <a:pt x="98" y="94"/>
                  </a:lnTo>
                  <a:lnTo>
                    <a:pt x="94" y="100"/>
                  </a:lnTo>
                  <a:lnTo>
                    <a:pt x="96" y="104"/>
                  </a:lnTo>
                  <a:lnTo>
                    <a:pt x="96" y="106"/>
                  </a:lnTo>
                  <a:lnTo>
                    <a:pt x="94" y="106"/>
                  </a:lnTo>
                  <a:lnTo>
                    <a:pt x="92" y="112"/>
                  </a:lnTo>
                  <a:lnTo>
                    <a:pt x="90" y="114"/>
                  </a:lnTo>
                  <a:lnTo>
                    <a:pt x="86" y="114"/>
                  </a:lnTo>
                  <a:lnTo>
                    <a:pt x="88" y="110"/>
                  </a:lnTo>
                  <a:lnTo>
                    <a:pt x="88" y="108"/>
                  </a:lnTo>
                  <a:lnTo>
                    <a:pt x="86" y="106"/>
                  </a:lnTo>
                  <a:lnTo>
                    <a:pt x="82" y="104"/>
                  </a:lnTo>
                  <a:lnTo>
                    <a:pt x="80" y="104"/>
                  </a:lnTo>
                  <a:lnTo>
                    <a:pt x="78" y="106"/>
                  </a:lnTo>
                  <a:lnTo>
                    <a:pt x="74" y="108"/>
                  </a:lnTo>
                  <a:lnTo>
                    <a:pt x="70" y="108"/>
                  </a:lnTo>
                  <a:lnTo>
                    <a:pt x="70" y="110"/>
                  </a:lnTo>
                  <a:lnTo>
                    <a:pt x="68" y="116"/>
                  </a:lnTo>
                  <a:lnTo>
                    <a:pt x="66" y="118"/>
                  </a:lnTo>
                  <a:lnTo>
                    <a:pt x="66" y="120"/>
                  </a:lnTo>
                  <a:lnTo>
                    <a:pt x="66" y="122"/>
                  </a:lnTo>
                  <a:lnTo>
                    <a:pt x="66" y="124"/>
                  </a:lnTo>
                  <a:lnTo>
                    <a:pt x="68" y="124"/>
                  </a:lnTo>
                  <a:lnTo>
                    <a:pt x="66" y="130"/>
                  </a:lnTo>
                  <a:lnTo>
                    <a:pt x="66" y="140"/>
                  </a:lnTo>
                  <a:lnTo>
                    <a:pt x="64" y="136"/>
                  </a:lnTo>
                  <a:lnTo>
                    <a:pt x="62" y="138"/>
                  </a:lnTo>
                  <a:lnTo>
                    <a:pt x="60" y="140"/>
                  </a:lnTo>
                  <a:lnTo>
                    <a:pt x="60" y="138"/>
                  </a:lnTo>
                  <a:lnTo>
                    <a:pt x="58" y="136"/>
                  </a:lnTo>
                  <a:lnTo>
                    <a:pt x="56" y="136"/>
                  </a:lnTo>
                  <a:lnTo>
                    <a:pt x="56" y="140"/>
                  </a:lnTo>
                  <a:lnTo>
                    <a:pt x="38" y="142"/>
                  </a:lnTo>
                  <a:lnTo>
                    <a:pt x="34" y="138"/>
                  </a:lnTo>
                  <a:lnTo>
                    <a:pt x="32" y="134"/>
                  </a:lnTo>
                  <a:lnTo>
                    <a:pt x="30" y="132"/>
                  </a:lnTo>
                  <a:lnTo>
                    <a:pt x="32" y="130"/>
                  </a:lnTo>
                  <a:lnTo>
                    <a:pt x="32" y="128"/>
                  </a:lnTo>
                  <a:lnTo>
                    <a:pt x="32" y="124"/>
                  </a:lnTo>
                  <a:lnTo>
                    <a:pt x="26" y="118"/>
                  </a:lnTo>
                  <a:lnTo>
                    <a:pt x="18" y="112"/>
                  </a:lnTo>
                  <a:lnTo>
                    <a:pt x="10" y="110"/>
                  </a:lnTo>
                  <a:lnTo>
                    <a:pt x="2" y="110"/>
                  </a:lnTo>
                  <a:lnTo>
                    <a:pt x="2" y="100"/>
                  </a:lnTo>
                  <a:lnTo>
                    <a:pt x="2" y="96"/>
                  </a:lnTo>
                  <a:lnTo>
                    <a:pt x="2" y="92"/>
                  </a:lnTo>
                  <a:lnTo>
                    <a:pt x="0" y="90"/>
                  </a:lnTo>
                  <a:lnTo>
                    <a:pt x="2" y="84"/>
                  </a:lnTo>
                  <a:lnTo>
                    <a:pt x="2" y="80"/>
                  </a:lnTo>
                  <a:lnTo>
                    <a:pt x="2" y="78"/>
                  </a:lnTo>
                  <a:lnTo>
                    <a:pt x="2" y="74"/>
                  </a:lnTo>
                  <a:lnTo>
                    <a:pt x="2" y="72"/>
                  </a:lnTo>
                  <a:lnTo>
                    <a:pt x="4" y="74"/>
                  </a:lnTo>
                  <a:lnTo>
                    <a:pt x="6" y="72"/>
                  </a:lnTo>
                  <a:lnTo>
                    <a:pt x="6" y="70"/>
                  </a:lnTo>
                  <a:lnTo>
                    <a:pt x="4" y="66"/>
                  </a:lnTo>
                  <a:lnTo>
                    <a:pt x="6" y="64"/>
                  </a:lnTo>
                  <a:lnTo>
                    <a:pt x="8" y="60"/>
                  </a:lnTo>
                  <a:lnTo>
                    <a:pt x="8" y="56"/>
                  </a:lnTo>
                  <a:lnTo>
                    <a:pt x="8" y="54"/>
                  </a:lnTo>
                  <a:lnTo>
                    <a:pt x="10" y="52"/>
                  </a:lnTo>
                  <a:lnTo>
                    <a:pt x="12" y="52"/>
                  </a:lnTo>
                  <a:lnTo>
                    <a:pt x="10" y="50"/>
                  </a:lnTo>
                  <a:lnTo>
                    <a:pt x="10" y="48"/>
                  </a:lnTo>
                  <a:lnTo>
                    <a:pt x="10" y="46"/>
                  </a:lnTo>
                  <a:lnTo>
                    <a:pt x="12" y="42"/>
                  </a:lnTo>
                  <a:lnTo>
                    <a:pt x="10" y="40"/>
                  </a:lnTo>
                  <a:lnTo>
                    <a:pt x="8" y="38"/>
                  </a:lnTo>
                  <a:lnTo>
                    <a:pt x="8" y="34"/>
                  </a:lnTo>
                  <a:lnTo>
                    <a:pt x="8" y="30"/>
                  </a:lnTo>
                  <a:lnTo>
                    <a:pt x="8" y="28"/>
                  </a:lnTo>
                  <a:lnTo>
                    <a:pt x="12" y="20"/>
                  </a:lnTo>
                  <a:lnTo>
                    <a:pt x="14" y="16"/>
                  </a:lnTo>
                  <a:lnTo>
                    <a:pt x="16" y="12"/>
                  </a:lnTo>
                  <a:lnTo>
                    <a:pt x="18" y="6"/>
                  </a:lnTo>
                  <a:lnTo>
                    <a:pt x="30" y="0"/>
                  </a:lnTo>
                  <a:lnTo>
                    <a:pt x="34" y="0"/>
                  </a:lnTo>
                  <a:lnTo>
                    <a:pt x="38" y="0"/>
                  </a:lnTo>
                  <a:lnTo>
                    <a:pt x="42" y="0"/>
                  </a:lnTo>
                  <a:lnTo>
                    <a:pt x="44" y="2"/>
                  </a:lnTo>
                  <a:lnTo>
                    <a:pt x="48" y="6"/>
                  </a:lnTo>
                  <a:lnTo>
                    <a:pt x="50" y="8"/>
                  </a:lnTo>
                  <a:lnTo>
                    <a:pt x="52" y="8"/>
                  </a:lnTo>
                  <a:lnTo>
                    <a:pt x="56" y="8"/>
                  </a:lnTo>
                  <a:lnTo>
                    <a:pt x="62" y="6"/>
                  </a:lnTo>
                  <a:lnTo>
                    <a:pt x="64" y="6"/>
                  </a:lnTo>
                  <a:lnTo>
                    <a:pt x="66" y="6"/>
                  </a:lnTo>
                  <a:lnTo>
                    <a:pt x="66" y="10"/>
                  </a:lnTo>
                  <a:lnTo>
                    <a:pt x="72" y="10"/>
                  </a:lnTo>
                  <a:lnTo>
                    <a:pt x="78" y="10"/>
                  </a:lnTo>
                  <a:lnTo>
                    <a:pt x="82" y="10"/>
                  </a:lnTo>
                  <a:lnTo>
                    <a:pt x="86" y="6"/>
                  </a:lnTo>
                  <a:lnTo>
                    <a:pt x="90" y="6"/>
                  </a:lnTo>
                  <a:lnTo>
                    <a:pt x="94" y="6"/>
                  </a:lnTo>
                  <a:lnTo>
                    <a:pt x="102" y="6"/>
                  </a:lnTo>
                  <a:lnTo>
                    <a:pt x="108" y="6"/>
                  </a:lnTo>
                  <a:lnTo>
                    <a:pt x="114" y="6"/>
                  </a:lnTo>
                  <a:lnTo>
                    <a:pt x="118" y="6"/>
                  </a:lnTo>
                  <a:lnTo>
                    <a:pt x="118" y="4"/>
                  </a:lnTo>
                  <a:lnTo>
                    <a:pt x="120" y="2"/>
                  </a:lnTo>
                  <a:lnTo>
                    <a:pt x="128" y="0"/>
                  </a:lnTo>
                  <a:lnTo>
                    <a:pt x="132" y="8"/>
                  </a:lnTo>
                  <a:lnTo>
                    <a:pt x="134" y="8"/>
                  </a:lnTo>
                  <a:lnTo>
                    <a:pt x="134"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7" name="Google Shape;327;p60"/>
            <p:cNvSpPr/>
            <p:nvPr/>
          </p:nvSpPr>
          <p:spPr>
            <a:xfrm>
              <a:off x="7715192" y="4074623"/>
              <a:ext cx="297810" cy="231190"/>
            </a:xfrm>
            <a:custGeom>
              <a:rect b="b" l="l" r="r" t="t"/>
              <a:pathLst>
                <a:path extrusionOk="0" h="164" w="180">
                  <a:moveTo>
                    <a:pt x="160" y="136"/>
                  </a:moveTo>
                  <a:lnTo>
                    <a:pt x="152" y="138"/>
                  </a:lnTo>
                  <a:lnTo>
                    <a:pt x="150" y="140"/>
                  </a:lnTo>
                  <a:lnTo>
                    <a:pt x="150" y="142"/>
                  </a:lnTo>
                  <a:lnTo>
                    <a:pt x="146" y="142"/>
                  </a:lnTo>
                  <a:lnTo>
                    <a:pt x="140" y="142"/>
                  </a:lnTo>
                  <a:lnTo>
                    <a:pt x="134" y="142"/>
                  </a:lnTo>
                  <a:lnTo>
                    <a:pt x="126" y="142"/>
                  </a:lnTo>
                  <a:lnTo>
                    <a:pt x="122" y="142"/>
                  </a:lnTo>
                  <a:lnTo>
                    <a:pt x="118" y="142"/>
                  </a:lnTo>
                  <a:lnTo>
                    <a:pt x="114" y="146"/>
                  </a:lnTo>
                  <a:lnTo>
                    <a:pt x="110" y="146"/>
                  </a:lnTo>
                  <a:lnTo>
                    <a:pt x="104" y="146"/>
                  </a:lnTo>
                  <a:lnTo>
                    <a:pt x="98" y="146"/>
                  </a:lnTo>
                  <a:lnTo>
                    <a:pt x="98" y="142"/>
                  </a:lnTo>
                  <a:lnTo>
                    <a:pt x="96" y="142"/>
                  </a:lnTo>
                  <a:lnTo>
                    <a:pt x="94" y="142"/>
                  </a:lnTo>
                  <a:lnTo>
                    <a:pt x="88" y="144"/>
                  </a:lnTo>
                  <a:lnTo>
                    <a:pt x="84" y="144"/>
                  </a:lnTo>
                  <a:lnTo>
                    <a:pt x="82" y="144"/>
                  </a:lnTo>
                  <a:lnTo>
                    <a:pt x="80" y="142"/>
                  </a:lnTo>
                  <a:lnTo>
                    <a:pt x="76" y="138"/>
                  </a:lnTo>
                  <a:lnTo>
                    <a:pt x="74" y="136"/>
                  </a:lnTo>
                  <a:lnTo>
                    <a:pt x="70" y="136"/>
                  </a:lnTo>
                  <a:lnTo>
                    <a:pt x="66" y="136"/>
                  </a:lnTo>
                  <a:lnTo>
                    <a:pt x="62" y="136"/>
                  </a:lnTo>
                  <a:lnTo>
                    <a:pt x="50" y="142"/>
                  </a:lnTo>
                  <a:lnTo>
                    <a:pt x="48" y="148"/>
                  </a:lnTo>
                  <a:lnTo>
                    <a:pt x="46" y="152"/>
                  </a:lnTo>
                  <a:lnTo>
                    <a:pt x="44" y="156"/>
                  </a:lnTo>
                  <a:lnTo>
                    <a:pt x="40" y="164"/>
                  </a:lnTo>
                  <a:lnTo>
                    <a:pt x="34" y="162"/>
                  </a:lnTo>
                  <a:lnTo>
                    <a:pt x="34" y="160"/>
                  </a:lnTo>
                  <a:lnTo>
                    <a:pt x="32" y="158"/>
                  </a:lnTo>
                  <a:lnTo>
                    <a:pt x="28" y="156"/>
                  </a:lnTo>
                  <a:lnTo>
                    <a:pt x="22" y="162"/>
                  </a:lnTo>
                  <a:lnTo>
                    <a:pt x="20" y="152"/>
                  </a:lnTo>
                  <a:lnTo>
                    <a:pt x="20" y="150"/>
                  </a:lnTo>
                  <a:lnTo>
                    <a:pt x="20" y="146"/>
                  </a:lnTo>
                  <a:lnTo>
                    <a:pt x="18" y="146"/>
                  </a:lnTo>
                  <a:lnTo>
                    <a:pt x="16" y="146"/>
                  </a:lnTo>
                  <a:lnTo>
                    <a:pt x="12" y="136"/>
                  </a:lnTo>
                  <a:lnTo>
                    <a:pt x="12" y="132"/>
                  </a:lnTo>
                  <a:lnTo>
                    <a:pt x="4" y="126"/>
                  </a:lnTo>
                  <a:lnTo>
                    <a:pt x="0" y="120"/>
                  </a:lnTo>
                  <a:lnTo>
                    <a:pt x="2" y="116"/>
                  </a:lnTo>
                  <a:lnTo>
                    <a:pt x="4" y="116"/>
                  </a:lnTo>
                  <a:lnTo>
                    <a:pt x="6" y="114"/>
                  </a:lnTo>
                  <a:lnTo>
                    <a:pt x="8" y="114"/>
                  </a:lnTo>
                  <a:lnTo>
                    <a:pt x="12" y="114"/>
                  </a:lnTo>
                  <a:lnTo>
                    <a:pt x="18" y="112"/>
                  </a:lnTo>
                  <a:lnTo>
                    <a:pt x="24" y="112"/>
                  </a:lnTo>
                  <a:lnTo>
                    <a:pt x="32" y="108"/>
                  </a:lnTo>
                  <a:lnTo>
                    <a:pt x="38" y="106"/>
                  </a:lnTo>
                  <a:lnTo>
                    <a:pt x="46" y="106"/>
                  </a:lnTo>
                  <a:lnTo>
                    <a:pt x="46" y="102"/>
                  </a:lnTo>
                  <a:lnTo>
                    <a:pt x="48" y="96"/>
                  </a:lnTo>
                  <a:lnTo>
                    <a:pt x="52" y="94"/>
                  </a:lnTo>
                  <a:lnTo>
                    <a:pt x="50" y="62"/>
                  </a:lnTo>
                  <a:lnTo>
                    <a:pt x="66" y="58"/>
                  </a:lnTo>
                  <a:lnTo>
                    <a:pt x="72" y="46"/>
                  </a:lnTo>
                  <a:lnTo>
                    <a:pt x="132" y="0"/>
                  </a:lnTo>
                  <a:lnTo>
                    <a:pt x="160" y="16"/>
                  </a:lnTo>
                  <a:lnTo>
                    <a:pt x="162" y="14"/>
                  </a:lnTo>
                  <a:lnTo>
                    <a:pt x="170" y="8"/>
                  </a:lnTo>
                  <a:lnTo>
                    <a:pt x="176" y="36"/>
                  </a:lnTo>
                  <a:lnTo>
                    <a:pt x="180" y="40"/>
                  </a:lnTo>
                  <a:lnTo>
                    <a:pt x="180" y="46"/>
                  </a:lnTo>
                  <a:lnTo>
                    <a:pt x="180" y="48"/>
                  </a:lnTo>
                  <a:lnTo>
                    <a:pt x="178" y="54"/>
                  </a:lnTo>
                  <a:lnTo>
                    <a:pt x="176" y="60"/>
                  </a:lnTo>
                  <a:lnTo>
                    <a:pt x="176" y="86"/>
                  </a:lnTo>
                  <a:lnTo>
                    <a:pt x="176" y="106"/>
                  </a:lnTo>
                  <a:lnTo>
                    <a:pt x="160" y="122"/>
                  </a:lnTo>
                  <a:lnTo>
                    <a:pt x="160" y="132"/>
                  </a:lnTo>
                  <a:lnTo>
                    <a:pt x="158" y="132"/>
                  </a:lnTo>
                  <a:lnTo>
                    <a:pt x="160" y="13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8" name="Google Shape;328;p60"/>
            <p:cNvSpPr/>
            <p:nvPr/>
          </p:nvSpPr>
          <p:spPr>
            <a:xfrm>
              <a:off x="6094017" y="4252048"/>
              <a:ext cx="75501" cy="75271"/>
            </a:xfrm>
            <a:custGeom>
              <a:rect b="b" l="l" r="r" t="t"/>
              <a:pathLst>
                <a:path extrusionOk="0" h="54" w="46">
                  <a:moveTo>
                    <a:pt x="18" y="48"/>
                  </a:moveTo>
                  <a:lnTo>
                    <a:pt x="18" y="48"/>
                  </a:lnTo>
                  <a:lnTo>
                    <a:pt x="16" y="42"/>
                  </a:lnTo>
                  <a:lnTo>
                    <a:pt x="16" y="40"/>
                  </a:lnTo>
                  <a:lnTo>
                    <a:pt x="18" y="40"/>
                  </a:lnTo>
                  <a:lnTo>
                    <a:pt x="22" y="42"/>
                  </a:lnTo>
                  <a:lnTo>
                    <a:pt x="24" y="44"/>
                  </a:lnTo>
                  <a:lnTo>
                    <a:pt x="28" y="52"/>
                  </a:lnTo>
                  <a:lnTo>
                    <a:pt x="32" y="52"/>
                  </a:lnTo>
                  <a:lnTo>
                    <a:pt x="34" y="54"/>
                  </a:lnTo>
                  <a:lnTo>
                    <a:pt x="36" y="54"/>
                  </a:lnTo>
                  <a:lnTo>
                    <a:pt x="38" y="54"/>
                  </a:lnTo>
                  <a:lnTo>
                    <a:pt x="38" y="52"/>
                  </a:lnTo>
                  <a:lnTo>
                    <a:pt x="46" y="0"/>
                  </a:lnTo>
                  <a:lnTo>
                    <a:pt x="38" y="2"/>
                  </a:lnTo>
                  <a:lnTo>
                    <a:pt x="34" y="4"/>
                  </a:lnTo>
                  <a:lnTo>
                    <a:pt x="32" y="6"/>
                  </a:lnTo>
                  <a:lnTo>
                    <a:pt x="30" y="8"/>
                  </a:lnTo>
                  <a:lnTo>
                    <a:pt x="24" y="10"/>
                  </a:lnTo>
                  <a:lnTo>
                    <a:pt x="22" y="10"/>
                  </a:lnTo>
                  <a:lnTo>
                    <a:pt x="18" y="10"/>
                  </a:lnTo>
                  <a:lnTo>
                    <a:pt x="16" y="8"/>
                  </a:lnTo>
                  <a:lnTo>
                    <a:pt x="12" y="8"/>
                  </a:lnTo>
                  <a:lnTo>
                    <a:pt x="4" y="12"/>
                  </a:lnTo>
                  <a:lnTo>
                    <a:pt x="4" y="16"/>
                  </a:lnTo>
                  <a:lnTo>
                    <a:pt x="4" y="22"/>
                  </a:lnTo>
                  <a:lnTo>
                    <a:pt x="2" y="24"/>
                  </a:lnTo>
                  <a:lnTo>
                    <a:pt x="0" y="24"/>
                  </a:lnTo>
                  <a:lnTo>
                    <a:pt x="0" y="26"/>
                  </a:lnTo>
                  <a:lnTo>
                    <a:pt x="0" y="30"/>
                  </a:lnTo>
                  <a:lnTo>
                    <a:pt x="2" y="32"/>
                  </a:lnTo>
                  <a:lnTo>
                    <a:pt x="6" y="34"/>
                  </a:lnTo>
                  <a:lnTo>
                    <a:pt x="8" y="40"/>
                  </a:lnTo>
                  <a:lnTo>
                    <a:pt x="10" y="44"/>
                  </a:lnTo>
                  <a:lnTo>
                    <a:pt x="12" y="46"/>
                  </a:lnTo>
                  <a:lnTo>
                    <a:pt x="14" y="48"/>
                  </a:lnTo>
                  <a:lnTo>
                    <a:pt x="18" y="48"/>
                  </a:lnTo>
                  <a:close/>
                  <a:moveTo>
                    <a:pt x="10" y="32"/>
                  </a:moveTo>
                  <a:lnTo>
                    <a:pt x="10" y="32"/>
                  </a:lnTo>
                  <a:lnTo>
                    <a:pt x="12" y="34"/>
                  </a:lnTo>
                  <a:lnTo>
                    <a:pt x="14" y="34"/>
                  </a:lnTo>
                  <a:lnTo>
                    <a:pt x="12" y="36"/>
                  </a:lnTo>
                  <a:lnTo>
                    <a:pt x="10" y="36"/>
                  </a:lnTo>
                  <a:lnTo>
                    <a:pt x="8" y="34"/>
                  </a:lnTo>
                  <a:lnTo>
                    <a:pt x="10" y="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29" name="Google Shape;329;p60"/>
            <p:cNvSpPr/>
            <p:nvPr/>
          </p:nvSpPr>
          <p:spPr>
            <a:xfrm>
              <a:off x="10810734" y="5261038"/>
              <a:ext cx="228600" cy="290331"/>
            </a:xfrm>
            <a:custGeom>
              <a:rect b="b" l="l" r="r" t="t"/>
              <a:pathLst>
                <a:path extrusionOk="0" h="206" w="138">
                  <a:moveTo>
                    <a:pt x="12" y="196"/>
                  </a:moveTo>
                  <a:lnTo>
                    <a:pt x="12" y="196"/>
                  </a:lnTo>
                  <a:lnTo>
                    <a:pt x="10" y="206"/>
                  </a:lnTo>
                  <a:lnTo>
                    <a:pt x="18" y="206"/>
                  </a:lnTo>
                  <a:lnTo>
                    <a:pt x="22" y="206"/>
                  </a:lnTo>
                  <a:lnTo>
                    <a:pt x="20" y="202"/>
                  </a:lnTo>
                  <a:lnTo>
                    <a:pt x="18" y="198"/>
                  </a:lnTo>
                  <a:lnTo>
                    <a:pt x="12" y="196"/>
                  </a:lnTo>
                  <a:close/>
                  <a:moveTo>
                    <a:pt x="68" y="96"/>
                  </a:moveTo>
                  <a:lnTo>
                    <a:pt x="68" y="96"/>
                  </a:lnTo>
                  <a:lnTo>
                    <a:pt x="64" y="102"/>
                  </a:lnTo>
                  <a:lnTo>
                    <a:pt x="64" y="108"/>
                  </a:lnTo>
                  <a:lnTo>
                    <a:pt x="64" y="114"/>
                  </a:lnTo>
                  <a:lnTo>
                    <a:pt x="58" y="118"/>
                  </a:lnTo>
                  <a:lnTo>
                    <a:pt x="58" y="120"/>
                  </a:lnTo>
                  <a:lnTo>
                    <a:pt x="58" y="122"/>
                  </a:lnTo>
                  <a:lnTo>
                    <a:pt x="54" y="124"/>
                  </a:lnTo>
                  <a:lnTo>
                    <a:pt x="48" y="138"/>
                  </a:lnTo>
                  <a:lnTo>
                    <a:pt x="44" y="144"/>
                  </a:lnTo>
                  <a:lnTo>
                    <a:pt x="38" y="148"/>
                  </a:lnTo>
                  <a:lnTo>
                    <a:pt x="30" y="152"/>
                  </a:lnTo>
                  <a:lnTo>
                    <a:pt x="24" y="154"/>
                  </a:lnTo>
                  <a:lnTo>
                    <a:pt x="22" y="156"/>
                  </a:lnTo>
                  <a:lnTo>
                    <a:pt x="22" y="160"/>
                  </a:lnTo>
                  <a:lnTo>
                    <a:pt x="18" y="160"/>
                  </a:lnTo>
                  <a:lnTo>
                    <a:pt x="18" y="162"/>
                  </a:lnTo>
                  <a:lnTo>
                    <a:pt x="16" y="162"/>
                  </a:lnTo>
                  <a:lnTo>
                    <a:pt x="12" y="162"/>
                  </a:lnTo>
                  <a:lnTo>
                    <a:pt x="10" y="164"/>
                  </a:lnTo>
                  <a:lnTo>
                    <a:pt x="10" y="166"/>
                  </a:lnTo>
                  <a:lnTo>
                    <a:pt x="8" y="172"/>
                  </a:lnTo>
                  <a:lnTo>
                    <a:pt x="4" y="172"/>
                  </a:lnTo>
                  <a:lnTo>
                    <a:pt x="2" y="182"/>
                  </a:lnTo>
                  <a:lnTo>
                    <a:pt x="0" y="184"/>
                  </a:lnTo>
                  <a:lnTo>
                    <a:pt x="2" y="188"/>
                  </a:lnTo>
                  <a:lnTo>
                    <a:pt x="6" y="190"/>
                  </a:lnTo>
                  <a:lnTo>
                    <a:pt x="8" y="190"/>
                  </a:lnTo>
                  <a:lnTo>
                    <a:pt x="12" y="188"/>
                  </a:lnTo>
                  <a:lnTo>
                    <a:pt x="14" y="188"/>
                  </a:lnTo>
                  <a:lnTo>
                    <a:pt x="16" y="194"/>
                  </a:lnTo>
                  <a:lnTo>
                    <a:pt x="22" y="196"/>
                  </a:lnTo>
                  <a:lnTo>
                    <a:pt x="34" y="196"/>
                  </a:lnTo>
                  <a:lnTo>
                    <a:pt x="38" y="192"/>
                  </a:lnTo>
                  <a:lnTo>
                    <a:pt x="44" y="184"/>
                  </a:lnTo>
                  <a:lnTo>
                    <a:pt x="52" y="168"/>
                  </a:lnTo>
                  <a:lnTo>
                    <a:pt x="52" y="164"/>
                  </a:lnTo>
                  <a:lnTo>
                    <a:pt x="52" y="160"/>
                  </a:lnTo>
                  <a:lnTo>
                    <a:pt x="56" y="158"/>
                  </a:lnTo>
                  <a:lnTo>
                    <a:pt x="62" y="156"/>
                  </a:lnTo>
                  <a:lnTo>
                    <a:pt x="72" y="152"/>
                  </a:lnTo>
                  <a:lnTo>
                    <a:pt x="72" y="146"/>
                  </a:lnTo>
                  <a:lnTo>
                    <a:pt x="70" y="144"/>
                  </a:lnTo>
                  <a:lnTo>
                    <a:pt x="80" y="132"/>
                  </a:lnTo>
                  <a:lnTo>
                    <a:pt x="90" y="120"/>
                  </a:lnTo>
                  <a:lnTo>
                    <a:pt x="90" y="106"/>
                  </a:lnTo>
                  <a:lnTo>
                    <a:pt x="88" y="104"/>
                  </a:lnTo>
                  <a:lnTo>
                    <a:pt x="88" y="106"/>
                  </a:lnTo>
                  <a:lnTo>
                    <a:pt x="88" y="108"/>
                  </a:lnTo>
                  <a:lnTo>
                    <a:pt x="84" y="106"/>
                  </a:lnTo>
                  <a:lnTo>
                    <a:pt x="82" y="104"/>
                  </a:lnTo>
                  <a:lnTo>
                    <a:pt x="80" y="106"/>
                  </a:lnTo>
                  <a:lnTo>
                    <a:pt x="80" y="108"/>
                  </a:lnTo>
                  <a:lnTo>
                    <a:pt x="76" y="108"/>
                  </a:lnTo>
                  <a:lnTo>
                    <a:pt x="74" y="96"/>
                  </a:lnTo>
                  <a:lnTo>
                    <a:pt x="68" y="96"/>
                  </a:lnTo>
                  <a:close/>
                  <a:moveTo>
                    <a:pt x="72" y="0"/>
                  </a:moveTo>
                  <a:lnTo>
                    <a:pt x="72" y="0"/>
                  </a:lnTo>
                  <a:lnTo>
                    <a:pt x="72" y="2"/>
                  </a:lnTo>
                  <a:lnTo>
                    <a:pt x="70" y="2"/>
                  </a:lnTo>
                  <a:lnTo>
                    <a:pt x="70" y="4"/>
                  </a:lnTo>
                  <a:lnTo>
                    <a:pt x="74" y="8"/>
                  </a:lnTo>
                  <a:lnTo>
                    <a:pt x="76" y="12"/>
                  </a:lnTo>
                  <a:lnTo>
                    <a:pt x="80" y="22"/>
                  </a:lnTo>
                  <a:lnTo>
                    <a:pt x="84" y="26"/>
                  </a:lnTo>
                  <a:lnTo>
                    <a:pt x="86" y="28"/>
                  </a:lnTo>
                  <a:lnTo>
                    <a:pt x="88" y="30"/>
                  </a:lnTo>
                  <a:lnTo>
                    <a:pt x="88" y="32"/>
                  </a:lnTo>
                  <a:lnTo>
                    <a:pt x="92" y="32"/>
                  </a:lnTo>
                  <a:lnTo>
                    <a:pt x="92" y="34"/>
                  </a:lnTo>
                  <a:lnTo>
                    <a:pt x="90" y="36"/>
                  </a:lnTo>
                  <a:lnTo>
                    <a:pt x="90" y="38"/>
                  </a:lnTo>
                  <a:lnTo>
                    <a:pt x="90" y="40"/>
                  </a:lnTo>
                  <a:lnTo>
                    <a:pt x="92" y="42"/>
                  </a:lnTo>
                  <a:lnTo>
                    <a:pt x="94" y="44"/>
                  </a:lnTo>
                  <a:lnTo>
                    <a:pt x="94" y="48"/>
                  </a:lnTo>
                  <a:lnTo>
                    <a:pt x="92" y="50"/>
                  </a:lnTo>
                  <a:lnTo>
                    <a:pt x="94" y="54"/>
                  </a:lnTo>
                  <a:lnTo>
                    <a:pt x="94" y="60"/>
                  </a:lnTo>
                  <a:lnTo>
                    <a:pt x="94" y="68"/>
                  </a:lnTo>
                  <a:lnTo>
                    <a:pt x="92" y="74"/>
                  </a:lnTo>
                  <a:lnTo>
                    <a:pt x="82" y="78"/>
                  </a:lnTo>
                  <a:lnTo>
                    <a:pt x="94" y="86"/>
                  </a:lnTo>
                  <a:lnTo>
                    <a:pt x="100" y="92"/>
                  </a:lnTo>
                  <a:lnTo>
                    <a:pt x="100" y="96"/>
                  </a:lnTo>
                  <a:lnTo>
                    <a:pt x="100" y="100"/>
                  </a:lnTo>
                  <a:lnTo>
                    <a:pt x="96" y="104"/>
                  </a:lnTo>
                  <a:lnTo>
                    <a:pt x="96" y="110"/>
                  </a:lnTo>
                  <a:lnTo>
                    <a:pt x="106" y="112"/>
                  </a:lnTo>
                  <a:lnTo>
                    <a:pt x="108" y="112"/>
                  </a:lnTo>
                  <a:lnTo>
                    <a:pt x="110" y="110"/>
                  </a:lnTo>
                  <a:lnTo>
                    <a:pt x="112" y="106"/>
                  </a:lnTo>
                  <a:lnTo>
                    <a:pt x="116" y="96"/>
                  </a:lnTo>
                  <a:lnTo>
                    <a:pt x="120" y="94"/>
                  </a:lnTo>
                  <a:lnTo>
                    <a:pt x="122" y="92"/>
                  </a:lnTo>
                  <a:lnTo>
                    <a:pt x="122" y="88"/>
                  </a:lnTo>
                  <a:lnTo>
                    <a:pt x="122" y="84"/>
                  </a:lnTo>
                  <a:lnTo>
                    <a:pt x="120" y="82"/>
                  </a:lnTo>
                  <a:lnTo>
                    <a:pt x="124" y="80"/>
                  </a:lnTo>
                  <a:lnTo>
                    <a:pt x="130" y="78"/>
                  </a:lnTo>
                  <a:lnTo>
                    <a:pt x="132" y="80"/>
                  </a:lnTo>
                  <a:lnTo>
                    <a:pt x="132" y="76"/>
                  </a:lnTo>
                  <a:lnTo>
                    <a:pt x="132" y="74"/>
                  </a:lnTo>
                  <a:lnTo>
                    <a:pt x="138" y="64"/>
                  </a:lnTo>
                  <a:lnTo>
                    <a:pt x="138" y="56"/>
                  </a:lnTo>
                  <a:lnTo>
                    <a:pt x="136" y="56"/>
                  </a:lnTo>
                  <a:lnTo>
                    <a:pt x="134" y="54"/>
                  </a:lnTo>
                  <a:lnTo>
                    <a:pt x="132" y="54"/>
                  </a:lnTo>
                  <a:lnTo>
                    <a:pt x="130" y="56"/>
                  </a:lnTo>
                  <a:lnTo>
                    <a:pt x="128" y="60"/>
                  </a:lnTo>
                  <a:lnTo>
                    <a:pt x="124" y="60"/>
                  </a:lnTo>
                  <a:lnTo>
                    <a:pt x="118" y="60"/>
                  </a:lnTo>
                  <a:lnTo>
                    <a:pt x="110" y="54"/>
                  </a:lnTo>
                  <a:lnTo>
                    <a:pt x="110" y="42"/>
                  </a:lnTo>
                  <a:lnTo>
                    <a:pt x="108" y="42"/>
                  </a:lnTo>
                  <a:lnTo>
                    <a:pt x="108" y="40"/>
                  </a:lnTo>
                  <a:lnTo>
                    <a:pt x="108" y="38"/>
                  </a:lnTo>
                  <a:lnTo>
                    <a:pt x="106" y="38"/>
                  </a:lnTo>
                  <a:lnTo>
                    <a:pt x="104" y="42"/>
                  </a:lnTo>
                  <a:lnTo>
                    <a:pt x="102" y="44"/>
                  </a:lnTo>
                  <a:lnTo>
                    <a:pt x="98" y="44"/>
                  </a:lnTo>
                  <a:lnTo>
                    <a:pt x="98" y="42"/>
                  </a:lnTo>
                  <a:lnTo>
                    <a:pt x="96" y="34"/>
                  </a:lnTo>
                  <a:lnTo>
                    <a:pt x="96" y="26"/>
                  </a:lnTo>
                  <a:lnTo>
                    <a:pt x="94" y="18"/>
                  </a:lnTo>
                  <a:lnTo>
                    <a:pt x="90" y="18"/>
                  </a:lnTo>
                  <a:lnTo>
                    <a:pt x="92" y="14"/>
                  </a:lnTo>
                  <a:lnTo>
                    <a:pt x="82" y="8"/>
                  </a:lnTo>
                  <a:lnTo>
                    <a:pt x="80" y="10"/>
                  </a:lnTo>
                  <a:lnTo>
                    <a:pt x="78" y="10"/>
                  </a:lnTo>
                  <a:lnTo>
                    <a:pt x="74" y="4"/>
                  </a:lnTo>
                  <a:lnTo>
                    <a:pt x="74" y="2"/>
                  </a:lnTo>
                  <a:lnTo>
                    <a:pt x="76" y="0"/>
                  </a:lnTo>
                  <a:lnTo>
                    <a:pt x="7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0" name="Google Shape;330;p60"/>
            <p:cNvSpPr/>
            <p:nvPr/>
          </p:nvSpPr>
          <p:spPr>
            <a:xfrm>
              <a:off x="7788595" y="3420482"/>
              <a:ext cx="75501" cy="53765"/>
            </a:xfrm>
            <a:custGeom>
              <a:rect b="b" l="l" r="r" t="t"/>
              <a:pathLst>
                <a:path extrusionOk="0" h="38" w="46">
                  <a:moveTo>
                    <a:pt x="44" y="4"/>
                  </a:moveTo>
                  <a:lnTo>
                    <a:pt x="44" y="4"/>
                  </a:lnTo>
                  <a:lnTo>
                    <a:pt x="44" y="6"/>
                  </a:lnTo>
                  <a:lnTo>
                    <a:pt x="44" y="2"/>
                  </a:lnTo>
                  <a:lnTo>
                    <a:pt x="34" y="0"/>
                  </a:lnTo>
                  <a:lnTo>
                    <a:pt x="30" y="0"/>
                  </a:lnTo>
                  <a:lnTo>
                    <a:pt x="24" y="0"/>
                  </a:lnTo>
                  <a:lnTo>
                    <a:pt x="22" y="6"/>
                  </a:lnTo>
                  <a:lnTo>
                    <a:pt x="20" y="6"/>
                  </a:lnTo>
                  <a:lnTo>
                    <a:pt x="16" y="6"/>
                  </a:lnTo>
                  <a:lnTo>
                    <a:pt x="12" y="10"/>
                  </a:lnTo>
                  <a:lnTo>
                    <a:pt x="12" y="18"/>
                  </a:lnTo>
                  <a:lnTo>
                    <a:pt x="10" y="30"/>
                  </a:lnTo>
                  <a:lnTo>
                    <a:pt x="0" y="30"/>
                  </a:lnTo>
                  <a:lnTo>
                    <a:pt x="0" y="32"/>
                  </a:lnTo>
                  <a:lnTo>
                    <a:pt x="2" y="34"/>
                  </a:lnTo>
                  <a:lnTo>
                    <a:pt x="6" y="36"/>
                  </a:lnTo>
                  <a:lnTo>
                    <a:pt x="10" y="34"/>
                  </a:lnTo>
                  <a:lnTo>
                    <a:pt x="14" y="34"/>
                  </a:lnTo>
                  <a:lnTo>
                    <a:pt x="18" y="34"/>
                  </a:lnTo>
                  <a:lnTo>
                    <a:pt x="20" y="36"/>
                  </a:lnTo>
                  <a:lnTo>
                    <a:pt x="22" y="38"/>
                  </a:lnTo>
                  <a:lnTo>
                    <a:pt x="24" y="38"/>
                  </a:lnTo>
                  <a:lnTo>
                    <a:pt x="28" y="26"/>
                  </a:lnTo>
                  <a:lnTo>
                    <a:pt x="30" y="22"/>
                  </a:lnTo>
                  <a:lnTo>
                    <a:pt x="34" y="24"/>
                  </a:lnTo>
                  <a:lnTo>
                    <a:pt x="36" y="24"/>
                  </a:lnTo>
                  <a:lnTo>
                    <a:pt x="38" y="22"/>
                  </a:lnTo>
                  <a:lnTo>
                    <a:pt x="40" y="20"/>
                  </a:lnTo>
                  <a:lnTo>
                    <a:pt x="42" y="20"/>
                  </a:lnTo>
                  <a:lnTo>
                    <a:pt x="44" y="18"/>
                  </a:lnTo>
                  <a:lnTo>
                    <a:pt x="42" y="14"/>
                  </a:lnTo>
                  <a:lnTo>
                    <a:pt x="44" y="14"/>
                  </a:lnTo>
                  <a:lnTo>
                    <a:pt x="46" y="12"/>
                  </a:lnTo>
                  <a:lnTo>
                    <a:pt x="46" y="10"/>
                  </a:lnTo>
                  <a:lnTo>
                    <a:pt x="44"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1" name="Google Shape;331;p60"/>
            <p:cNvSpPr/>
            <p:nvPr/>
          </p:nvSpPr>
          <p:spPr>
            <a:xfrm>
              <a:off x="9214726" y="3943795"/>
              <a:ext cx="155197" cy="78855"/>
            </a:xfrm>
            <a:custGeom>
              <a:rect b="b" l="l" r="r" t="t"/>
              <a:pathLst>
                <a:path extrusionOk="0" h="56" w="94">
                  <a:moveTo>
                    <a:pt x="92" y="36"/>
                  </a:moveTo>
                  <a:lnTo>
                    <a:pt x="84" y="34"/>
                  </a:lnTo>
                  <a:lnTo>
                    <a:pt x="74" y="34"/>
                  </a:lnTo>
                  <a:lnTo>
                    <a:pt x="68" y="30"/>
                  </a:lnTo>
                  <a:lnTo>
                    <a:pt x="64" y="30"/>
                  </a:lnTo>
                  <a:lnTo>
                    <a:pt x="60" y="26"/>
                  </a:lnTo>
                  <a:lnTo>
                    <a:pt x="56" y="20"/>
                  </a:lnTo>
                  <a:lnTo>
                    <a:pt x="50" y="18"/>
                  </a:lnTo>
                  <a:lnTo>
                    <a:pt x="50" y="12"/>
                  </a:lnTo>
                  <a:lnTo>
                    <a:pt x="46" y="10"/>
                  </a:lnTo>
                  <a:lnTo>
                    <a:pt x="40" y="10"/>
                  </a:lnTo>
                  <a:lnTo>
                    <a:pt x="34" y="10"/>
                  </a:lnTo>
                  <a:lnTo>
                    <a:pt x="30" y="2"/>
                  </a:lnTo>
                  <a:lnTo>
                    <a:pt x="26" y="2"/>
                  </a:lnTo>
                  <a:lnTo>
                    <a:pt x="18" y="2"/>
                  </a:lnTo>
                  <a:lnTo>
                    <a:pt x="14" y="0"/>
                  </a:lnTo>
                  <a:lnTo>
                    <a:pt x="12" y="2"/>
                  </a:lnTo>
                  <a:lnTo>
                    <a:pt x="4" y="6"/>
                  </a:lnTo>
                  <a:lnTo>
                    <a:pt x="0" y="14"/>
                  </a:lnTo>
                  <a:lnTo>
                    <a:pt x="2" y="20"/>
                  </a:lnTo>
                  <a:lnTo>
                    <a:pt x="8" y="22"/>
                  </a:lnTo>
                  <a:lnTo>
                    <a:pt x="10" y="28"/>
                  </a:lnTo>
                  <a:lnTo>
                    <a:pt x="16" y="30"/>
                  </a:lnTo>
                  <a:lnTo>
                    <a:pt x="22" y="32"/>
                  </a:lnTo>
                  <a:lnTo>
                    <a:pt x="30" y="36"/>
                  </a:lnTo>
                  <a:lnTo>
                    <a:pt x="36" y="36"/>
                  </a:lnTo>
                  <a:lnTo>
                    <a:pt x="42" y="40"/>
                  </a:lnTo>
                  <a:lnTo>
                    <a:pt x="44" y="44"/>
                  </a:lnTo>
                  <a:lnTo>
                    <a:pt x="50" y="44"/>
                  </a:lnTo>
                  <a:lnTo>
                    <a:pt x="54" y="50"/>
                  </a:lnTo>
                  <a:lnTo>
                    <a:pt x="64" y="50"/>
                  </a:lnTo>
                  <a:lnTo>
                    <a:pt x="74" y="54"/>
                  </a:lnTo>
                  <a:lnTo>
                    <a:pt x="80" y="56"/>
                  </a:lnTo>
                  <a:lnTo>
                    <a:pt x="86" y="56"/>
                  </a:lnTo>
                  <a:lnTo>
                    <a:pt x="90" y="56"/>
                  </a:lnTo>
                  <a:lnTo>
                    <a:pt x="92" y="52"/>
                  </a:lnTo>
                  <a:lnTo>
                    <a:pt x="94" y="50"/>
                  </a:lnTo>
                  <a:lnTo>
                    <a:pt x="90" y="46"/>
                  </a:lnTo>
                  <a:lnTo>
                    <a:pt x="92" y="42"/>
                  </a:lnTo>
                  <a:lnTo>
                    <a:pt x="92" y="3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2" name="Google Shape;332;p60"/>
            <p:cNvSpPr/>
            <p:nvPr/>
          </p:nvSpPr>
          <p:spPr>
            <a:xfrm>
              <a:off x="7933306" y="4886475"/>
              <a:ext cx="257962" cy="245527"/>
            </a:xfrm>
            <a:custGeom>
              <a:rect b="b" l="l" r="r" t="t"/>
              <a:pathLst>
                <a:path extrusionOk="0" h="174" w="156">
                  <a:moveTo>
                    <a:pt x="56" y="174"/>
                  </a:moveTo>
                  <a:lnTo>
                    <a:pt x="56" y="174"/>
                  </a:lnTo>
                  <a:lnTo>
                    <a:pt x="62" y="166"/>
                  </a:lnTo>
                  <a:lnTo>
                    <a:pt x="64" y="166"/>
                  </a:lnTo>
                  <a:lnTo>
                    <a:pt x="68" y="166"/>
                  </a:lnTo>
                  <a:lnTo>
                    <a:pt x="68" y="170"/>
                  </a:lnTo>
                  <a:lnTo>
                    <a:pt x="70" y="172"/>
                  </a:lnTo>
                  <a:lnTo>
                    <a:pt x="74" y="174"/>
                  </a:lnTo>
                  <a:lnTo>
                    <a:pt x="78" y="174"/>
                  </a:lnTo>
                  <a:lnTo>
                    <a:pt x="80" y="174"/>
                  </a:lnTo>
                  <a:lnTo>
                    <a:pt x="84" y="172"/>
                  </a:lnTo>
                  <a:lnTo>
                    <a:pt x="86" y="168"/>
                  </a:lnTo>
                  <a:lnTo>
                    <a:pt x="86" y="166"/>
                  </a:lnTo>
                  <a:lnTo>
                    <a:pt x="90" y="166"/>
                  </a:lnTo>
                  <a:lnTo>
                    <a:pt x="92" y="166"/>
                  </a:lnTo>
                  <a:lnTo>
                    <a:pt x="92" y="122"/>
                  </a:lnTo>
                  <a:lnTo>
                    <a:pt x="94" y="70"/>
                  </a:lnTo>
                  <a:lnTo>
                    <a:pt x="106" y="70"/>
                  </a:lnTo>
                  <a:lnTo>
                    <a:pt x="106" y="24"/>
                  </a:lnTo>
                  <a:lnTo>
                    <a:pt x="114" y="24"/>
                  </a:lnTo>
                  <a:lnTo>
                    <a:pt x="140" y="20"/>
                  </a:lnTo>
                  <a:lnTo>
                    <a:pt x="142" y="22"/>
                  </a:lnTo>
                  <a:lnTo>
                    <a:pt x="144" y="20"/>
                  </a:lnTo>
                  <a:lnTo>
                    <a:pt x="144" y="18"/>
                  </a:lnTo>
                  <a:lnTo>
                    <a:pt x="146" y="18"/>
                  </a:lnTo>
                  <a:lnTo>
                    <a:pt x="148" y="18"/>
                  </a:lnTo>
                  <a:lnTo>
                    <a:pt x="150" y="20"/>
                  </a:lnTo>
                  <a:lnTo>
                    <a:pt x="150" y="18"/>
                  </a:lnTo>
                  <a:lnTo>
                    <a:pt x="152" y="16"/>
                  </a:lnTo>
                  <a:lnTo>
                    <a:pt x="154" y="14"/>
                  </a:lnTo>
                  <a:lnTo>
                    <a:pt x="156" y="14"/>
                  </a:lnTo>
                  <a:lnTo>
                    <a:pt x="154" y="14"/>
                  </a:lnTo>
                  <a:lnTo>
                    <a:pt x="152" y="12"/>
                  </a:lnTo>
                  <a:lnTo>
                    <a:pt x="150" y="10"/>
                  </a:lnTo>
                  <a:lnTo>
                    <a:pt x="148" y="10"/>
                  </a:lnTo>
                  <a:lnTo>
                    <a:pt x="134" y="12"/>
                  </a:lnTo>
                  <a:lnTo>
                    <a:pt x="108" y="16"/>
                  </a:lnTo>
                  <a:lnTo>
                    <a:pt x="106" y="16"/>
                  </a:lnTo>
                  <a:lnTo>
                    <a:pt x="100" y="14"/>
                  </a:lnTo>
                  <a:lnTo>
                    <a:pt x="98" y="14"/>
                  </a:lnTo>
                  <a:lnTo>
                    <a:pt x="96" y="14"/>
                  </a:lnTo>
                  <a:lnTo>
                    <a:pt x="94" y="14"/>
                  </a:lnTo>
                  <a:lnTo>
                    <a:pt x="92" y="14"/>
                  </a:lnTo>
                  <a:lnTo>
                    <a:pt x="90" y="12"/>
                  </a:lnTo>
                  <a:lnTo>
                    <a:pt x="86" y="12"/>
                  </a:lnTo>
                  <a:lnTo>
                    <a:pt x="84" y="12"/>
                  </a:lnTo>
                  <a:lnTo>
                    <a:pt x="82" y="10"/>
                  </a:lnTo>
                  <a:lnTo>
                    <a:pt x="78" y="8"/>
                  </a:lnTo>
                  <a:lnTo>
                    <a:pt x="76" y="6"/>
                  </a:lnTo>
                  <a:lnTo>
                    <a:pt x="26" y="4"/>
                  </a:lnTo>
                  <a:lnTo>
                    <a:pt x="24" y="2"/>
                  </a:lnTo>
                  <a:lnTo>
                    <a:pt x="20" y="0"/>
                  </a:lnTo>
                  <a:lnTo>
                    <a:pt x="18" y="2"/>
                  </a:lnTo>
                  <a:lnTo>
                    <a:pt x="16" y="4"/>
                  </a:lnTo>
                  <a:lnTo>
                    <a:pt x="14" y="4"/>
                  </a:lnTo>
                  <a:lnTo>
                    <a:pt x="6" y="4"/>
                  </a:lnTo>
                  <a:lnTo>
                    <a:pt x="0" y="6"/>
                  </a:lnTo>
                  <a:lnTo>
                    <a:pt x="2" y="22"/>
                  </a:lnTo>
                  <a:lnTo>
                    <a:pt x="6" y="22"/>
                  </a:lnTo>
                  <a:lnTo>
                    <a:pt x="16" y="34"/>
                  </a:lnTo>
                  <a:lnTo>
                    <a:pt x="18" y="40"/>
                  </a:lnTo>
                  <a:lnTo>
                    <a:pt x="18" y="44"/>
                  </a:lnTo>
                  <a:lnTo>
                    <a:pt x="18" y="48"/>
                  </a:lnTo>
                  <a:lnTo>
                    <a:pt x="18" y="54"/>
                  </a:lnTo>
                  <a:lnTo>
                    <a:pt x="22" y="58"/>
                  </a:lnTo>
                  <a:lnTo>
                    <a:pt x="28" y="64"/>
                  </a:lnTo>
                  <a:lnTo>
                    <a:pt x="26" y="68"/>
                  </a:lnTo>
                  <a:lnTo>
                    <a:pt x="28" y="72"/>
                  </a:lnTo>
                  <a:lnTo>
                    <a:pt x="30" y="76"/>
                  </a:lnTo>
                  <a:lnTo>
                    <a:pt x="34" y="80"/>
                  </a:lnTo>
                  <a:lnTo>
                    <a:pt x="34" y="84"/>
                  </a:lnTo>
                  <a:lnTo>
                    <a:pt x="34" y="90"/>
                  </a:lnTo>
                  <a:lnTo>
                    <a:pt x="32" y="100"/>
                  </a:lnTo>
                  <a:lnTo>
                    <a:pt x="38" y="114"/>
                  </a:lnTo>
                  <a:lnTo>
                    <a:pt x="38" y="126"/>
                  </a:lnTo>
                  <a:lnTo>
                    <a:pt x="38" y="134"/>
                  </a:lnTo>
                  <a:lnTo>
                    <a:pt x="38" y="144"/>
                  </a:lnTo>
                  <a:lnTo>
                    <a:pt x="40" y="154"/>
                  </a:lnTo>
                  <a:lnTo>
                    <a:pt x="44" y="160"/>
                  </a:lnTo>
                  <a:lnTo>
                    <a:pt x="48" y="166"/>
                  </a:lnTo>
                  <a:lnTo>
                    <a:pt x="50" y="166"/>
                  </a:lnTo>
                  <a:lnTo>
                    <a:pt x="54" y="166"/>
                  </a:lnTo>
                  <a:lnTo>
                    <a:pt x="54" y="170"/>
                  </a:lnTo>
                  <a:lnTo>
                    <a:pt x="54" y="174"/>
                  </a:lnTo>
                  <a:lnTo>
                    <a:pt x="56" y="174"/>
                  </a:lnTo>
                  <a:close/>
                  <a:moveTo>
                    <a:pt x="36" y="42"/>
                  </a:moveTo>
                  <a:lnTo>
                    <a:pt x="36" y="42"/>
                  </a:lnTo>
                  <a:lnTo>
                    <a:pt x="36" y="44"/>
                  </a:lnTo>
                  <a:lnTo>
                    <a:pt x="34" y="44"/>
                  </a:lnTo>
                  <a:lnTo>
                    <a:pt x="34" y="42"/>
                  </a:lnTo>
                  <a:lnTo>
                    <a:pt x="36" y="4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3" name="Google Shape;333;p60"/>
            <p:cNvSpPr/>
            <p:nvPr/>
          </p:nvSpPr>
          <p:spPr>
            <a:xfrm>
              <a:off x="8596037" y="3710813"/>
              <a:ext cx="18875" cy="19714"/>
            </a:xfrm>
            <a:custGeom>
              <a:rect b="b" l="l" r="r" t="t"/>
              <a:pathLst>
                <a:path extrusionOk="0" h="14" w="12">
                  <a:moveTo>
                    <a:pt x="8" y="14"/>
                  </a:moveTo>
                  <a:lnTo>
                    <a:pt x="8" y="14"/>
                  </a:lnTo>
                  <a:lnTo>
                    <a:pt x="4" y="8"/>
                  </a:lnTo>
                  <a:lnTo>
                    <a:pt x="0" y="4"/>
                  </a:lnTo>
                  <a:lnTo>
                    <a:pt x="0" y="2"/>
                  </a:lnTo>
                  <a:lnTo>
                    <a:pt x="6" y="0"/>
                  </a:lnTo>
                  <a:lnTo>
                    <a:pt x="8" y="4"/>
                  </a:lnTo>
                  <a:lnTo>
                    <a:pt x="6" y="4"/>
                  </a:lnTo>
                  <a:lnTo>
                    <a:pt x="6" y="8"/>
                  </a:lnTo>
                  <a:lnTo>
                    <a:pt x="10" y="8"/>
                  </a:lnTo>
                  <a:lnTo>
                    <a:pt x="12" y="12"/>
                  </a:lnTo>
                  <a:lnTo>
                    <a:pt x="10" y="14"/>
                  </a:lnTo>
                  <a:lnTo>
                    <a:pt x="8" y="1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4" name="Google Shape;334;p60"/>
            <p:cNvSpPr/>
            <p:nvPr/>
          </p:nvSpPr>
          <p:spPr>
            <a:xfrm>
              <a:off x="8279352" y="4769984"/>
              <a:ext cx="190850" cy="313629"/>
            </a:xfrm>
            <a:custGeom>
              <a:rect b="b" l="l" r="r" t="t"/>
              <a:pathLst>
                <a:path extrusionOk="0" h="222" w="116">
                  <a:moveTo>
                    <a:pt x="52" y="44"/>
                  </a:moveTo>
                  <a:lnTo>
                    <a:pt x="52" y="44"/>
                  </a:lnTo>
                  <a:lnTo>
                    <a:pt x="54" y="46"/>
                  </a:lnTo>
                  <a:lnTo>
                    <a:pt x="56" y="48"/>
                  </a:lnTo>
                  <a:lnTo>
                    <a:pt x="60" y="50"/>
                  </a:lnTo>
                  <a:lnTo>
                    <a:pt x="62" y="52"/>
                  </a:lnTo>
                  <a:lnTo>
                    <a:pt x="62" y="58"/>
                  </a:lnTo>
                  <a:lnTo>
                    <a:pt x="62" y="62"/>
                  </a:lnTo>
                  <a:lnTo>
                    <a:pt x="64" y="66"/>
                  </a:lnTo>
                  <a:lnTo>
                    <a:pt x="62" y="68"/>
                  </a:lnTo>
                  <a:lnTo>
                    <a:pt x="60" y="68"/>
                  </a:lnTo>
                  <a:lnTo>
                    <a:pt x="56" y="68"/>
                  </a:lnTo>
                  <a:lnTo>
                    <a:pt x="56" y="72"/>
                  </a:lnTo>
                  <a:lnTo>
                    <a:pt x="58" y="78"/>
                  </a:lnTo>
                  <a:lnTo>
                    <a:pt x="58" y="80"/>
                  </a:lnTo>
                  <a:lnTo>
                    <a:pt x="58" y="82"/>
                  </a:lnTo>
                  <a:lnTo>
                    <a:pt x="54" y="84"/>
                  </a:lnTo>
                  <a:lnTo>
                    <a:pt x="52" y="84"/>
                  </a:lnTo>
                  <a:lnTo>
                    <a:pt x="52" y="82"/>
                  </a:lnTo>
                  <a:lnTo>
                    <a:pt x="52" y="80"/>
                  </a:lnTo>
                  <a:lnTo>
                    <a:pt x="48" y="78"/>
                  </a:lnTo>
                  <a:lnTo>
                    <a:pt x="42" y="70"/>
                  </a:lnTo>
                  <a:lnTo>
                    <a:pt x="40" y="68"/>
                  </a:lnTo>
                  <a:lnTo>
                    <a:pt x="42" y="66"/>
                  </a:lnTo>
                  <a:lnTo>
                    <a:pt x="44" y="60"/>
                  </a:lnTo>
                  <a:lnTo>
                    <a:pt x="44" y="56"/>
                  </a:lnTo>
                  <a:lnTo>
                    <a:pt x="42" y="52"/>
                  </a:lnTo>
                  <a:lnTo>
                    <a:pt x="34" y="54"/>
                  </a:lnTo>
                  <a:lnTo>
                    <a:pt x="32" y="54"/>
                  </a:lnTo>
                  <a:lnTo>
                    <a:pt x="32" y="50"/>
                  </a:lnTo>
                  <a:lnTo>
                    <a:pt x="30" y="46"/>
                  </a:lnTo>
                  <a:lnTo>
                    <a:pt x="26" y="46"/>
                  </a:lnTo>
                  <a:lnTo>
                    <a:pt x="0" y="54"/>
                  </a:lnTo>
                  <a:lnTo>
                    <a:pt x="4" y="56"/>
                  </a:lnTo>
                  <a:lnTo>
                    <a:pt x="4" y="58"/>
                  </a:lnTo>
                  <a:lnTo>
                    <a:pt x="4" y="60"/>
                  </a:lnTo>
                  <a:lnTo>
                    <a:pt x="2" y="68"/>
                  </a:lnTo>
                  <a:lnTo>
                    <a:pt x="8" y="70"/>
                  </a:lnTo>
                  <a:lnTo>
                    <a:pt x="14" y="72"/>
                  </a:lnTo>
                  <a:lnTo>
                    <a:pt x="20" y="76"/>
                  </a:lnTo>
                  <a:lnTo>
                    <a:pt x="28" y="80"/>
                  </a:lnTo>
                  <a:lnTo>
                    <a:pt x="30" y="84"/>
                  </a:lnTo>
                  <a:lnTo>
                    <a:pt x="30" y="86"/>
                  </a:lnTo>
                  <a:lnTo>
                    <a:pt x="28" y="88"/>
                  </a:lnTo>
                  <a:lnTo>
                    <a:pt x="28" y="92"/>
                  </a:lnTo>
                  <a:lnTo>
                    <a:pt x="26" y="96"/>
                  </a:lnTo>
                  <a:lnTo>
                    <a:pt x="28" y="100"/>
                  </a:lnTo>
                  <a:lnTo>
                    <a:pt x="32" y="106"/>
                  </a:lnTo>
                  <a:lnTo>
                    <a:pt x="28" y="110"/>
                  </a:lnTo>
                  <a:lnTo>
                    <a:pt x="26" y="112"/>
                  </a:lnTo>
                  <a:lnTo>
                    <a:pt x="26" y="114"/>
                  </a:lnTo>
                  <a:lnTo>
                    <a:pt x="26" y="116"/>
                  </a:lnTo>
                  <a:lnTo>
                    <a:pt x="28" y="118"/>
                  </a:lnTo>
                  <a:lnTo>
                    <a:pt x="28" y="120"/>
                  </a:lnTo>
                  <a:lnTo>
                    <a:pt x="28" y="124"/>
                  </a:lnTo>
                  <a:lnTo>
                    <a:pt x="28" y="128"/>
                  </a:lnTo>
                  <a:lnTo>
                    <a:pt x="26" y="130"/>
                  </a:lnTo>
                  <a:lnTo>
                    <a:pt x="28" y="132"/>
                  </a:lnTo>
                  <a:lnTo>
                    <a:pt x="28" y="136"/>
                  </a:lnTo>
                  <a:lnTo>
                    <a:pt x="26" y="140"/>
                  </a:lnTo>
                  <a:lnTo>
                    <a:pt x="28" y="142"/>
                  </a:lnTo>
                  <a:lnTo>
                    <a:pt x="30" y="142"/>
                  </a:lnTo>
                  <a:lnTo>
                    <a:pt x="30" y="144"/>
                  </a:lnTo>
                  <a:lnTo>
                    <a:pt x="24" y="152"/>
                  </a:lnTo>
                  <a:lnTo>
                    <a:pt x="16" y="162"/>
                  </a:lnTo>
                  <a:lnTo>
                    <a:pt x="16" y="166"/>
                  </a:lnTo>
                  <a:lnTo>
                    <a:pt x="16" y="174"/>
                  </a:lnTo>
                  <a:lnTo>
                    <a:pt x="14" y="180"/>
                  </a:lnTo>
                  <a:lnTo>
                    <a:pt x="16" y="186"/>
                  </a:lnTo>
                  <a:lnTo>
                    <a:pt x="16" y="192"/>
                  </a:lnTo>
                  <a:lnTo>
                    <a:pt x="16" y="198"/>
                  </a:lnTo>
                  <a:lnTo>
                    <a:pt x="14" y="202"/>
                  </a:lnTo>
                  <a:lnTo>
                    <a:pt x="16" y="204"/>
                  </a:lnTo>
                  <a:lnTo>
                    <a:pt x="16" y="208"/>
                  </a:lnTo>
                  <a:lnTo>
                    <a:pt x="20" y="210"/>
                  </a:lnTo>
                  <a:lnTo>
                    <a:pt x="22" y="214"/>
                  </a:lnTo>
                  <a:lnTo>
                    <a:pt x="20" y="222"/>
                  </a:lnTo>
                  <a:lnTo>
                    <a:pt x="28" y="222"/>
                  </a:lnTo>
                  <a:lnTo>
                    <a:pt x="28" y="220"/>
                  </a:lnTo>
                  <a:lnTo>
                    <a:pt x="22" y="214"/>
                  </a:lnTo>
                  <a:lnTo>
                    <a:pt x="32" y="208"/>
                  </a:lnTo>
                  <a:lnTo>
                    <a:pt x="42" y="202"/>
                  </a:lnTo>
                  <a:lnTo>
                    <a:pt x="48" y="200"/>
                  </a:lnTo>
                  <a:lnTo>
                    <a:pt x="54" y="198"/>
                  </a:lnTo>
                  <a:lnTo>
                    <a:pt x="56" y="194"/>
                  </a:lnTo>
                  <a:lnTo>
                    <a:pt x="58" y="188"/>
                  </a:lnTo>
                  <a:lnTo>
                    <a:pt x="56" y="170"/>
                  </a:lnTo>
                  <a:lnTo>
                    <a:pt x="52" y="140"/>
                  </a:lnTo>
                  <a:lnTo>
                    <a:pt x="48" y="140"/>
                  </a:lnTo>
                  <a:lnTo>
                    <a:pt x="48" y="134"/>
                  </a:lnTo>
                  <a:lnTo>
                    <a:pt x="48" y="128"/>
                  </a:lnTo>
                  <a:lnTo>
                    <a:pt x="48" y="126"/>
                  </a:lnTo>
                  <a:lnTo>
                    <a:pt x="54" y="124"/>
                  </a:lnTo>
                  <a:lnTo>
                    <a:pt x="56" y="118"/>
                  </a:lnTo>
                  <a:lnTo>
                    <a:pt x="58" y="114"/>
                  </a:lnTo>
                  <a:lnTo>
                    <a:pt x="60" y="114"/>
                  </a:lnTo>
                  <a:lnTo>
                    <a:pt x="64" y="100"/>
                  </a:lnTo>
                  <a:lnTo>
                    <a:pt x="66" y="100"/>
                  </a:lnTo>
                  <a:lnTo>
                    <a:pt x="70" y="100"/>
                  </a:lnTo>
                  <a:lnTo>
                    <a:pt x="76" y="98"/>
                  </a:lnTo>
                  <a:lnTo>
                    <a:pt x="80" y="96"/>
                  </a:lnTo>
                  <a:lnTo>
                    <a:pt x="84" y="92"/>
                  </a:lnTo>
                  <a:lnTo>
                    <a:pt x="88" y="92"/>
                  </a:lnTo>
                  <a:lnTo>
                    <a:pt x="94" y="90"/>
                  </a:lnTo>
                  <a:lnTo>
                    <a:pt x="100" y="86"/>
                  </a:lnTo>
                  <a:lnTo>
                    <a:pt x="106" y="78"/>
                  </a:lnTo>
                  <a:lnTo>
                    <a:pt x="112" y="70"/>
                  </a:lnTo>
                  <a:lnTo>
                    <a:pt x="114" y="62"/>
                  </a:lnTo>
                  <a:lnTo>
                    <a:pt x="114" y="56"/>
                  </a:lnTo>
                  <a:lnTo>
                    <a:pt x="114" y="50"/>
                  </a:lnTo>
                  <a:lnTo>
                    <a:pt x="116" y="40"/>
                  </a:lnTo>
                  <a:lnTo>
                    <a:pt x="116" y="30"/>
                  </a:lnTo>
                  <a:lnTo>
                    <a:pt x="114" y="8"/>
                  </a:lnTo>
                  <a:lnTo>
                    <a:pt x="114" y="0"/>
                  </a:lnTo>
                  <a:lnTo>
                    <a:pt x="110" y="0"/>
                  </a:lnTo>
                  <a:lnTo>
                    <a:pt x="106" y="2"/>
                  </a:lnTo>
                  <a:lnTo>
                    <a:pt x="102" y="4"/>
                  </a:lnTo>
                  <a:lnTo>
                    <a:pt x="98" y="4"/>
                  </a:lnTo>
                  <a:lnTo>
                    <a:pt x="94" y="6"/>
                  </a:lnTo>
                  <a:lnTo>
                    <a:pt x="92" y="8"/>
                  </a:lnTo>
                  <a:lnTo>
                    <a:pt x="90" y="10"/>
                  </a:lnTo>
                  <a:lnTo>
                    <a:pt x="88" y="8"/>
                  </a:lnTo>
                  <a:lnTo>
                    <a:pt x="86" y="8"/>
                  </a:lnTo>
                  <a:lnTo>
                    <a:pt x="86" y="10"/>
                  </a:lnTo>
                  <a:lnTo>
                    <a:pt x="82" y="12"/>
                  </a:lnTo>
                  <a:lnTo>
                    <a:pt x="74" y="14"/>
                  </a:lnTo>
                  <a:lnTo>
                    <a:pt x="66" y="14"/>
                  </a:lnTo>
                  <a:lnTo>
                    <a:pt x="64" y="14"/>
                  </a:lnTo>
                  <a:lnTo>
                    <a:pt x="62" y="12"/>
                  </a:lnTo>
                  <a:lnTo>
                    <a:pt x="62" y="10"/>
                  </a:lnTo>
                  <a:lnTo>
                    <a:pt x="60" y="10"/>
                  </a:lnTo>
                  <a:lnTo>
                    <a:pt x="56" y="12"/>
                  </a:lnTo>
                  <a:lnTo>
                    <a:pt x="48" y="14"/>
                  </a:lnTo>
                  <a:lnTo>
                    <a:pt x="46" y="20"/>
                  </a:lnTo>
                  <a:lnTo>
                    <a:pt x="50" y="24"/>
                  </a:lnTo>
                  <a:lnTo>
                    <a:pt x="50" y="32"/>
                  </a:lnTo>
                  <a:lnTo>
                    <a:pt x="52" y="4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5" name="Google Shape;335;p60"/>
            <p:cNvSpPr/>
            <p:nvPr/>
          </p:nvSpPr>
          <p:spPr>
            <a:xfrm>
              <a:off x="7490786" y="3818343"/>
              <a:ext cx="207628" cy="173840"/>
            </a:xfrm>
            <a:custGeom>
              <a:rect b="b" l="l" r="r" t="t"/>
              <a:pathLst>
                <a:path extrusionOk="0" h="124" w="126">
                  <a:moveTo>
                    <a:pt x="0" y="124"/>
                  </a:moveTo>
                  <a:lnTo>
                    <a:pt x="48" y="124"/>
                  </a:lnTo>
                  <a:lnTo>
                    <a:pt x="48" y="112"/>
                  </a:lnTo>
                  <a:lnTo>
                    <a:pt x="50" y="108"/>
                  </a:lnTo>
                  <a:lnTo>
                    <a:pt x="56" y="102"/>
                  </a:lnTo>
                  <a:lnTo>
                    <a:pt x="60" y="100"/>
                  </a:lnTo>
                  <a:lnTo>
                    <a:pt x="66" y="98"/>
                  </a:lnTo>
                  <a:lnTo>
                    <a:pt x="72" y="96"/>
                  </a:lnTo>
                  <a:lnTo>
                    <a:pt x="74" y="96"/>
                  </a:lnTo>
                  <a:lnTo>
                    <a:pt x="78" y="92"/>
                  </a:lnTo>
                  <a:lnTo>
                    <a:pt x="80" y="90"/>
                  </a:lnTo>
                  <a:lnTo>
                    <a:pt x="84" y="90"/>
                  </a:lnTo>
                  <a:lnTo>
                    <a:pt x="88" y="88"/>
                  </a:lnTo>
                  <a:lnTo>
                    <a:pt x="92" y="86"/>
                  </a:lnTo>
                  <a:lnTo>
                    <a:pt x="98" y="78"/>
                  </a:lnTo>
                  <a:lnTo>
                    <a:pt x="100" y="72"/>
                  </a:lnTo>
                  <a:lnTo>
                    <a:pt x="102" y="72"/>
                  </a:lnTo>
                  <a:lnTo>
                    <a:pt x="108" y="70"/>
                  </a:lnTo>
                  <a:lnTo>
                    <a:pt x="110" y="66"/>
                  </a:lnTo>
                  <a:lnTo>
                    <a:pt x="110" y="62"/>
                  </a:lnTo>
                  <a:lnTo>
                    <a:pt x="110" y="60"/>
                  </a:lnTo>
                  <a:lnTo>
                    <a:pt x="112" y="60"/>
                  </a:lnTo>
                  <a:lnTo>
                    <a:pt x="114" y="58"/>
                  </a:lnTo>
                  <a:lnTo>
                    <a:pt x="116" y="56"/>
                  </a:lnTo>
                  <a:lnTo>
                    <a:pt x="118" y="54"/>
                  </a:lnTo>
                  <a:lnTo>
                    <a:pt x="120" y="52"/>
                  </a:lnTo>
                  <a:lnTo>
                    <a:pt x="124" y="48"/>
                  </a:lnTo>
                  <a:lnTo>
                    <a:pt x="126" y="48"/>
                  </a:lnTo>
                  <a:lnTo>
                    <a:pt x="124" y="46"/>
                  </a:lnTo>
                  <a:lnTo>
                    <a:pt x="122" y="42"/>
                  </a:lnTo>
                  <a:lnTo>
                    <a:pt x="120" y="38"/>
                  </a:lnTo>
                  <a:lnTo>
                    <a:pt x="120" y="34"/>
                  </a:lnTo>
                  <a:lnTo>
                    <a:pt x="120" y="32"/>
                  </a:lnTo>
                  <a:lnTo>
                    <a:pt x="118" y="30"/>
                  </a:lnTo>
                  <a:lnTo>
                    <a:pt x="116" y="30"/>
                  </a:lnTo>
                  <a:lnTo>
                    <a:pt x="116" y="28"/>
                  </a:lnTo>
                  <a:lnTo>
                    <a:pt x="118" y="18"/>
                  </a:lnTo>
                  <a:lnTo>
                    <a:pt x="116" y="14"/>
                  </a:lnTo>
                  <a:lnTo>
                    <a:pt x="116" y="10"/>
                  </a:lnTo>
                  <a:lnTo>
                    <a:pt x="112" y="10"/>
                  </a:lnTo>
                  <a:lnTo>
                    <a:pt x="110" y="8"/>
                  </a:lnTo>
                  <a:lnTo>
                    <a:pt x="108" y="6"/>
                  </a:lnTo>
                  <a:lnTo>
                    <a:pt x="106" y="6"/>
                  </a:lnTo>
                  <a:lnTo>
                    <a:pt x="106" y="8"/>
                  </a:lnTo>
                  <a:lnTo>
                    <a:pt x="104" y="10"/>
                  </a:lnTo>
                  <a:lnTo>
                    <a:pt x="94" y="10"/>
                  </a:lnTo>
                  <a:lnTo>
                    <a:pt x="86" y="10"/>
                  </a:lnTo>
                  <a:lnTo>
                    <a:pt x="78" y="0"/>
                  </a:lnTo>
                  <a:lnTo>
                    <a:pt x="72" y="2"/>
                  </a:lnTo>
                  <a:lnTo>
                    <a:pt x="68" y="16"/>
                  </a:lnTo>
                  <a:lnTo>
                    <a:pt x="66" y="24"/>
                  </a:lnTo>
                  <a:lnTo>
                    <a:pt x="62" y="30"/>
                  </a:lnTo>
                  <a:lnTo>
                    <a:pt x="50" y="38"/>
                  </a:lnTo>
                  <a:lnTo>
                    <a:pt x="46" y="38"/>
                  </a:lnTo>
                  <a:lnTo>
                    <a:pt x="42" y="38"/>
                  </a:lnTo>
                  <a:lnTo>
                    <a:pt x="36" y="46"/>
                  </a:lnTo>
                  <a:lnTo>
                    <a:pt x="32" y="52"/>
                  </a:lnTo>
                  <a:lnTo>
                    <a:pt x="32" y="54"/>
                  </a:lnTo>
                  <a:lnTo>
                    <a:pt x="34" y="56"/>
                  </a:lnTo>
                  <a:lnTo>
                    <a:pt x="34" y="58"/>
                  </a:lnTo>
                  <a:lnTo>
                    <a:pt x="30" y="64"/>
                  </a:lnTo>
                  <a:lnTo>
                    <a:pt x="28" y="66"/>
                  </a:lnTo>
                  <a:lnTo>
                    <a:pt x="26" y="70"/>
                  </a:lnTo>
                  <a:lnTo>
                    <a:pt x="28" y="76"/>
                  </a:lnTo>
                  <a:lnTo>
                    <a:pt x="30" y="80"/>
                  </a:lnTo>
                  <a:lnTo>
                    <a:pt x="30" y="90"/>
                  </a:lnTo>
                  <a:lnTo>
                    <a:pt x="28" y="96"/>
                  </a:lnTo>
                  <a:lnTo>
                    <a:pt x="24" y="104"/>
                  </a:lnTo>
                  <a:lnTo>
                    <a:pt x="22" y="108"/>
                  </a:lnTo>
                  <a:lnTo>
                    <a:pt x="12" y="116"/>
                  </a:lnTo>
                  <a:lnTo>
                    <a:pt x="2" y="122"/>
                  </a:lnTo>
                  <a:lnTo>
                    <a:pt x="2" y="124"/>
                  </a:lnTo>
                  <a:lnTo>
                    <a:pt x="0" y="12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6" name="Google Shape;336;p60"/>
            <p:cNvSpPr/>
            <p:nvPr/>
          </p:nvSpPr>
          <p:spPr>
            <a:xfrm>
              <a:off x="9369923" y="3445572"/>
              <a:ext cx="587230" cy="245527"/>
            </a:xfrm>
            <a:custGeom>
              <a:rect b="b" l="l" r="r" t="t"/>
              <a:pathLst>
                <a:path extrusionOk="0" h="174" w="356">
                  <a:moveTo>
                    <a:pt x="54" y="26"/>
                  </a:moveTo>
                  <a:lnTo>
                    <a:pt x="54" y="26"/>
                  </a:lnTo>
                  <a:lnTo>
                    <a:pt x="56" y="26"/>
                  </a:lnTo>
                  <a:lnTo>
                    <a:pt x="60" y="24"/>
                  </a:lnTo>
                  <a:lnTo>
                    <a:pt x="70" y="28"/>
                  </a:lnTo>
                  <a:lnTo>
                    <a:pt x="76" y="32"/>
                  </a:lnTo>
                  <a:lnTo>
                    <a:pt x="82" y="34"/>
                  </a:lnTo>
                  <a:lnTo>
                    <a:pt x="90" y="34"/>
                  </a:lnTo>
                  <a:lnTo>
                    <a:pt x="100" y="32"/>
                  </a:lnTo>
                  <a:lnTo>
                    <a:pt x="110" y="34"/>
                  </a:lnTo>
                  <a:lnTo>
                    <a:pt x="112" y="30"/>
                  </a:lnTo>
                  <a:lnTo>
                    <a:pt x="112" y="22"/>
                  </a:lnTo>
                  <a:lnTo>
                    <a:pt x="108" y="18"/>
                  </a:lnTo>
                  <a:lnTo>
                    <a:pt x="104" y="14"/>
                  </a:lnTo>
                  <a:lnTo>
                    <a:pt x="106" y="8"/>
                  </a:lnTo>
                  <a:lnTo>
                    <a:pt x="108" y="4"/>
                  </a:lnTo>
                  <a:lnTo>
                    <a:pt x="110" y="0"/>
                  </a:lnTo>
                  <a:lnTo>
                    <a:pt x="118" y="2"/>
                  </a:lnTo>
                  <a:lnTo>
                    <a:pt x="124" y="2"/>
                  </a:lnTo>
                  <a:lnTo>
                    <a:pt x="132" y="2"/>
                  </a:lnTo>
                  <a:lnTo>
                    <a:pt x="136" y="6"/>
                  </a:lnTo>
                  <a:lnTo>
                    <a:pt x="144" y="8"/>
                  </a:lnTo>
                  <a:lnTo>
                    <a:pt x="154" y="16"/>
                  </a:lnTo>
                  <a:lnTo>
                    <a:pt x="160" y="22"/>
                  </a:lnTo>
                  <a:lnTo>
                    <a:pt x="164" y="28"/>
                  </a:lnTo>
                  <a:lnTo>
                    <a:pt x="168" y="32"/>
                  </a:lnTo>
                  <a:lnTo>
                    <a:pt x="176" y="38"/>
                  </a:lnTo>
                  <a:lnTo>
                    <a:pt x="182" y="36"/>
                  </a:lnTo>
                  <a:lnTo>
                    <a:pt x="186" y="36"/>
                  </a:lnTo>
                  <a:lnTo>
                    <a:pt x="192" y="34"/>
                  </a:lnTo>
                  <a:lnTo>
                    <a:pt x="196" y="30"/>
                  </a:lnTo>
                  <a:lnTo>
                    <a:pt x="204" y="34"/>
                  </a:lnTo>
                  <a:lnTo>
                    <a:pt x="214" y="36"/>
                  </a:lnTo>
                  <a:lnTo>
                    <a:pt x="218" y="38"/>
                  </a:lnTo>
                  <a:lnTo>
                    <a:pt x="218" y="42"/>
                  </a:lnTo>
                  <a:lnTo>
                    <a:pt x="222" y="44"/>
                  </a:lnTo>
                  <a:lnTo>
                    <a:pt x="228" y="44"/>
                  </a:lnTo>
                  <a:lnTo>
                    <a:pt x="234" y="48"/>
                  </a:lnTo>
                  <a:lnTo>
                    <a:pt x="238" y="48"/>
                  </a:lnTo>
                  <a:lnTo>
                    <a:pt x="244" y="46"/>
                  </a:lnTo>
                  <a:lnTo>
                    <a:pt x="250" y="48"/>
                  </a:lnTo>
                  <a:lnTo>
                    <a:pt x="256" y="50"/>
                  </a:lnTo>
                  <a:lnTo>
                    <a:pt x="266" y="48"/>
                  </a:lnTo>
                  <a:lnTo>
                    <a:pt x="270" y="44"/>
                  </a:lnTo>
                  <a:lnTo>
                    <a:pt x="280" y="44"/>
                  </a:lnTo>
                  <a:lnTo>
                    <a:pt x="292" y="36"/>
                  </a:lnTo>
                  <a:lnTo>
                    <a:pt x="294" y="34"/>
                  </a:lnTo>
                  <a:lnTo>
                    <a:pt x="302" y="40"/>
                  </a:lnTo>
                  <a:lnTo>
                    <a:pt x="308" y="40"/>
                  </a:lnTo>
                  <a:lnTo>
                    <a:pt x="316" y="42"/>
                  </a:lnTo>
                  <a:lnTo>
                    <a:pt x="312" y="54"/>
                  </a:lnTo>
                  <a:lnTo>
                    <a:pt x="314" y="60"/>
                  </a:lnTo>
                  <a:lnTo>
                    <a:pt x="312" y="66"/>
                  </a:lnTo>
                  <a:lnTo>
                    <a:pt x="310" y="68"/>
                  </a:lnTo>
                  <a:lnTo>
                    <a:pt x="310" y="74"/>
                  </a:lnTo>
                  <a:lnTo>
                    <a:pt x="318" y="78"/>
                  </a:lnTo>
                  <a:lnTo>
                    <a:pt x="326" y="76"/>
                  </a:lnTo>
                  <a:lnTo>
                    <a:pt x="332" y="70"/>
                  </a:lnTo>
                  <a:lnTo>
                    <a:pt x="336" y="70"/>
                  </a:lnTo>
                  <a:lnTo>
                    <a:pt x="338" y="74"/>
                  </a:lnTo>
                  <a:lnTo>
                    <a:pt x="344" y="80"/>
                  </a:lnTo>
                  <a:lnTo>
                    <a:pt x="352" y="82"/>
                  </a:lnTo>
                  <a:lnTo>
                    <a:pt x="356" y="86"/>
                  </a:lnTo>
                  <a:lnTo>
                    <a:pt x="354" y="92"/>
                  </a:lnTo>
                  <a:lnTo>
                    <a:pt x="350" y="92"/>
                  </a:lnTo>
                  <a:lnTo>
                    <a:pt x="344" y="92"/>
                  </a:lnTo>
                  <a:lnTo>
                    <a:pt x="342" y="94"/>
                  </a:lnTo>
                  <a:lnTo>
                    <a:pt x="340" y="96"/>
                  </a:lnTo>
                  <a:lnTo>
                    <a:pt x="336" y="98"/>
                  </a:lnTo>
                  <a:lnTo>
                    <a:pt x="330" y="98"/>
                  </a:lnTo>
                  <a:lnTo>
                    <a:pt x="320" y="104"/>
                  </a:lnTo>
                  <a:lnTo>
                    <a:pt x="318" y="100"/>
                  </a:lnTo>
                  <a:lnTo>
                    <a:pt x="314" y="102"/>
                  </a:lnTo>
                  <a:lnTo>
                    <a:pt x="312" y="108"/>
                  </a:lnTo>
                  <a:lnTo>
                    <a:pt x="308" y="110"/>
                  </a:lnTo>
                  <a:lnTo>
                    <a:pt x="292" y="114"/>
                  </a:lnTo>
                  <a:lnTo>
                    <a:pt x="290" y="122"/>
                  </a:lnTo>
                  <a:lnTo>
                    <a:pt x="282" y="128"/>
                  </a:lnTo>
                  <a:lnTo>
                    <a:pt x="274" y="126"/>
                  </a:lnTo>
                  <a:lnTo>
                    <a:pt x="270" y="118"/>
                  </a:lnTo>
                  <a:lnTo>
                    <a:pt x="264" y="118"/>
                  </a:lnTo>
                  <a:lnTo>
                    <a:pt x="260" y="122"/>
                  </a:lnTo>
                  <a:lnTo>
                    <a:pt x="256" y="128"/>
                  </a:lnTo>
                  <a:lnTo>
                    <a:pt x="256" y="134"/>
                  </a:lnTo>
                  <a:lnTo>
                    <a:pt x="258" y="140"/>
                  </a:lnTo>
                  <a:lnTo>
                    <a:pt x="260" y="146"/>
                  </a:lnTo>
                  <a:lnTo>
                    <a:pt x="256" y="152"/>
                  </a:lnTo>
                  <a:lnTo>
                    <a:pt x="250" y="154"/>
                  </a:lnTo>
                  <a:lnTo>
                    <a:pt x="242" y="158"/>
                  </a:lnTo>
                  <a:lnTo>
                    <a:pt x="230" y="160"/>
                  </a:lnTo>
                  <a:lnTo>
                    <a:pt x="220" y="160"/>
                  </a:lnTo>
                  <a:lnTo>
                    <a:pt x="214" y="162"/>
                  </a:lnTo>
                  <a:lnTo>
                    <a:pt x="210" y="162"/>
                  </a:lnTo>
                  <a:lnTo>
                    <a:pt x="204" y="168"/>
                  </a:lnTo>
                  <a:lnTo>
                    <a:pt x="196" y="172"/>
                  </a:lnTo>
                  <a:lnTo>
                    <a:pt x="188" y="172"/>
                  </a:lnTo>
                  <a:lnTo>
                    <a:pt x="180" y="174"/>
                  </a:lnTo>
                  <a:lnTo>
                    <a:pt x="168" y="174"/>
                  </a:lnTo>
                  <a:lnTo>
                    <a:pt x="162" y="170"/>
                  </a:lnTo>
                  <a:lnTo>
                    <a:pt x="156" y="164"/>
                  </a:lnTo>
                  <a:lnTo>
                    <a:pt x="154" y="162"/>
                  </a:lnTo>
                  <a:lnTo>
                    <a:pt x="136" y="162"/>
                  </a:lnTo>
                  <a:lnTo>
                    <a:pt x="126" y="160"/>
                  </a:lnTo>
                  <a:lnTo>
                    <a:pt x="118" y="160"/>
                  </a:lnTo>
                  <a:lnTo>
                    <a:pt x="108" y="160"/>
                  </a:lnTo>
                  <a:lnTo>
                    <a:pt x="102" y="160"/>
                  </a:lnTo>
                  <a:lnTo>
                    <a:pt x="96" y="156"/>
                  </a:lnTo>
                  <a:lnTo>
                    <a:pt x="90" y="150"/>
                  </a:lnTo>
                  <a:lnTo>
                    <a:pt x="84" y="144"/>
                  </a:lnTo>
                  <a:lnTo>
                    <a:pt x="80" y="142"/>
                  </a:lnTo>
                  <a:lnTo>
                    <a:pt x="76" y="134"/>
                  </a:lnTo>
                  <a:lnTo>
                    <a:pt x="72" y="130"/>
                  </a:lnTo>
                  <a:lnTo>
                    <a:pt x="66" y="128"/>
                  </a:lnTo>
                  <a:lnTo>
                    <a:pt x="62" y="124"/>
                  </a:lnTo>
                  <a:lnTo>
                    <a:pt x="56" y="120"/>
                  </a:lnTo>
                  <a:lnTo>
                    <a:pt x="48" y="120"/>
                  </a:lnTo>
                  <a:lnTo>
                    <a:pt x="42" y="118"/>
                  </a:lnTo>
                  <a:lnTo>
                    <a:pt x="40" y="114"/>
                  </a:lnTo>
                  <a:lnTo>
                    <a:pt x="42" y="106"/>
                  </a:lnTo>
                  <a:lnTo>
                    <a:pt x="44" y="102"/>
                  </a:lnTo>
                  <a:lnTo>
                    <a:pt x="40" y="94"/>
                  </a:lnTo>
                  <a:lnTo>
                    <a:pt x="34" y="92"/>
                  </a:lnTo>
                  <a:lnTo>
                    <a:pt x="34" y="88"/>
                  </a:lnTo>
                  <a:lnTo>
                    <a:pt x="26" y="80"/>
                  </a:lnTo>
                  <a:lnTo>
                    <a:pt x="20" y="76"/>
                  </a:lnTo>
                  <a:lnTo>
                    <a:pt x="12" y="78"/>
                  </a:lnTo>
                  <a:lnTo>
                    <a:pt x="6" y="76"/>
                  </a:lnTo>
                  <a:lnTo>
                    <a:pt x="2" y="72"/>
                  </a:lnTo>
                  <a:lnTo>
                    <a:pt x="2" y="68"/>
                  </a:lnTo>
                  <a:lnTo>
                    <a:pt x="0" y="60"/>
                  </a:lnTo>
                  <a:lnTo>
                    <a:pt x="0" y="48"/>
                  </a:lnTo>
                  <a:lnTo>
                    <a:pt x="6" y="48"/>
                  </a:lnTo>
                  <a:lnTo>
                    <a:pt x="10" y="44"/>
                  </a:lnTo>
                  <a:lnTo>
                    <a:pt x="14" y="42"/>
                  </a:lnTo>
                  <a:lnTo>
                    <a:pt x="14" y="38"/>
                  </a:lnTo>
                  <a:lnTo>
                    <a:pt x="16" y="34"/>
                  </a:lnTo>
                  <a:lnTo>
                    <a:pt x="20" y="32"/>
                  </a:lnTo>
                  <a:lnTo>
                    <a:pt x="26" y="28"/>
                  </a:lnTo>
                  <a:lnTo>
                    <a:pt x="34" y="26"/>
                  </a:lnTo>
                  <a:lnTo>
                    <a:pt x="38" y="24"/>
                  </a:lnTo>
                  <a:lnTo>
                    <a:pt x="46" y="22"/>
                  </a:lnTo>
                  <a:lnTo>
                    <a:pt x="52" y="24"/>
                  </a:lnTo>
                  <a:lnTo>
                    <a:pt x="54" y="26"/>
                  </a:lnTo>
                  <a:close/>
                  <a:moveTo>
                    <a:pt x="140" y="16"/>
                  </a:moveTo>
                  <a:lnTo>
                    <a:pt x="140" y="16"/>
                  </a:lnTo>
                  <a:lnTo>
                    <a:pt x="140" y="18"/>
                  </a:lnTo>
                  <a:lnTo>
                    <a:pt x="142" y="18"/>
                  </a:lnTo>
                  <a:lnTo>
                    <a:pt x="140" y="22"/>
                  </a:lnTo>
                  <a:lnTo>
                    <a:pt x="138" y="24"/>
                  </a:lnTo>
                  <a:lnTo>
                    <a:pt x="138" y="18"/>
                  </a:lnTo>
                  <a:lnTo>
                    <a:pt x="138" y="16"/>
                  </a:lnTo>
                  <a:lnTo>
                    <a:pt x="140" y="1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7" name="Google Shape;337;p60"/>
            <p:cNvSpPr/>
            <p:nvPr/>
          </p:nvSpPr>
          <p:spPr>
            <a:xfrm>
              <a:off x="7843124" y="3642711"/>
              <a:ext cx="14681" cy="10753"/>
            </a:xfrm>
            <a:custGeom>
              <a:rect b="b" l="l" r="r" t="t"/>
              <a:pathLst>
                <a:path extrusionOk="0" h="8" w="8">
                  <a:moveTo>
                    <a:pt x="8" y="2"/>
                  </a:moveTo>
                  <a:lnTo>
                    <a:pt x="2" y="0"/>
                  </a:lnTo>
                  <a:lnTo>
                    <a:pt x="0" y="2"/>
                  </a:lnTo>
                  <a:lnTo>
                    <a:pt x="2" y="8"/>
                  </a:lnTo>
                  <a:lnTo>
                    <a:pt x="4" y="6"/>
                  </a:lnTo>
                  <a:lnTo>
                    <a:pt x="6" y="2"/>
                  </a:lnTo>
                  <a:lnTo>
                    <a:pt x="8"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8" name="Google Shape;338;p60"/>
            <p:cNvSpPr/>
            <p:nvPr/>
          </p:nvSpPr>
          <p:spPr>
            <a:xfrm>
              <a:off x="8222726" y="3528012"/>
              <a:ext cx="69209" cy="75271"/>
            </a:xfrm>
            <a:custGeom>
              <a:rect b="b" l="l" r="r" t="t"/>
              <a:pathLst>
                <a:path extrusionOk="0" h="54" w="42">
                  <a:moveTo>
                    <a:pt x="22" y="54"/>
                  </a:moveTo>
                  <a:lnTo>
                    <a:pt x="22" y="54"/>
                  </a:lnTo>
                  <a:lnTo>
                    <a:pt x="24" y="50"/>
                  </a:lnTo>
                  <a:lnTo>
                    <a:pt x="24" y="46"/>
                  </a:lnTo>
                  <a:lnTo>
                    <a:pt x="28" y="44"/>
                  </a:lnTo>
                  <a:lnTo>
                    <a:pt x="30" y="42"/>
                  </a:lnTo>
                  <a:lnTo>
                    <a:pt x="30" y="40"/>
                  </a:lnTo>
                  <a:lnTo>
                    <a:pt x="30" y="38"/>
                  </a:lnTo>
                  <a:lnTo>
                    <a:pt x="32" y="40"/>
                  </a:lnTo>
                  <a:lnTo>
                    <a:pt x="36" y="40"/>
                  </a:lnTo>
                  <a:lnTo>
                    <a:pt x="40" y="42"/>
                  </a:lnTo>
                  <a:lnTo>
                    <a:pt x="42" y="44"/>
                  </a:lnTo>
                  <a:lnTo>
                    <a:pt x="36" y="36"/>
                  </a:lnTo>
                  <a:lnTo>
                    <a:pt x="34" y="34"/>
                  </a:lnTo>
                  <a:lnTo>
                    <a:pt x="32" y="30"/>
                  </a:lnTo>
                  <a:lnTo>
                    <a:pt x="32" y="28"/>
                  </a:lnTo>
                  <a:lnTo>
                    <a:pt x="32" y="24"/>
                  </a:lnTo>
                  <a:lnTo>
                    <a:pt x="30" y="22"/>
                  </a:lnTo>
                  <a:lnTo>
                    <a:pt x="28" y="18"/>
                  </a:lnTo>
                  <a:lnTo>
                    <a:pt x="28" y="16"/>
                  </a:lnTo>
                  <a:lnTo>
                    <a:pt x="28" y="10"/>
                  </a:lnTo>
                  <a:lnTo>
                    <a:pt x="24" y="8"/>
                  </a:lnTo>
                  <a:lnTo>
                    <a:pt x="18" y="4"/>
                  </a:lnTo>
                  <a:lnTo>
                    <a:pt x="14" y="0"/>
                  </a:lnTo>
                  <a:lnTo>
                    <a:pt x="10" y="0"/>
                  </a:lnTo>
                  <a:lnTo>
                    <a:pt x="6" y="0"/>
                  </a:lnTo>
                  <a:lnTo>
                    <a:pt x="2" y="0"/>
                  </a:lnTo>
                  <a:lnTo>
                    <a:pt x="0" y="2"/>
                  </a:lnTo>
                  <a:lnTo>
                    <a:pt x="0" y="4"/>
                  </a:lnTo>
                  <a:lnTo>
                    <a:pt x="4" y="6"/>
                  </a:lnTo>
                  <a:lnTo>
                    <a:pt x="8" y="12"/>
                  </a:lnTo>
                  <a:lnTo>
                    <a:pt x="10" y="16"/>
                  </a:lnTo>
                  <a:lnTo>
                    <a:pt x="12" y="20"/>
                  </a:lnTo>
                  <a:lnTo>
                    <a:pt x="16" y="24"/>
                  </a:lnTo>
                  <a:lnTo>
                    <a:pt x="18" y="28"/>
                  </a:lnTo>
                  <a:lnTo>
                    <a:pt x="16" y="32"/>
                  </a:lnTo>
                  <a:lnTo>
                    <a:pt x="18" y="34"/>
                  </a:lnTo>
                  <a:lnTo>
                    <a:pt x="18" y="36"/>
                  </a:lnTo>
                  <a:lnTo>
                    <a:pt x="18" y="40"/>
                  </a:lnTo>
                  <a:lnTo>
                    <a:pt x="18" y="44"/>
                  </a:lnTo>
                  <a:lnTo>
                    <a:pt x="16" y="46"/>
                  </a:lnTo>
                  <a:lnTo>
                    <a:pt x="18" y="46"/>
                  </a:lnTo>
                  <a:lnTo>
                    <a:pt x="18" y="48"/>
                  </a:lnTo>
                  <a:lnTo>
                    <a:pt x="18" y="50"/>
                  </a:lnTo>
                  <a:lnTo>
                    <a:pt x="18" y="52"/>
                  </a:lnTo>
                  <a:lnTo>
                    <a:pt x="22" y="5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39" name="Google Shape;339;p60"/>
            <p:cNvSpPr/>
            <p:nvPr/>
          </p:nvSpPr>
          <p:spPr>
            <a:xfrm>
              <a:off x="5538245" y="3879277"/>
              <a:ext cx="557869" cy="363810"/>
            </a:xfrm>
            <a:custGeom>
              <a:rect b="b" l="l" r="r" t="t"/>
              <a:pathLst>
                <a:path extrusionOk="0" h="258" w="338">
                  <a:moveTo>
                    <a:pt x="0" y="2"/>
                  </a:moveTo>
                  <a:lnTo>
                    <a:pt x="0" y="2"/>
                  </a:lnTo>
                  <a:lnTo>
                    <a:pt x="0" y="10"/>
                  </a:lnTo>
                  <a:lnTo>
                    <a:pt x="2" y="16"/>
                  </a:lnTo>
                  <a:lnTo>
                    <a:pt x="6" y="16"/>
                  </a:lnTo>
                  <a:lnTo>
                    <a:pt x="6" y="20"/>
                  </a:lnTo>
                  <a:lnTo>
                    <a:pt x="8" y="24"/>
                  </a:lnTo>
                  <a:lnTo>
                    <a:pt x="8" y="32"/>
                  </a:lnTo>
                  <a:lnTo>
                    <a:pt x="16" y="40"/>
                  </a:lnTo>
                  <a:lnTo>
                    <a:pt x="22" y="46"/>
                  </a:lnTo>
                  <a:lnTo>
                    <a:pt x="28" y="48"/>
                  </a:lnTo>
                  <a:lnTo>
                    <a:pt x="32" y="52"/>
                  </a:lnTo>
                  <a:lnTo>
                    <a:pt x="32" y="60"/>
                  </a:lnTo>
                  <a:lnTo>
                    <a:pt x="34" y="76"/>
                  </a:lnTo>
                  <a:lnTo>
                    <a:pt x="22" y="78"/>
                  </a:lnTo>
                  <a:lnTo>
                    <a:pt x="36" y="88"/>
                  </a:lnTo>
                  <a:lnTo>
                    <a:pt x="36" y="90"/>
                  </a:lnTo>
                  <a:lnTo>
                    <a:pt x="42" y="92"/>
                  </a:lnTo>
                  <a:lnTo>
                    <a:pt x="48" y="94"/>
                  </a:lnTo>
                  <a:lnTo>
                    <a:pt x="50" y="102"/>
                  </a:lnTo>
                  <a:lnTo>
                    <a:pt x="54" y="102"/>
                  </a:lnTo>
                  <a:lnTo>
                    <a:pt x="56" y="106"/>
                  </a:lnTo>
                  <a:lnTo>
                    <a:pt x="56" y="112"/>
                  </a:lnTo>
                  <a:lnTo>
                    <a:pt x="54" y="116"/>
                  </a:lnTo>
                  <a:lnTo>
                    <a:pt x="56" y="122"/>
                  </a:lnTo>
                  <a:lnTo>
                    <a:pt x="60" y="124"/>
                  </a:lnTo>
                  <a:lnTo>
                    <a:pt x="64" y="126"/>
                  </a:lnTo>
                  <a:lnTo>
                    <a:pt x="64" y="130"/>
                  </a:lnTo>
                  <a:lnTo>
                    <a:pt x="72" y="138"/>
                  </a:lnTo>
                  <a:lnTo>
                    <a:pt x="76" y="144"/>
                  </a:lnTo>
                  <a:lnTo>
                    <a:pt x="80" y="150"/>
                  </a:lnTo>
                  <a:lnTo>
                    <a:pt x="82" y="148"/>
                  </a:lnTo>
                  <a:lnTo>
                    <a:pt x="84" y="146"/>
                  </a:lnTo>
                  <a:lnTo>
                    <a:pt x="84" y="144"/>
                  </a:lnTo>
                  <a:lnTo>
                    <a:pt x="84" y="140"/>
                  </a:lnTo>
                  <a:lnTo>
                    <a:pt x="80" y="136"/>
                  </a:lnTo>
                  <a:lnTo>
                    <a:pt x="76" y="134"/>
                  </a:lnTo>
                  <a:lnTo>
                    <a:pt x="76" y="132"/>
                  </a:lnTo>
                  <a:lnTo>
                    <a:pt x="76" y="130"/>
                  </a:lnTo>
                  <a:lnTo>
                    <a:pt x="72" y="128"/>
                  </a:lnTo>
                  <a:lnTo>
                    <a:pt x="70" y="128"/>
                  </a:lnTo>
                  <a:lnTo>
                    <a:pt x="70" y="124"/>
                  </a:lnTo>
                  <a:lnTo>
                    <a:pt x="72" y="120"/>
                  </a:lnTo>
                  <a:lnTo>
                    <a:pt x="68" y="120"/>
                  </a:lnTo>
                  <a:lnTo>
                    <a:pt x="66" y="106"/>
                  </a:lnTo>
                  <a:lnTo>
                    <a:pt x="62" y="92"/>
                  </a:lnTo>
                  <a:lnTo>
                    <a:pt x="56" y="90"/>
                  </a:lnTo>
                  <a:lnTo>
                    <a:pt x="56" y="86"/>
                  </a:lnTo>
                  <a:lnTo>
                    <a:pt x="56" y="82"/>
                  </a:lnTo>
                  <a:lnTo>
                    <a:pt x="52" y="82"/>
                  </a:lnTo>
                  <a:lnTo>
                    <a:pt x="48" y="72"/>
                  </a:lnTo>
                  <a:lnTo>
                    <a:pt x="46" y="62"/>
                  </a:lnTo>
                  <a:lnTo>
                    <a:pt x="40" y="62"/>
                  </a:lnTo>
                  <a:lnTo>
                    <a:pt x="40" y="54"/>
                  </a:lnTo>
                  <a:lnTo>
                    <a:pt x="38" y="48"/>
                  </a:lnTo>
                  <a:lnTo>
                    <a:pt x="34" y="48"/>
                  </a:lnTo>
                  <a:lnTo>
                    <a:pt x="28" y="32"/>
                  </a:lnTo>
                  <a:lnTo>
                    <a:pt x="22" y="26"/>
                  </a:lnTo>
                  <a:lnTo>
                    <a:pt x="24" y="22"/>
                  </a:lnTo>
                  <a:lnTo>
                    <a:pt x="24" y="18"/>
                  </a:lnTo>
                  <a:lnTo>
                    <a:pt x="34" y="22"/>
                  </a:lnTo>
                  <a:lnTo>
                    <a:pt x="36" y="22"/>
                  </a:lnTo>
                  <a:lnTo>
                    <a:pt x="36" y="20"/>
                  </a:lnTo>
                  <a:lnTo>
                    <a:pt x="42" y="20"/>
                  </a:lnTo>
                  <a:lnTo>
                    <a:pt x="42" y="24"/>
                  </a:lnTo>
                  <a:lnTo>
                    <a:pt x="46" y="24"/>
                  </a:lnTo>
                  <a:lnTo>
                    <a:pt x="44" y="30"/>
                  </a:lnTo>
                  <a:lnTo>
                    <a:pt x="44" y="34"/>
                  </a:lnTo>
                  <a:lnTo>
                    <a:pt x="50" y="40"/>
                  </a:lnTo>
                  <a:lnTo>
                    <a:pt x="52" y="46"/>
                  </a:lnTo>
                  <a:lnTo>
                    <a:pt x="52" y="50"/>
                  </a:lnTo>
                  <a:lnTo>
                    <a:pt x="62" y="58"/>
                  </a:lnTo>
                  <a:lnTo>
                    <a:pt x="62" y="62"/>
                  </a:lnTo>
                  <a:lnTo>
                    <a:pt x="62" y="64"/>
                  </a:lnTo>
                  <a:lnTo>
                    <a:pt x="64" y="64"/>
                  </a:lnTo>
                  <a:lnTo>
                    <a:pt x="68" y="70"/>
                  </a:lnTo>
                  <a:lnTo>
                    <a:pt x="72" y="76"/>
                  </a:lnTo>
                  <a:lnTo>
                    <a:pt x="76" y="76"/>
                  </a:lnTo>
                  <a:lnTo>
                    <a:pt x="78" y="80"/>
                  </a:lnTo>
                  <a:lnTo>
                    <a:pt x="76" y="84"/>
                  </a:lnTo>
                  <a:lnTo>
                    <a:pt x="80" y="84"/>
                  </a:lnTo>
                  <a:lnTo>
                    <a:pt x="82" y="86"/>
                  </a:lnTo>
                  <a:lnTo>
                    <a:pt x="84" y="92"/>
                  </a:lnTo>
                  <a:lnTo>
                    <a:pt x="92" y="96"/>
                  </a:lnTo>
                  <a:lnTo>
                    <a:pt x="90" y="98"/>
                  </a:lnTo>
                  <a:lnTo>
                    <a:pt x="88" y="102"/>
                  </a:lnTo>
                  <a:lnTo>
                    <a:pt x="88" y="106"/>
                  </a:lnTo>
                  <a:lnTo>
                    <a:pt x="96" y="112"/>
                  </a:lnTo>
                  <a:lnTo>
                    <a:pt x="104" y="120"/>
                  </a:lnTo>
                  <a:lnTo>
                    <a:pt x="106" y="126"/>
                  </a:lnTo>
                  <a:lnTo>
                    <a:pt x="108" y="130"/>
                  </a:lnTo>
                  <a:lnTo>
                    <a:pt x="112" y="130"/>
                  </a:lnTo>
                  <a:lnTo>
                    <a:pt x="114" y="130"/>
                  </a:lnTo>
                  <a:lnTo>
                    <a:pt x="114" y="134"/>
                  </a:lnTo>
                  <a:lnTo>
                    <a:pt x="114" y="136"/>
                  </a:lnTo>
                  <a:lnTo>
                    <a:pt x="118" y="136"/>
                  </a:lnTo>
                  <a:lnTo>
                    <a:pt x="122" y="144"/>
                  </a:lnTo>
                  <a:lnTo>
                    <a:pt x="122" y="148"/>
                  </a:lnTo>
                  <a:lnTo>
                    <a:pt x="122" y="150"/>
                  </a:lnTo>
                  <a:lnTo>
                    <a:pt x="128" y="156"/>
                  </a:lnTo>
                  <a:lnTo>
                    <a:pt x="132" y="164"/>
                  </a:lnTo>
                  <a:lnTo>
                    <a:pt x="134" y="170"/>
                  </a:lnTo>
                  <a:lnTo>
                    <a:pt x="134" y="176"/>
                  </a:lnTo>
                  <a:lnTo>
                    <a:pt x="132" y="184"/>
                  </a:lnTo>
                  <a:lnTo>
                    <a:pt x="130" y="194"/>
                  </a:lnTo>
                  <a:lnTo>
                    <a:pt x="130" y="198"/>
                  </a:lnTo>
                  <a:lnTo>
                    <a:pt x="132" y="202"/>
                  </a:lnTo>
                  <a:lnTo>
                    <a:pt x="136" y="204"/>
                  </a:lnTo>
                  <a:lnTo>
                    <a:pt x="138" y="206"/>
                  </a:lnTo>
                  <a:lnTo>
                    <a:pt x="144" y="208"/>
                  </a:lnTo>
                  <a:lnTo>
                    <a:pt x="156" y="224"/>
                  </a:lnTo>
                  <a:lnTo>
                    <a:pt x="160" y="224"/>
                  </a:lnTo>
                  <a:lnTo>
                    <a:pt x="164" y="226"/>
                  </a:lnTo>
                  <a:lnTo>
                    <a:pt x="172" y="226"/>
                  </a:lnTo>
                  <a:lnTo>
                    <a:pt x="178" y="232"/>
                  </a:lnTo>
                  <a:lnTo>
                    <a:pt x="186" y="240"/>
                  </a:lnTo>
                  <a:lnTo>
                    <a:pt x="194" y="240"/>
                  </a:lnTo>
                  <a:lnTo>
                    <a:pt x="202" y="242"/>
                  </a:lnTo>
                  <a:lnTo>
                    <a:pt x="206" y="246"/>
                  </a:lnTo>
                  <a:lnTo>
                    <a:pt x="210" y="250"/>
                  </a:lnTo>
                  <a:lnTo>
                    <a:pt x="226" y="254"/>
                  </a:lnTo>
                  <a:lnTo>
                    <a:pt x="232" y="252"/>
                  </a:lnTo>
                  <a:lnTo>
                    <a:pt x="238" y="250"/>
                  </a:lnTo>
                  <a:lnTo>
                    <a:pt x="244" y="248"/>
                  </a:lnTo>
                  <a:lnTo>
                    <a:pt x="252" y="248"/>
                  </a:lnTo>
                  <a:lnTo>
                    <a:pt x="264" y="252"/>
                  </a:lnTo>
                  <a:lnTo>
                    <a:pt x="264" y="248"/>
                  </a:lnTo>
                  <a:lnTo>
                    <a:pt x="266" y="248"/>
                  </a:lnTo>
                  <a:lnTo>
                    <a:pt x="268" y="250"/>
                  </a:lnTo>
                  <a:lnTo>
                    <a:pt x="270" y="252"/>
                  </a:lnTo>
                  <a:lnTo>
                    <a:pt x="274" y="258"/>
                  </a:lnTo>
                  <a:lnTo>
                    <a:pt x="276" y="256"/>
                  </a:lnTo>
                  <a:lnTo>
                    <a:pt x="278" y="254"/>
                  </a:lnTo>
                  <a:lnTo>
                    <a:pt x="276" y="254"/>
                  </a:lnTo>
                  <a:lnTo>
                    <a:pt x="278" y="250"/>
                  </a:lnTo>
                  <a:lnTo>
                    <a:pt x="280" y="246"/>
                  </a:lnTo>
                  <a:lnTo>
                    <a:pt x="284" y="242"/>
                  </a:lnTo>
                  <a:lnTo>
                    <a:pt x="298" y="242"/>
                  </a:lnTo>
                  <a:lnTo>
                    <a:pt x="296" y="240"/>
                  </a:lnTo>
                  <a:lnTo>
                    <a:pt x="294" y="236"/>
                  </a:lnTo>
                  <a:lnTo>
                    <a:pt x="290" y="232"/>
                  </a:lnTo>
                  <a:lnTo>
                    <a:pt x="288" y="228"/>
                  </a:lnTo>
                  <a:lnTo>
                    <a:pt x="288" y="224"/>
                  </a:lnTo>
                  <a:lnTo>
                    <a:pt x="292" y="224"/>
                  </a:lnTo>
                  <a:lnTo>
                    <a:pt x="294" y="218"/>
                  </a:lnTo>
                  <a:lnTo>
                    <a:pt x="314" y="218"/>
                  </a:lnTo>
                  <a:lnTo>
                    <a:pt x="318" y="216"/>
                  </a:lnTo>
                  <a:lnTo>
                    <a:pt x="318" y="214"/>
                  </a:lnTo>
                  <a:lnTo>
                    <a:pt x="320" y="214"/>
                  </a:lnTo>
                  <a:lnTo>
                    <a:pt x="322" y="214"/>
                  </a:lnTo>
                  <a:lnTo>
                    <a:pt x="322" y="212"/>
                  </a:lnTo>
                  <a:lnTo>
                    <a:pt x="324" y="212"/>
                  </a:lnTo>
                  <a:lnTo>
                    <a:pt x="326" y="210"/>
                  </a:lnTo>
                  <a:lnTo>
                    <a:pt x="326" y="214"/>
                  </a:lnTo>
                  <a:lnTo>
                    <a:pt x="330" y="216"/>
                  </a:lnTo>
                  <a:lnTo>
                    <a:pt x="332" y="216"/>
                  </a:lnTo>
                  <a:lnTo>
                    <a:pt x="332" y="214"/>
                  </a:lnTo>
                  <a:lnTo>
                    <a:pt x="332" y="204"/>
                  </a:lnTo>
                  <a:lnTo>
                    <a:pt x="336" y="186"/>
                  </a:lnTo>
                  <a:lnTo>
                    <a:pt x="338" y="174"/>
                  </a:lnTo>
                  <a:lnTo>
                    <a:pt x="338" y="170"/>
                  </a:lnTo>
                  <a:lnTo>
                    <a:pt x="336" y="168"/>
                  </a:lnTo>
                  <a:lnTo>
                    <a:pt x="334" y="166"/>
                  </a:lnTo>
                  <a:lnTo>
                    <a:pt x="328" y="166"/>
                  </a:lnTo>
                  <a:lnTo>
                    <a:pt x="320" y="168"/>
                  </a:lnTo>
                  <a:lnTo>
                    <a:pt x="302" y="176"/>
                  </a:lnTo>
                  <a:lnTo>
                    <a:pt x="302" y="186"/>
                  </a:lnTo>
                  <a:lnTo>
                    <a:pt x="300" y="194"/>
                  </a:lnTo>
                  <a:lnTo>
                    <a:pt x="296" y="196"/>
                  </a:lnTo>
                  <a:lnTo>
                    <a:pt x="296" y="200"/>
                  </a:lnTo>
                  <a:lnTo>
                    <a:pt x="296" y="204"/>
                  </a:lnTo>
                  <a:lnTo>
                    <a:pt x="292" y="206"/>
                  </a:lnTo>
                  <a:lnTo>
                    <a:pt x="290" y="212"/>
                  </a:lnTo>
                  <a:lnTo>
                    <a:pt x="288" y="212"/>
                  </a:lnTo>
                  <a:lnTo>
                    <a:pt x="286" y="212"/>
                  </a:lnTo>
                  <a:lnTo>
                    <a:pt x="284" y="212"/>
                  </a:lnTo>
                  <a:lnTo>
                    <a:pt x="284" y="210"/>
                  </a:lnTo>
                  <a:lnTo>
                    <a:pt x="276" y="210"/>
                  </a:lnTo>
                  <a:lnTo>
                    <a:pt x="272" y="214"/>
                  </a:lnTo>
                  <a:lnTo>
                    <a:pt x="268" y="216"/>
                  </a:lnTo>
                  <a:lnTo>
                    <a:pt x="264" y="216"/>
                  </a:lnTo>
                  <a:lnTo>
                    <a:pt x="262" y="220"/>
                  </a:lnTo>
                  <a:lnTo>
                    <a:pt x="262" y="222"/>
                  </a:lnTo>
                  <a:lnTo>
                    <a:pt x="260" y="222"/>
                  </a:lnTo>
                  <a:lnTo>
                    <a:pt x="258" y="222"/>
                  </a:lnTo>
                  <a:lnTo>
                    <a:pt x="260" y="220"/>
                  </a:lnTo>
                  <a:lnTo>
                    <a:pt x="256" y="220"/>
                  </a:lnTo>
                  <a:lnTo>
                    <a:pt x="252" y="222"/>
                  </a:lnTo>
                  <a:lnTo>
                    <a:pt x="250" y="214"/>
                  </a:lnTo>
                  <a:lnTo>
                    <a:pt x="244" y="214"/>
                  </a:lnTo>
                  <a:lnTo>
                    <a:pt x="240" y="214"/>
                  </a:lnTo>
                  <a:lnTo>
                    <a:pt x="238" y="212"/>
                  </a:lnTo>
                  <a:lnTo>
                    <a:pt x="236" y="208"/>
                  </a:lnTo>
                  <a:lnTo>
                    <a:pt x="234" y="204"/>
                  </a:lnTo>
                  <a:lnTo>
                    <a:pt x="226" y="190"/>
                  </a:lnTo>
                  <a:lnTo>
                    <a:pt x="218" y="174"/>
                  </a:lnTo>
                  <a:lnTo>
                    <a:pt x="214" y="176"/>
                  </a:lnTo>
                  <a:lnTo>
                    <a:pt x="216" y="170"/>
                  </a:lnTo>
                  <a:lnTo>
                    <a:pt x="214" y="164"/>
                  </a:lnTo>
                  <a:lnTo>
                    <a:pt x="218" y="160"/>
                  </a:lnTo>
                  <a:lnTo>
                    <a:pt x="218" y="156"/>
                  </a:lnTo>
                  <a:lnTo>
                    <a:pt x="218" y="152"/>
                  </a:lnTo>
                  <a:lnTo>
                    <a:pt x="214" y="144"/>
                  </a:lnTo>
                  <a:lnTo>
                    <a:pt x="216" y="140"/>
                  </a:lnTo>
                  <a:lnTo>
                    <a:pt x="216" y="136"/>
                  </a:lnTo>
                  <a:lnTo>
                    <a:pt x="214" y="130"/>
                  </a:lnTo>
                  <a:lnTo>
                    <a:pt x="212" y="124"/>
                  </a:lnTo>
                  <a:lnTo>
                    <a:pt x="214" y="122"/>
                  </a:lnTo>
                  <a:lnTo>
                    <a:pt x="218" y="118"/>
                  </a:lnTo>
                  <a:lnTo>
                    <a:pt x="222" y="116"/>
                  </a:lnTo>
                  <a:lnTo>
                    <a:pt x="224" y="114"/>
                  </a:lnTo>
                  <a:lnTo>
                    <a:pt x="224" y="108"/>
                  </a:lnTo>
                  <a:lnTo>
                    <a:pt x="222" y="104"/>
                  </a:lnTo>
                  <a:lnTo>
                    <a:pt x="218" y="104"/>
                  </a:lnTo>
                  <a:lnTo>
                    <a:pt x="218" y="102"/>
                  </a:lnTo>
                  <a:lnTo>
                    <a:pt x="214" y="100"/>
                  </a:lnTo>
                  <a:lnTo>
                    <a:pt x="208" y="98"/>
                  </a:lnTo>
                  <a:lnTo>
                    <a:pt x="202" y="96"/>
                  </a:lnTo>
                  <a:lnTo>
                    <a:pt x="200" y="92"/>
                  </a:lnTo>
                  <a:lnTo>
                    <a:pt x="200" y="90"/>
                  </a:lnTo>
                  <a:lnTo>
                    <a:pt x="198" y="86"/>
                  </a:lnTo>
                  <a:lnTo>
                    <a:pt x="196" y="80"/>
                  </a:lnTo>
                  <a:lnTo>
                    <a:pt x="194" y="76"/>
                  </a:lnTo>
                  <a:lnTo>
                    <a:pt x="192" y="72"/>
                  </a:lnTo>
                  <a:lnTo>
                    <a:pt x="188" y="68"/>
                  </a:lnTo>
                  <a:lnTo>
                    <a:pt x="186" y="62"/>
                  </a:lnTo>
                  <a:lnTo>
                    <a:pt x="186" y="60"/>
                  </a:lnTo>
                  <a:lnTo>
                    <a:pt x="184" y="56"/>
                  </a:lnTo>
                  <a:lnTo>
                    <a:pt x="178" y="50"/>
                  </a:lnTo>
                  <a:lnTo>
                    <a:pt x="176" y="46"/>
                  </a:lnTo>
                  <a:lnTo>
                    <a:pt x="174" y="44"/>
                  </a:lnTo>
                  <a:lnTo>
                    <a:pt x="170" y="44"/>
                  </a:lnTo>
                  <a:lnTo>
                    <a:pt x="166" y="44"/>
                  </a:lnTo>
                  <a:lnTo>
                    <a:pt x="162" y="42"/>
                  </a:lnTo>
                  <a:lnTo>
                    <a:pt x="160" y="44"/>
                  </a:lnTo>
                  <a:lnTo>
                    <a:pt x="158" y="48"/>
                  </a:lnTo>
                  <a:lnTo>
                    <a:pt x="156" y="52"/>
                  </a:lnTo>
                  <a:lnTo>
                    <a:pt x="150" y="52"/>
                  </a:lnTo>
                  <a:lnTo>
                    <a:pt x="144" y="50"/>
                  </a:lnTo>
                  <a:lnTo>
                    <a:pt x="142" y="46"/>
                  </a:lnTo>
                  <a:lnTo>
                    <a:pt x="140" y="40"/>
                  </a:lnTo>
                  <a:lnTo>
                    <a:pt x="140" y="38"/>
                  </a:lnTo>
                  <a:lnTo>
                    <a:pt x="138" y="34"/>
                  </a:lnTo>
                  <a:lnTo>
                    <a:pt x="134" y="30"/>
                  </a:lnTo>
                  <a:lnTo>
                    <a:pt x="130" y="28"/>
                  </a:lnTo>
                  <a:lnTo>
                    <a:pt x="126" y="26"/>
                  </a:lnTo>
                  <a:lnTo>
                    <a:pt x="124" y="22"/>
                  </a:lnTo>
                  <a:lnTo>
                    <a:pt x="122" y="18"/>
                  </a:lnTo>
                  <a:lnTo>
                    <a:pt x="118" y="16"/>
                  </a:lnTo>
                  <a:lnTo>
                    <a:pt x="96" y="14"/>
                  </a:lnTo>
                  <a:lnTo>
                    <a:pt x="96" y="22"/>
                  </a:lnTo>
                  <a:lnTo>
                    <a:pt x="58" y="20"/>
                  </a:lnTo>
                  <a:lnTo>
                    <a:pt x="28" y="4"/>
                  </a:lnTo>
                  <a:lnTo>
                    <a:pt x="28" y="0"/>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0" name="Google Shape;340;p60"/>
            <p:cNvSpPr/>
            <p:nvPr/>
          </p:nvSpPr>
          <p:spPr>
            <a:xfrm>
              <a:off x="8780595" y="4952786"/>
              <a:ext cx="10486" cy="14337"/>
            </a:xfrm>
            <a:custGeom>
              <a:rect b="b" l="l" r="r" t="t"/>
              <a:pathLst>
                <a:path extrusionOk="0" h="10" w="6">
                  <a:moveTo>
                    <a:pt x="4" y="0"/>
                  </a:moveTo>
                  <a:lnTo>
                    <a:pt x="4" y="0"/>
                  </a:lnTo>
                  <a:lnTo>
                    <a:pt x="0" y="2"/>
                  </a:lnTo>
                  <a:lnTo>
                    <a:pt x="0" y="6"/>
                  </a:lnTo>
                  <a:lnTo>
                    <a:pt x="2" y="8"/>
                  </a:lnTo>
                  <a:lnTo>
                    <a:pt x="4" y="10"/>
                  </a:lnTo>
                  <a:lnTo>
                    <a:pt x="6" y="6"/>
                  </a:lnTo>
                  <a:lnTo>
                    <a:pt x="6" y="2"/>
                  </a:lnTo>
                  <a:lnTo>
                    <a:pt x="6"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1" name="Google Shape;341;p60"/>
            <p:cNvSpPr/>
            <p:nvPr/>
          </p:nvSpPr>
          <p:spPr>
            <a:xfrm>
              <a:off x="7402701" y="4002937"/>
              <a:ext cx="230698" cy="245527"/>
            </a:xfrm>
            <a:custGeom>
              <a:rect b="b" l="l" r="r" t="t"/>
              <a:pathLst>
                <a:path extrusionOk="0" h="174" w="140">
                  <a:moveTo>
                    <a:pt x="0" y="88"/>
                  </a:moveTo>
                  <a:lnTo>
                    <a:pt x="0" y="88"/>
                  </a:lnTo>
                  <a:lnTo>
                    <a:pt x="4" y="92"/>
                  </a:lnTo>
                  <a:lnTo>
                    <a:pt x="8" y="98"/>
                  </a:lnTo>
                  <a:lnTo>
                    <a:pt x="6" y="106"/>
                  </a:lnTo>
                  <a:lnTo>
                    <a:pt x="6" y="112"/>
                  </a:lnTo>
                  <a:lnTo>
                    <a:pt x="10" y="132"/>
                  </a:lnTo>
                  <a:lnTo>
                    <a:pt x="10" y="140"/>
                  </a:lnTo>
                  <a:lnTo>
                    <a:pt x="8" y="152"/>
                  </a:lnTo>
                  <a:lnTo>
                    <a:pt x="12" y="150"/>
                  </a:lnTo>
                  <a:lnTo>
                    <a:pt x="16" y="146"/>
                  </a:lnTo>
                  <a:lnTo>
                    <a:pt x="18" y="146"/>
                  </a:lnTo>
                  <a:lnTo>
                    <a:pt x="22" y="146"/>
                  </a:lnTo>
                  <a:lnTo>
                    <a:pt x="28" y="146"/>
                  </a:lnTo>
                  <a:lnTo>
                    <a:pt x="32" y="146"/>
                  </a:lnTo>
                  <a:lnTo>
                    <a:pt x="34" y="148"/>
                  </a:lnTo>
                  <a:lnTo>
                    <a:pt x="36" y="150"/>
                  </a:lnTo>
                  <a:lnTo>
                    <a:pt x="38" y="152"/>
                  </a:lnTo>
                  <a:lnTo>
                    <a:pt x="38" y="156"/>
                  </a:lnTo>
                  <a:lnTo>
                    <a:pt x="40" y="158"/>
                  </a:lnTo>
                  <a:lnTo>
                    <a:pt x="42" y="160"/>
                  </a:lnTo>
                  <a:lnTo>
                    <a:pt x="44" y="160"/>
                  </a:lnTo>
                  <a:lnTo>
                    <a:pt x="46" y="162"/>
                  </a:lnTo>
                  <a:lnTo>
                    <a:pt x="46" y="166"/>
                  </a:lnTo>
                  <a:lnTo>
                    <a:pt x="48" y="168"/>
                  </a:lnTo>
                  <a:lnTo>
                    <a:pt x="50" y="168"/>
                  </a:lnTo>
                  <a:lnTo>
                    <a:pt x="52" y="168"/>
                  </a:lnTo>
                  <a:lnTo>
                    <a:pt x="54" y="170"/>
                  </a:lnTo>
                  <a:lnTo>
                    <a:pt x="56" y="174"/>
                  </a:lnTo>
                  <a:lnTo>
                    <a:pt x="58" y="174"/>
                  </a:lnTo>
                  <a:lnTo>
                    <a:pt x="60" y="172"/>
                  </a:lnTo>
                  <a:lnTo>
                    <a:pt x="62" y="172"/>
                  </a:lnTo>
                  <a:lnTo>
                    <a:pt x="62" y="170"/>
                  </a:lnTo>
                  <a:lnTo>
                    <a:pt x="62" y="166"/>
                  </a:lnTo>
                  <a:lnTo>
                    <a:pt x="62" y="162"/>
                  </a:lnTo>
                  <a:lnTo>
                    <a:pt x="64" y="160"/>
                  </a:lnTo>
                  <a:lnTo>
                    <a:pt x="72" y="162"/>
                  </a:lnTo>
                  <a:lnTo>
                    <a:pt x="76" y="162"/>
                  </a:lnTo>
                  <a:lnTo>
                    <a:pt x="78" y="162"/>
                  </a:lnTo>
                  <a:lnTo>
                    <a:pt x="80" y="162"/>
                  </a:lnTo>
                  <a:lnTo>
                    <a:pt x="82" y="162"/>
                  </a:lnTo>
                  <a:lnTo>
                    <a:pt x="82" y="160"/>
                  </a:lnTo>
                  <a:lnTo>
                    <a:pt x="80" y="156"/>
                  </a:lnTo>
                  <a:lnTo>
                    <a:pt x="82" y="154"/>
                  </a:lnTo>
                  <a:lnTo>
                    <a:pt x="84" y="156"/>
                  </a:lnTo>
                  <a:lnTo>
                    <a:pt x="86" y="158"/>
                  </a:lnTo>
                  <a:lnTo>
                    <a:pt x="128" y="156"/>
                  </a:lnTo>
                  <a:lnTo>
                    <a:pt x="130" y="150"/>
                  </a:lnTo>
                  <a:lnTo>
                    <a:pt x="130" y="148"/>
                  </a:lnTo>
                  <a:lnTo>
                    <a:pt x="130" y="146"/>
                  </a:lnTo>
                  <a:lnTo>
                    <a:pt x="128" y="146"/>
                  </a:lnTo>
                  <a:lnTo>
                    <a:pt x="120" y="30"/>
                  </a:lnTo>
                  <a:lnTo>
                    <a:pt x="140" y="30"/>
                  </a:lnTo>
                  <a:lnTo>
                    <a:pt x="102" y="0"/>
                  </a:lnTo>
                  <a:lnTo>
                    <a:pt x="102" y="22"/>
                  </a:lnTo>
                  <a:lnTo>
                    <a:pt x="60" y="22"/>
                  </a:lnTo>
                  <a:lnTo>
                    <a:pt x="58" y="52"/>
                  </a:lnTo>
                  <a:lnTo>
                    <a:pt x="52" y="54"/>
                  </a:lnTo>
                  <a:lnTo>
                    <a:pt x="48" y="56"/>
                  </a:lnTo>
                  <a:lnTo>
                    <a:pt x="46" y="58"/>
                  </a:lnTo>
                  <a:lnTo>
                    <a:pt x="46" y="62"/>
                  </a:lnTo>
                  <a:lnTo>
                    <a:pt x="46" y="84"/>
                  </a:lnTo>
                  <a:lnTo>
                    <a:pt x="4" y="84"/>
                  </a:lnTo>
                  <a:lnTo>
                    <a:pt x="0" y="8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2" name="Google Shape;342;p60"/>
            <p:cNvSpPr/>
            <p:nvPr/>
          </p:nvSpPr>
          <p:spPr>
            <a:xfrm>
              <a:off x="7490786" y="4045949"/>
              <a:ext cx="310393" cy="310045"/>
            </a:xfrm>
            <a:custGeom>
              <a:rect b="b" l="l" r="r" t="t"/>
              <a:pathLst>
                <a:path extrusionOk="0" h="220" w="188">
                  <a:moveTo>
                    <a:pt x="54" y="220"/>
                  </a:moveTo>
                  <a:lnTo>
                    <a:pt x="54" y="220"/>
                  </a:lnTo>
                  <a:lnTo>
                    <a:pt x="58" y="216"/>
                  </a:lnTo>
                  <a:lnTo>
                    <a:pt x="60" y="216"/>
                  </a:lnTo>
                  <a:lnTo>
                    <a:pt x="60" y="218"/>
                  </a:lnTo>
                  <a:lnTo>
                    <a:pt x="62" y="212"/>
                  </a:lnTo>
                  <a:lnTo>
                    <a:pt x="66" y="210"/>
                  </a:lnTo>
                  <a:lnTo>
                    <a:pt x="66" y="212"/>
                  </a:lnTo>
                  <a:lnTo>
                    <a:pt x="68" y="214"/>
                  </a:lnTo>
                  <a:lnTo>
                    <a:pt x="70" y="214"/>
                  </a:lnTo>
                  <a:lnTo>
                    <a:pt x="72" y="212"/>
                  </a:lnTo>
                  <a:lnTo>
                    <a:pt x="72" y="210"/>
                  </a:lnTo>
                  <a:lnTo>
                    <a:pt x="74" y="208"/>
                  </a:lnTo>
                  <a:lnTo>
                    <a:pt x="76" y="204"/>
                  </a:lnTo>
                  <a:lnTo>
                    <a:pt x="74" y="200"/>
                  </a:lnTo>
                  <a:lnTo>
                    <a:pt x="76" y="196"/>
                  </a:lnTo>
                  <a:lnTo>
                    <a:pt x="76" y="194"/>
                  </a:lnTo>
                  <a:lnTo>
                    <a:pt x="78" y="194"/>
                  </a:lnTo>
                  <a:lnTo>
                    <a:pt x="78" y="192"/>
                  </a:lnTo>
                  <a:lnTo>
                    <a:pt x="78" y="188"/>
                  </a:lnTo>
                  <a:lnTo>
                    <a:pt x="78" y="186"/>
                  </a:lnTo>
                  <a:lnTo>
                    <a:pt x="78" y="184"/>
                  </a:lnTo>
                  <a:lnTo>
                    <a:pt x="80" y="182"/>
                  </a:lnTo>
                  <a:lnTo>
                    <a:pt x="82" y="178"/>
                  </a:lnTo>
                  <a:lnTo>
                    <a:pt x="86" y="178"/>
                  </a:lnTo>
                  <a:lnTo>
                    <a:pt x="86" y="180"/>
                  </a:lnTo>
                  <a:lnTo>
                    <a:pt x="88" y="170"/>
                  </a:lnTo>
                  <a:lnTo>
                    <a:pt x="90" y="166"/>
                  </a:lnTo>
                  <a:lnTo>
                    <a:pt x="92" y="164"/>
                  </a:lnTo>
                  <a:lnTo>
                    <a:pt x="98" y="162"/>
                  </a:lnTo>
                  <a:lnTo>
                    <a:pt x="102" y="162"/>
                  </a:lnTo>
                  <a:lnTo>
                    <a:pt x="104" y="160"/>
                  </a:lnTo>
                  <a:lnTo>
                    <a:pt x="106" y="156"/>
                  </a:lnTo>
                  <a:lnTo>
                    <a:pt x="106" y="152"/>
                  </a:lnTo>
                  <a:lnTo>
                    <a:pt x="110" y="150"/>
                  </a:lnTo>
                  <a:lnTo>
                    <a:pt x="114" y="146"/>
                  </a:lnTo>
                  <a:lnTo>
                    <a:pt x="116" y="146"/>
                  </a:lnTo>
                  <a:lnTo>
                    <a:pt x="116" y="140"/>
                  </a:lnTo>
                  <a:lnTo>
                    <a:pt x="118" y="138"/>
                  </a:lnTo>
                  <a:lnTo>
                    <a:pt x="120" y="138"/>
                  </a:lnTo>
                  <a:lnTo>
                    <a:pt x="124" y="136"/>
                  </a:lnTo>
                  <a:lnTo>
                    <a:pt x="126" y="134"/>
                  </a:lnTo>
                  <a:lnTo>
                    <a:pt x="128" y="130"/>
                  </a:lnTo>
                  <a:lnTo>
                    <a:pt x="130" y="130"/>
                  </a:lnTo>
                  <a:lnTo>
                    <a:pt x="130" y="132"/>
                  </a:lnTo>
                  <a:lnTo>
                    <a:pt x="132" y="132"/>
                  </a:lnTo>
                  <a:lnTo>
                    <a:pt x="134" y="132"/>
                  </a:lnTo>
                  <a:lnTo>
                    <a:pt x="138" y="136"/>
                  </a:lnTo>
                  <a:lnTo>
                    <a:pt x="140" y="136"/>
                  </a:lnTo>
                  <a:lnTo>
                    <a:pt x="142" y="134"/>
                  </a:lnTo>
                  <a:lnTo>
                    <a:pt x="144" y="134"/>
                  </a:lnTo>
                  <a:lnTo>
                    <a:pt x="148" y="134"/>
                  </a:lnTo>
                  <a:lnTo>
                    <a:pt x="154" y="132"/>
                  </a:lnTo>
                  <a:lnTo>
                    <a:pt x="160" y="132"/>
                  </a:lnTo>
                  <a:lnTo>
                    <a:pt x="168" y="128"/>
                  </a:lnTo>
                  <a:lnTo>
                    <a:pt x="174" y="126"/>
                  </a:lnTo>
                  <a:lnTo>
                    <a:pt x="182" y="126"/>
                  </a:lnTo>
                  <a:lnTo>
                    <a:pt x="182" y="122"/>
                  </a:lnTo>
                  <a:lnTo>
                    <a:pt x="184" y="116"/>
                  </a:lnTo>
                  <a:lnTo>
                    <a:pt x="188" y="114"/>
                  </a:lnTo>
                  <a:lnTo>
                    <a:pt x="186" y="82"/>
                  </a:lnTo>
                  <a:lnTo>
                    <a:pt x="180" y="82"/>
                  </a:lnTo>
                  <a:lnTo>
                    <a:pt x="176" y="84"/>
                  </a:lnTo>
                  <a:lnTo>
                    <a:pt x="174" y="84"/>
                  </a:lnTo>
                  <a:lnTo>
                    <a:pt x="174" y="80"/>
                  </a:lnTo>
                  <a:lnTo>
                    <a:pt x="174" y="76"/>
                  </a:lnTo>
                  <a:lnTo>
                    <a:pt x="172" y="74"/>
                  </a:lnTo>
                  <a:lnTo>
                    <a:pt x="174" y="70"/>
                  </a:lnTo>
                  <a:lnTo>
                    <a:pt x="174" y="68"/>
                  </a:lnTo>
                  <a:lnTo>
                    <a:pt x="172" y="66"/>
                  </a:lnTo>
                  <a:lnTo>
                    <a:pt x="170" y="64"/>
                  </a:lnTo>
                  <a:lnTo>
                    <a:pt x="166" y="62"/>
                  </a:lnTo>
                  <a:lnTo>
                    <a:pt x="162" y="60"/>
                  </a:lnTo>
                  <a:lnTo>
                    <a:pt x="158" y="56"/>
                  </a:lnTo>
                  <a:lnTo>
                    <a:pt x="158" y="54"/>
                  </a:lnTo>
                  <a:lnTo>
                    <a:pt x="86" y="0"/>
                  </a:lnTo>
                  <a:lnTo>
                    <a:pt x="66" y="0"/>
                  </a:lnTo>
                  <a:lnTo>
                    <a:pt x="74" y="116"/>
                  </a:lnTo>
                  <a:lnTo>
                    <a:pt x="76" y="116"/>
                  </a:lnTo>
                  <a:lnTo>
                    <a:pt x="76" y="118"/>
                  </a:lnTo>
                  <a:lnTo>
                    <a:pt x="76" y="120"/>
                  </a:lnTo>
                  <a:lnTo>
                    <a:pt x="74" y="126"/>
                  </a:lnTo>
                  <a:lnTo>
                    <a:pt x="32" y="128"/>
                  </a:lnTo>
                  <a:lnTo>
                    <a:pt x="30" y="126"/>
                  </a:lnTo>
                  <a:lnTo>
                    <a:pt x="28" y="124"/>
                  </a:lnTo>
                  <a:lnTo>
                    <a:pt x="26" y="126"/>
                  </a:lnTo>
                  <a:lnTo>
                    <a:pt x="28" y="130"/>
                  </a:lnTo>
                  <a:lnTo>
                    <a:pt x="28" y="132"/>
                  </a:lnTo>
                  <a:lnTo>
                    <a:pt x="26" y="132"/>
                  </a:lnTo>
                  <a:lnTo>
                    <a:pt x="24" y="132"/>
                  </a:lnTo>
                  <a:lnTo>
                    <a:pt x="22" y="132"/>
                  </a:lnTo>
                  <a:lnTo>
                    <a:pt x="18" y="132"/>
                  </a:lnTo>
                  <a:lnTo>
                    <a:pt x="10" y="130"/>
                  </a:lnTo>
                  <a:lnTo>
                    <a:pt x="8" y="132"/>
                  </a:lnTo>
                  <a:lnTo>
                    <a:pt x="8" y="136"/>
                  </a:lnTo>
                  <a:lnTo>
                    <a:pt x="8" y="140"/>
                  </a:lnTo>
                  <a:lnTo>
                    <a:pt x="8" y="142"/>
                  </a:lnTo>
                  <a:lnTo>
                    <a:pt x="6" y="142"/>
                  </a:lnTo>
                  <a:lnTo>
                    <a:pt x="4" y="144"/>
                  </a:lnTo>
                  <a:lnTo>
                    <a:pt x="2" y="144"/>
                  </a:lnTo>
                  <a:lnTo>
                    <a:pt x="2" y="146"/>
                  </a:lnTo>
                  <a:lnTo>
                    <a:pt x="2" y="150"/>
                  </a:lnTo>
                  <a:lnTo>
                    <a:pt x="2" y="152"/>
                  </a:lnTo>
                  <a:lnTo>
                    <a:pt x="2" y="156"/>
                  </a:lnTo>
                  <a:lnTo>
                    <a:pt x="0" y="160"/>
                  </a:lnTo>
                  <a:lnTo>
                    <a:pt x="0" y="162"/>
                  </a:lnTo>
                  <a:lnTo>
                    <a:pt x="2" y="166"/>
                  </a:lnTo>
                  <a:lnTo>
                    <a:pt x="4" y="168"/>
                  </a:lnTo>
                  <a:lnTo>
                    <a:pt x="6" y="170"/>
                  </a:lnTo>
                  <a:lnTo>
                    <a:pt x="8" y="178"/>
                  </a:lnTo>
                  <a:lnTo>
                    <a:pt x="8" y="182"/>
                  </a:lnTo>
                  <a:lnTo>
                    <a:pt x="10" y="182"/>
                  </a:lnTo>
                  <a:lnTo>
                    <a:pt x="12" y="182"/>
                  </a:lnTo>
                  <a:lnTo>
                    <a:pt x="14" y="182"/>
                  </a:lnTo>
                  <a:lnTo>
                    <a:pt x="18" y="182"/>
                  </a:lnTo>
                  <a:lnTo>
                    <a:pt x="20" y="184"/>
                  </a:lnTo>
                  <a:lnTo>
                    <a:pt x="22" y="182"/>
                  </a:lnTo>
                  <a:lnTo>
                    <a:pt x="22" y="180"/>
                  </a:lnTo>
                  <a:lnTo>
                    <a:pt x="24" y="182"/>
                  </a:lnTo>
                  <a:lnTo>
                    <a:pt x="26" y="182"/>
                  </a:lnTo>
                  <a:lnTo>
                    <a:pt x="28" y="182"/>
                  </a:lnTo>
                  <a:lnTo>
                    <a:pt x="32" y="182"/>
                  </a:lnTo>
                  <a:lnTo>
                    <a:pt x="34" y="188"/>
                  </a:lnTo>
                  <a:lnTo>
                    <a:pt x="34" y="194"/>
                  </a:lnTo>
                  <a:lnTo>
                    <a:pt x="32" y="194"/>
                  </a:lnTo>
                  <a:lnTo>
                    <a:pt x="32" y="196"/>
                  </a:lnTo>
                  <a:lnTo>
                    <a:pt x="36" y="198"/>
                  </a:lnTo>
                  <a:lnTo>
                    <a:pt x="36" y="202"/>
                  </a:lnTo>
                  <a:lnTo>
                    <a:pt x="38" y="204"/>
                  </a:lnTo>
                  <a:lnTo>
                    <a:pt x="40" y="202"/>
                  </a:lnTo>
                  <a:lnTo>
                    <a:pt x="32" y="208"/>
                  </a:lnTo>
                  <a:lnTo>
                    <a:pt x="34" y="210"/>
                  </a:lnTo>
                  <a:lnTo>
                    <a:pt x="36" y="210"/>
                  </a:lnTo>
                  <a:lnTo>
                    <a:pt x="38" y="210"/>
                  </a:lnTo>
                  <a:lnTo>
                    <a:pt x="40" y="212"/>
                  </a:lnTo>
                  <a:lnTo>
                    <a:pt x="42" y="212"/>
                  </a:lnTo>
                  <a:lnTo>
                    <a:pt x="44" y="212"/>
                  </a:lnTo>
                  <a:lnTo>
                    <a:pt x="46" y="218"/>
                  </a:lnTo>
                  <a:lnTo>
                    <a:pt x="50" y="220"/>
                  </a:lnTo>
                  <a:lnTo>
                    <a:pt x="52" y="220"/>
                  </a:lnTo>
                  <a:lnTo>
                    <a:pt x="54" y="2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3" name="Google Shape;343;p60"/>
            <p:cNvSpPr/>
            <p:nvPr/>
          </p:nvSpPr>
          <p:spPr>
            <a:xfrm>
              <a:off x="9594328" y="4415135"/>
              <a:ext cx="346046" cy="118283"/>
            </a:xfrm>
            <a:custGeom>
              <a:rect b="b" l="l" r="r" t="t"/>
              <a:pathLst>
                <a:path extrusionOk="0" h="84" w="210">
                  <a:moveTo>
                    <a:pt x="170" y="30"/>
                  </a:moveTo>
                  <a:lnTo>
                    <a:pt x="174" y="38"/>
                  </a:lnTo>
                  <a:lnTo>
                    <a:pt x="170" y="38"/>
                  </a:lnTo>
                  <a:lnTo>
                    <a:pt x="168" y="36"/>
                  </a:lnTo>
                  <a:lnTo>
                    <a:pt x="166" y="40"/>
                  </a:lnTo>
                  <a:lnTo>
                    <a:pt x="166" y="42"/>
                  </a:lnTo>
                  <a:lnTo>
                    <a:pt x="162" y="42"/>
                  </a:lnTo>
                  <a:lnTo>
                    <a:pt x="158" y="38"/>
                  </a:lnTo>
                  <a:lnTo>
                    <a:pt x="154" y="36"/>
                  </a:lnTo>
                  <a:lnTo>
                    <a:pt x="144" y="56"/>
                  </a:lnTo>
                  <a:lnTo>
                    <a:pt x="138" y="56"/>
                  </a:lnTo>
                  <a:lnTo>
                    <a:pt x="134" y="56"/>
                  </a:lnTo>
                  <a:lnTo>
                    <a:pt x="130" y="58"/>
                  </a:lnTo>
                  <a:lnTo>
                    <a:pt x="126" y="60"/>
                  </a:lnTo>
                  <a:lnTo>
                    <a:pt x="122" y="64"/>
                  </a:lnTo>
                  <a:lnTo>
                    <a:pt x="122" y="78"/>
                  </a:lnTo>
                  <a:lnTo>
                    <a:pt x="104" y="68"/>
                  </a:lnTo>
                  <a:lnTo>
                    <a:pt x="104" y="74"/>
                  </a:lnTo>
                  <a:lnTo>
                    <a:pt x="106" y="80"/>
                  </a:lnTo>
                  <a:lnTo>
                    <a:pt x="110" y="82"/>
                  </a:lnTo>
                  <a:lnTo>
                    <a:pt x="114" y="84"/>
                  </a:lnTo>
                  <a:lnTo>
                    <a:pt x="118" y="84"/>
                  </a:lnTo>
                  <a:lnTo>
                    <a:pt x="124" y="84"/>
                  </a:lnTo>
                  <a:lnTo>
                    <a:pt x="132" y="82"/>
                  </a:lnTo>
                  <a:lnTo>
                    <a:pt x="134" y="80"/>
                  </a:lnTo>
                  <a:lnTo>
                    <a:pt x="140" y="78"/>
                  </a:lnTo>
                  <a:lnTo>
                    <a:pt x="142" y="80"/>
                  </a:lnTo>
                  <a:lnTo>
                    <a:pt x="150" y="80"/>
                  </a:lnTo>
                  <a:lnTo>
                    <a:pt x="154" y="78"/>
                  </a:lnTo>
                  <a:lnTo>
                    <a:pt x="156" y="74"/>
                  </a:lnTo>
                  <a:lnTo>
                    <a:pt x="158" y="68"/>
                  </a:lnTo>
                  <a:lnTo>
                    <a:pt x="158" y="64"/>
                  </a:lnTo>
                  <a:lnTo>
                    <a:pt x="162" y="62"/>
                  </a:lnTo>
                  <a:lnTo>
                    <a:pt x="164" y="60"/>
                  </a:lnTo>
                  <a:lnTo>
                    <a:pt x="168" y="56"/>
                  </a:lnTo>
                  <a:lnTo>
                    <a:pt x="170" y="52"/>
                  </a:lnTo>
                  <a:lnTo>
                    <a:pt x="172" y="44"/>
                  </a:lnTo>
                  <a:lnTo>
                    <a:pt x="174" y="40"/>
                  </a:lnTo>
                  <a:lnTo>
                    <a:pt x="182" y="42"/>
                  </a:lnTo>
                  <a:lnTo>
                    <a:pt x="190" y="42"/>
                  </a:lnTo>
                  <a:lnTo>
                    <a:pt x="190" y="40"/>
                  </a:lnTo>
                  <a:lnTo>
                    <a:pt x="198" y="38"/>
                  </a:lnTo>
                  <a:lnTo>
                    <a:pt x="200" y="36"/>
                  </a:lnTo>
                  <a:lnTo>
                    <a:pt x="200" y="32"/>
                  </a:lnTo>
                  <a:lnTo>
                    <a:pt x="200" y="30"/>
                  </a:lnTo>
                  <a:lnTo>
                    <a:pt x="200" y="28"/>
                  </a:lnTo>
                  <a:lnTo>
                    <a:pt x="202" y="30"/>
                  </a:lnTo>
                  <a:lnTo>
                    <a:pt x="204" y="30"/>
                  </a:lnTo>
                  <a:lnTo>
                    <a:pt x="208" y="26"/>
                  </a:lnTo>
                  <a:lnTo>
                    <a:pt x="210" y="26"/>
                  </a:lnTo>
                  <a:lnTo>
                    <a:pt x="208" y="22"/>
                  </a:lnTo>
                  <a:lnTo>
                    <a:pt x="204" y="18"/>
                  </a:lnTo>
                  <a:lnTo>
                    <a:pt x="200" y="16"/>
                  </a:lnTo>
                  <a:lnTo>
                    <a:pt x="196" y="14"/>
                  </a:lnTo>
                  <a:lnTo>
                    <a:pt x="196" y="12"/>
                  </a:lnTo>
                  <a:lnTo>
                    <a:pt x="198" y="10"/>
                  </a:lnTo>
                  <a:lnTo>
                    <a:pt x="190" y="4"/>
                  </a:lnTo>
                  <a:lnTo>
                    <a:pt x="182" y="0"/>
                  </a:lnTo>
                  <a:lnTo>
                    <a:pt x="182" y="4"/>
                  </a:lnTo>
                  <a:lnTo>
                    <a:pt x="182" y="8"/>
                  </a:lnTo>
                  <a:lnTo>
                    <a:pt x="178" y="10"/>
                  </a:lnTo>
                  <a:lnTo>
                    <a:pt x="172" y="20"/>
                  </a:lnTo>
                  <a:lnTo>
                    <a:pt x="172" y="24"/>
                  </a:lnTo>
                  <a:lnTo>
                    <a:pt x="172" y="30"/>
                  </a:lnTo>
                  <a:lnTo>
                    <a:pt x="170" y="30"/>
                  </a:lnTo>
                  <a:close/>
                  <a:moveTo>
                    <a:pt x="30" y="74"/>
                  </a:moveTo>
                  <a:lnTo>
                    <a:pt x="34" y="70"/>
                  </a:lnTo>
                  <a:lnTo>
                    <a:pt x="42" y="72"/>
                  </a:lnTo>
                  <a:lnTo>
                    <a:pt x="42" y="64"/>
                  </a:lnTo>
                  <a:lnTo>
                    <a:pt x="40" y="58"/>
                  </a:lnTo>
                  <a:lnTo>
                    <a:pt x="36" y="58"/>
                  </a:lnTo>
                  <a:lnTo>
                    <a:pt x="34" y="44"/>
                  </a:lnTo>
                  <a:lnTo>
                    <a:pt x="36" y="44"/>
                  </a:lnTo>
                  <a:lnTo>
                    <a:pt x="34" y="28"/>
                  </a:lnTo>
                  <a:lnTo>
                    <a:pt x="30" y="20"/>
                  </a:lnTo>
                  <a:lnTo>
                    <a:pt x="26" y="14"/>
                  </a:lnTo>
                  <a:lnTo>
                    <a:pt x="22" y="12"/>
                  </a:lnTo>
                  <a:lnTo>
                    <a:pt x="18" y="10"/>
                  </a:lnTo>
                  <a:lnTo>
                    <a:pt x="18" y="14"/>
                  </a:lnTo>
                  <a:lnTo>
                    <a:pt x="18" y="18"/>
                  </a:lnTo>
                  <a:lnTo>
                    <a:pt x="14" y="18"/>
                  </a:lnTo>
                  <a:lnTo>
                    <a:pt x="12" y="22"/>
                  </a:lnTo>
                  <a:lnTo>
                    <a:pt x="10" y="22"/>
                  </a:lnTo>
                  <a:lnTo>
                    <a:pt x="10" y="16"/>
                  </a:lnTo>
                  <a:lnTo>
                    <a:pt x="4" y="12"/>
                  </a:lnTo>
                  <a:lnTo>
                    <a:pt x="0" y="14"/>
                  </a:lnTo>
                  <a:lnTo>
                    <a:pt x="0" y="22"/>
                  </a:lnTo>
                  <a:lnTo>
                    <a:pt x="0" y="30"/>
                  </a:lnTo>
                  <a:lnTo>
                    <a:pt x="2" y="30"/>
                  </a:lnTo>
                  <a:lnTo>
                    <a:pt x="4" y="38"/>
                  </a:lnTo>
                  <a:lnTo>
                    <a:pt x="6" y="48"/>
                  </a:lnTo>
                  <a:lnTo>
                    <a:pt x="12" y="52"/>
                  </a:lnTo>
                  <a:lnTo>
                    <a:pt x="12" y="56"/>
                  </a:lnTo>
                  <a:lnTo>
                    <a:pt x="12" y="60"/>
                  </a:lnTo>
                  <a:lnTo>
                    <a:pt x="14" y="62"/>
                  </a:lnTo>
                  <a:lnTo>
                    <a:pt x="18" y="64"/>
                  </a:lnTo>
                  <a:lnTo>
                    <a:pt x="24" y="70"/>
                  </a:lnTo>
                  <a:lnTo>
                    <a:pt x="30" y="7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4" name="Google Shape;344;p60"/>
            <p:cNvSpPr/>
            <p:nvPr/>
          </p:nvSpPr>
          <p:spPr>
            <a:xfrm>
              <a:off x="8325492" y="4735933"/>
              <a:ext cx="62918" cy="152334"/>
            </a:xfrm>
            <a:custGeom>
              <a:rect b="b" l="l" r="r" t="t"/>
              <a:pathLst>
                <a:path extrusionOk="0" h="108" w="38">
                  <a:moveTo>
                    <a:pt x="26" y="68"/>
                  </a:moveTo>
                  <a:lnTo>
                    <a:pt x="26" y="68"/>
                  </a:lnTo>
                  <a:lnTo>
                    <a:pt x="24" y="66"/>
                  </a:lnTo>
                  <a:lnTo>
                    <a:pt x="20" y="66"/>
                  </a:lnTo>
                  <a:lnTo>
                    <a:pt x="20" y="64"/>
                  </a:lnTo>
                  <a:lnTo>
                    <a:pt x="20" y="62"/>
                  </a:lnTo>
                  <a:lnTo>
                    <a:pt x="20" y="60"/>
                  </a:lnTo>
                  <a:lnTo>
                    <a:pt x="18" y="56"/>
                  </a:lnTo>
                  <a:lnTo>
                    <a:pt x="18" y="54"/>
                  </a:lnTo>
                  <a:lnTo>
                    <a:pt x="18" y="50"/>
                  </a:lnTo>
                  <a:lnTo>
                    <a:pt x="16" y="42"/>
                  </a:lnTo>
                  <a:lnTo>
                    <a:pt x="16" y="40"/>
                  </a:lnTo>
                  <a:lnTo>
                    <a:pt x="18" y="40"/>
                  </a:lnTo>
                  <a:lnTo>
                    <a:pt x="16" y="40"/>
                  </a:lnTo>
                  <a:lnTo>
                    <a:pt x="14" y="34"/>
                  </a:lnTo>
                  <a:lnTo>
                    <a:pt x="18" y="28"/>
                  </a:lnTo>
                  <a:lnTo>
                    <a:pt x="18" y="22"/>
                  </a:lnTo>
                  <a:lnTo>
                    <a:pt x="18" y="16"/>
                  </a:lnTo>
                  <a:lnTo>
                    <a:pt x="16" y="6"/>
                  </a:lnTo>
                  <a:lnTo>
                    <a:pt x="14" y="6"/>
                  </a:lnTo>
                  <a:lnTo>
                    <a:pt x="14" y="4"/>
                  </a:lnTo>
                  <a:lnTo>
                    <a:pt x="16" y="4"/>
                  </a:lnTo>
                  <a:lnTo>
                    <a:pt x="6" y="0"/>
                  </a:lnTo>
                  <a:lnTo>
                    <a:pt x="8" y="4"/>
                  </a:lnTo>
                  <a:lnTo>
                    <a:pt x="10" y="6"/>
                  </a:lnTo>
                  <a:lnTo>
                    <a:pt x="10" y="10"/>
                  </a:lnTo>
                  <a:lnTo>
                    <a:pt x="10" y="14"/>
                  </a:lnTo>
                  <a:lnTo>
                    <a:pt x="12" y="16"/>
                  </a:lnTo>
                  <a:lnTo>
                    <a:pt x="12" y="18"/>
                  </a:lnTo>
                  <a:lnTo>
                    <a:pt x="10" y="22"/>
                  </a:lnTo>
                  <a:lnTo>
                    <a:pt x="6" y="24"/>
                  </a:lnTo>
                  <a:lnTo>
                    <a:pt x="6" y="26"/>
                  </a:lnTo>
                  <a:lnTo>
                    <a:pt x="4" y="26"/>
                  </a:lnTo>
                  <a:lnTo>
                    <a:pt x="6" y="36"/>
                  </a:lnTo>
                  <a:lnTo>
                    <a:pt x="8" y="36"/>
                  </a:lnTo>
                  <a:lnTo>
                    <a:pt x="10" y="38"/>
                  </a:lnTo>
                  <a:lnTo>
                    <a:pt x="8" y="40"/>
                  </a:lnTo>
                  <a:lnTo>
                    <a:pt x="6" y="42"/>
                  </a:lnTo>
                  <a:lnTo>
                    <a:pt x="2" y="46"/>
                  </a:lnTo>
                  <a:lnTo>
                    <a:pt x="0" y="50"/>
                  </a:lnTo>
                  <a:lnTo>
                    <a:pt x="0" y="54"/>
                  </a:lnTo>
                  <a:lnTo>
                    <a:pt x="0" y="58"/>
                  </a:lnTo>
                  <a:lnTo>
                    <a:pt x="0" y="62"/>
                  </a:lnTo>
                  <a:lnTo>
                    <a:pt x="0" y="70"/>
                  </a:lnTo>
                  <a:lnTo>
                    <a:pt x="4" y="70"/>
                  </a:lnTo>
                  <a:lnTo>
                    <a:pt x="6" y="74"/>
                  </a:lnTo>
                  <a:lnTo>
                    <a:pt x="6" y="78"/>
                  </a:lnTo>
                  <a:lnTo>
                    <a:pt x="8" y="78"/>
                  </a:lnTo>
                  <a:lnTo>
                    <a:pt x="16" y="76"/>
                  </a:lnTo>
                  <a:lnTo>
                    <a:pt x="18" y="80"/>
                  </a:lnTo>
                  <a:lnTo>
                    <a:pt x="18" y="84"/>
                  </a:lnTo>
                  <a:lnTo>
                    <a:pt x="16" y="90"/>
                  </a:lnTo>
                  <a:lnTo>
                    <a:pt x="14" y="92"/>
                  </a:lnTo>
                  <a:lnTo>
                    <a:pt x="16" y="94"/>
                  </a:lnTo>
                  <a:lnTo>
                    <a:pt x="22" y="102"/>
                  </a:lnTo>
                  <a:lnTo>
                    <a:pt x="26" y="104"/>
                  </a:lnTo>
                  <a:lnTo>
                    <a:pt x="26" y="106"/>
                  </a:lnTo>
                  <a:lnTo>
                    <a:pt x="26" y="108"/>
                  </a:lnTo>
                  <a:lnTo>
                    <a:pt x="28" y="108"/>
                  </a:lnTo>
                  <a:lnTo>
                    <a:pt x="32" y="106"/>
                  </a:lnTo>
                  <a:lnTo>
                    <a:pt x="32" y="104"/>
                  </a:lnTo>
                  <a:lnTo>
                    <a:pt x="32" y="102"/>
                  </a:lnTo>
                  <a:lnTo>
                    <a:pt x="30" y="96"/>
                  </a:lnTo>
                  <a:lnTo>
                    <a:pt x="30" y="92"/>
                  </a:lnTo>
                  <a:lnTo>
                    <a:pt x="34" y="92"/>
                  </a:lnTo>
                  <a:lnTo>
                    <a:pt x="36" y="92"/>
                  </a:lnTo>
                  <a:lnTo>
                    <a:pt x="38" y="90"/>
                  </a:lnTo>
                  <a:lnTo>
                    <a:pt x="36" y="86"/>
                  </a:lnTo>
                  <a:lnTo>
                    <a:pt x="36" y="82"/>
                  </a:lnTo>
                  <a:lnTo>
                    <a:pt x="36" y="76"/>
                  </a:lnTo>
                  <a:lnTo>
                    <a:pt x="34" y="74"/>
                  </a:lnTo>
                  <a:lnTo>
                    <a:pt x="30" y="72"/>
                  </a:lnTo>
                  <a:lnTo>
                    <a:pt x="28" y="70"/>
                  </a:lnTo>
                  <a:lnTo>
                    <a:pt x="26" y="6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5" name="Google Shape;345;p60"/>
            <p:cNvSpPr/>
            <p:nvPr/>
          </p:nvSpPr>
          <p:spPr>
            <a:xfrm>
              <a:off x="8514244" y="4802243"/>
              <a:ext cx="140516" cy="267033"/>
            </a:xfrm>
            <a:custGeom>
              <a:rect b="b" l="l" r="r" t="t"/>
              <a:pathLst>
                <a:path extrusionOk="0" h="190" w="86">
                  <a:moveTo>
                    <a:pt x="70" y="0"/>
                  </a:moveTo>
                  <a:lnTo>
                    <a:pt x="70" y="0"/>
                  </a:lnTo>
                  <a:lnTo>
                    <a:pt x="68" y="10"/>
                  </a:lnTo>
                  <a:lnTo>
                    <a:pt x="66" y="22"/>
                  </a:lnTo>
                  <a:lnTo>
                    <a:pt x="60" y="24"/>
                  </a:lnTo>
                  <a:lnTo>
                    <a:pt x="56" y="24"/>
                  </a:lnTo>
                  <a:lnTo>
                    <a:pt x="56" y="26"/>
                  </a:lnTo>
                  <a:lnTo>
                    <a:pt x="58" y="26"/>
                  </a:lnTo>
                  <a:lnTo>
                    <a:pt x="58" y="28"/>
                  </a:lnTo>
                  <a:lnTo>
                    <a:pt x="58" y="32"/>
                  </a:lnTo>
                  <a:lnTo>
                    <a:pt x="56" y="32"/>
                  </a:lnTo>
                  <a:lnTo>
                    <a:pt x="54" y="34"/>
                  </a:lnTo>
                  <a:lnTo>
                    <a:pt x="54" y="40"/>
                  </a:lnTo>
                  <a:lnTo>
                    <a:pt x="52" y="40"/>
                  </a:lnTo>
                  <a:lnTo>
                    <a:pt x="52" y="38"/>
                  </a:lnTo>
                  <a:lnTo>
                    <a:pt x="48" y="38"/>
                  </a:lnTo>
                  <a:lnTo>
                    <a:pt x="48" y="48"/>
                  </a:lnTo>
                  <a:lnTo>
                    <a:pt x="46" y="46"/>
                  </a:lnTo>
                  <a:lnTo>
                    <a:pt x="42" y="46"/>
                  </a:lnTo>
                  <a:lnTo>
                    <a:pt x="40" y="50"/>
                  </a:lnTo>
                  <a:lnTo>
                    <a:pt x="36" y="52"/>
                  </a:lnTo>
                  <a:lnTo>
                    <a:pt x="34" y="50"/>
                  </a:lnTo>
                  <a:lnTo>
                    <a:pt x="30" y="50"/>
                  </a:lnTo>
                  <a:lnTo>
                    <a:pt x="30" y="52"/>
                  </a:lnTo>
                  <a:lnTo>
                    <a:pt x="18" y="60"/>
                  </a:lnTo>
                  <a:lnTo>
                    <a:pt x="12" y="64"/>
                  </a:lnTo>
                  <a:lnTo>
                    <a:pt x="10" y="70"/>
                  </a:lnTo>
                  <a:lnTo>
                    <a:pt x="10" y="80"/>
                  </a:lnTo>
                  <a:lnTo>
                    <a:pt x="14" y="90"/>
                  </a:lnTo>
                  <a:lnTo>
                    <a:pt x="16" y="98"/>
                  </a:lnTo>
                  <a:lnTo>
                    <a:pt x="18" y="104"/>
                  </a:lnTo>
                  <a:lnTo>
                    <a:pt x="16" y="108"/>
                  </a:lnTo>
                  <a:lnTo>
                    <a:pt x="8" y="116"/>
                  </a:lnTo>
                  <a:lnTo>
                    <a:pt x="8" y="120"/>
                  </a:lnTo>
                  <a:lnTo>
                    <a:pt x="8" y="124"/>
                  </a:lnTo>
                  <a:lnTo>
                    <a:pt x="2" y="128"/>
                  </a:lnTo>
                  <a:lnTo>
                    <a:pt x="0" y="138"/>
                  </a:lnTo>
                  <a:lnTo>
                    <a:pt x="2" y="148"/>
                  </a:lnTo>
                  <a:lnTo>
                    <a:pt x="8" y="164"/>
                  </a:lnTo>
                  <a:lnTo>
                    <a:pt x="14" y="180"/>
                  </a:lnTo>
                  <a:lnTo>
                    <a:pt x="18" y="184"/>
                  </a:lnTo>
                  <a:lnTo>
                    <a:pt x="26" y="188"/>
                  </a:lnTo>
                  <a:lnTo>
                    <a:pt x="28" y="190"/>
                  </a:lnTo>
                  <a:lnTo>
                    <a:pt x="30" y="190"/>
                  </a:lnTo>
                  <a:lnTo>
                    <a:pt x="30" y="188"/>
                  </a:lnTo>
                  <a:lnTo>
                    <a:pt x="38" y="186"/>
                  </a:lnTo>
                  <a:lnTo>
                    <a:pt x="44" y="182"/>
                  </a:lnTo>
                  <a:lnTo>
                    <a:pt x="46" y="180"/>
                  </a:lnTo>
                  <a:lnTo>
                    <a:pt x="48" y="174"/>
                  </a:lnTo>
                  <a:lnTo>
                    <a:pt x="50" y="170"/>
                  </a:lnTo>
                  <a:lnTo>
                    <a:pt x="52" y="158"/>
                  </a:lnTo>
                  <a:lnTo>
                    <a:pt x="60" y="138"/>
                  </a:lnTo>
                  <a:lnTo>
                    <a:pt x="64" y="128"/>
                  </a:lnTo>
                  <a:lnTo>
                    <a:pt x="66" y="118"/>
                  </a:lnTo>
                  <a:lnTo>
                    <a:pt x="64" y="110"/>
                  </a:lnTo>
                  <a:lnTo>
                    <a:pt x="64" y="106"/>
                  </a:lnTo>
                  <a:lnTo>
                    <a:pt x="72" y="92"/>
                  </a:lnTo>
                  <a:lnTo>
                    <a:pt x="76" y="82"/>
                  </a:lnTo>
                  <a:lnTo>
                    <a:pt x="76" y="78"/>
                  </a:lnTo>
                  <a:lnTo>
                    <a:pt x="74" y="76"/>
                  </a:lnTo>
                  <a:lnTo>
                    <a:pt x="78" y="72"/>
                  </a:lnTo>
                  <a:lnTo>
                    <a:pt x="78" y="66"/>
                  </a:lnTo>
                  <a:lnTo>
                    <a:pt x="78" y="64"/>
                  </a:lnTo>
                  <a:lnTo>
                    <a:pt x="82" y="64"/>
                  </a:lnTo>
                  <a:lnTo>
                    <a:pt x="82" y="60"/>
                  </a:lnTo>
                  <a:lnTo>
                    <a:pt x="76" y="46"/>
                  </a:lnTo>
                  <a:lnTo>
                    <a:pt x="82" y="46"/>
                  </a:lnTo>
                  <a:lnTo>
                    <a:pt x="82" y="50"/>
                  </a:lnTo>
                  <a:lnTo>
                    <a:pt x="84" y="50"/>
                  </a:lnTo>
                  <a:lnTo>
                    <a:pt x="84" y="48"/>
                  </a:lnTo>
                  <a:lnTo>
                    <a:pt x="84" y="46"/>
                  </a:lnTo>
                  <a:lnTo>
                    <a:pt x="86" y="46"/>
                  </a:lnTo>
                  <a:lnTo>
                    <a:pt x="84" y="26"/>
                  </a:lnTo>
                  <a:lnTo>
                    <a:pt x="84" y="16"/>
                  </a:lnTo>
                  <a:lnTo>
                    <a:pt x="82" y="8"/>
                  </a:lnTo>
                  <a:lnTo>
                    <a:pt x="80" y="8"/>
                  </a:lnTo>
                  <a:lnTo>
                    <a:pt x="78" y="8"/>
                  </a:lnTo>
                  <a:lnTo>
                    <a:pt x="76" y="8"/>
                  </a:lnTo>
                  <a:lnTo>
                    <a:pt x="7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6" name="Google Shape;346;p60"/>
            <p:cNvSpPr/>
            <p:nvPr/>
          </p:nvSpPr>
          <p:spPr>
            <a:xfrm>
              <a:off x="8107377" y="3673178"/>
              <a:ext cx="56626" cy="46596"/>
            </a:xfrm>
            <a:custGeom>
              <a:rect b="b" l="l" r="r" t="t"/>
              <a:pathLst>
                <a:path extrusionOk="0" h="32" w="34">
                  <a:moveTo>
                    <a:pt x="2" y="12"/>
                  </a:moveTo>
                  <a:lnTo>
                    <a:pt x="2" y="12"/>
                  </a:lnTo>
                  <a:lnTo>
                    <a:pt x="2" y="16"/>
                  </a:lnTo>
                  <a:lnTo>
                    <a:pt x="0" y="22"/>
                  </a:lnTo>
                  <a:lnTo>
                    <a:pt x="0" y="24"/>
                  </a:lnTo>
                  <a:lnTo>
                    <a:pt x="2" y="26"/>
                  </a:lnTo>
                  <a:lnTo>
                    <a:pt x="4" y="32"/>
                  </a:lnTo>
                  <a:lnTo>
                    <a:pt x="16" y="30"/>
                  </a:lnTo>
                  <a:lnTo>
                    <a:pt x="18" y="28"/>
                  </a:lnTo>
                  <a:lnTo>
                    <a:pt x="20" y="26"/>
                  </a:lnTo>
                  <a:lnTo>
                    <a:pt x="22" y="26"/>
                  </a:lnTo>
                  <a:lnTo>
                    <a:pt x="22" y="24"/>
                  </a:lnTo>
                  <a:lnTo>
                    <a:pt x="24" y="22"/>
                  </a:lnTo>
                  <a:lnTo>
                    <a:pt x="26" y="22"/>
                  </a:lnTo>
                  <a:lnTo>
                    <a:pt x="28" y="22"/>
                  </a:lnTo>
                  <a:lnTo>
                    <a:pt x="30" y="22"/>
                  </a:lnTo>
                  <a:lnTo>
                    <a:pt x="32" y="22"/>
                  </a:lnTo>
                  <a:lnTo>
                    <a:pt x="32" y="20"/>
                  </a:lnTo>
                  <a:lnTo>
                    <a:pt x="32" y="18"/>
                  </a:lnTo>
                  <a:lnTo>
                    <a:pt x="34" y="16"/>
                  </a:lnTo>
                  <a:lnTo>
                    <a:pt x="30" y="12"/>
                  </a:lnTo>
                  <a:lnTo>
                    <a:pt x="32" y="10"/>
                  </a:lnTo>
                  <a:lnTo>
                    <a:pt x="32" y="6"/>
                  </a:lnTo>
                  <a:lnTo>
                    <a:pt x="32" y="4"/>
                  </a:lnTo>
                  <a:lnTo>
                    <a:pt x="28" y="0"/>
                  </a:lnTo>
                  <a:lnTo>
                    <a:pt x="16" y="4"/>
                  </a:lnTo>
                  <a:lnTo>
                    <a:pt x="12" y="8"/>
                  </a:lnTo>
                  <a:lnTo>
                    <a:pt x="8" y="8"/>
                  </a:lnTo>
                  <a:lnTo>
                    <a:pt x="2"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7" name="Google Shape;347;p60"/>
            <p:cNvSpPr/>
            <p:nvPr/>
          </p:nvSpPr>
          <p:spPr>
            <a:xfrm>
              <a:off x="7830540" y="3493961"/>
              <a:ext cx="10486" cy="19714"/>
            </a:xfrm>
            <a:custGeom>
              <a:rect b="b" l="l" r="r" t="t"/>
              <a:pathLst>
                <a:path extrusionOk="0" h="14" w="6">
                  <a:moveTo>
                    <a:pt x="0" y="8"/>
                  </a:moveTo>
                  <a:lnTo>
                    <a:pt x="0" y="8"/>
                  </a:lnTo>
                  <a:lnTo>
                    <a:pt x="0" y="6"/>
                  </a:lnTo>
                  <a:lnTo>
                    <a:pt x="0" y="4"/>
                  </a:lnTo>
                  <a:lnTo>
                    <a:pt x="0" y="2"/>
                  </a:lnTo>
                  <a:lnTo>
                    <a:pt x="0" y="0"/>
                  </a:lnTo>
                  <a:lnTo>
                    <a:pt x="2" y="0"/>
                  </a:lnTo>
                  <a:lnTo>
                    <a:pt x="4" y="4"/>
                  </a:lnTo>
                  <a:lnTo>
                    <a:pt x="6" y="4"/>
                  </a:lnTo>
                  <a:lnTo>
                    <a:pt x="6" y="6"/>
                  </a:lnTo>
                  <a:lnTo>
                    <a:pt x="6" y="8"/>
                  </a:lnTo>
                  <a:lnTo>
                    <a:pt x="4" y="12"/>
                  </a:lnTo>
                  <a:lnTo>
                    <a:pt x="6" y="14"/>
                  </a:lnTo>
                  <a:lnTo>
                    <a:pt x="2" y="12"/>
                  </a:lnTo>
                  <a:lnTo>
                    <a:pt x="0" y="12"/>
                  </a:lnTo>
                  <a:lnTo>
                    <a:pt x="0" y="10"/>
                  </a:lnTo>
                  <a:lnTo>
                    <a:pt x="0"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8" name="Google Shape;348;p60"/>
            <p:cNvSpPr/>
            <p:nvPr/>
          </p:nvSpPr>
          <p:spPr>
            <a:xfrm>
              <a:off x="8113669" y="3336250"/>
              <a:ext cx="109057" cy="69895"/>
            </a:xfrm>
            <a:custGeom>
              <a:rect b="b" l="l" r="r" t="t"/>
              <a:pathLst>
                <a:path extrusionOk="0" h="50" w="66">
                  <a:moveTo>
                    <a:pt x="0" y="24"/>
                  </a:moveTo>
                  <a:lnTo>
                    <a:pt x="0" y="24"/>
                  </a:lnTo>
                  <a:lnTo>
                    <a:pt x="8" y="32"/>
                  </a:lnTo>
                  <a:lnTo>
                    <a:pt x="10" y="34"/>
                  </a:lnTo>
                  <a:lnTo>
                    <a:pt x="16" y="34"/>
                  </a:lnTo>
                  <a:lnTo>
                    <a:pt x="22" y="34"/>
                  </a:lnTo>
                  <a:lnTo>
                    <a:pt x="24" y="46"/>
                  </a:lnTo>
                  <a:lnTo>
                    <a:pt x="30" y="46"/>
                  </a:lnTo>
                  <a:lnTo>
                    <a:pt x="38" y="48"/>
                  </a:lnTo>
                  <a:lnTo>
                    <a:pt x="42" y="50"/>
                  </a:lnTo>
                  <a:lnTo>
                    <a:pt x="40" y="50"/>
                  </a:lnTo>
                  <a:lnTo>
                    <a:pt x="46" y="48"/>
                  </a:lnTo>
                  <a:lnTo>
                    <a:pt x="52" y="48"/>
                  </a:lnTo>
                  <a:lnTo>
                    <a:pt x="54" y="46"/>
                  </a:lnTo>
                  <a:lnTo>
                    <a:pt x="54" y="44"/>
                  </a:lnTo>
                  <a:lnTo>
                    <a:pt x="58" y="44"/>
                  </a:lnTo>
                  <a:lnTo>
                    <a:pt x="58" y="38"/>
                  </a:lnTo>
                  <a:lnTo>
                    <a:pt x="60" y="32"/>
                  </a:lnTo>
                  <a:lnTo>
                    <a:pt x="64" y="26"/>
                  </a:lnTo>
                  <a:lnTo>
                    <a:pt x="66" y="22"/>
                  </a:lnTo>
                  <a:lnTo>
                    <a:pt x="64" y="20"/>
                  </a:lnTo>
                  <a:lnTo>
                    <a:pt x="60" y="18"/>
                  </a:lnTo>
                  <a:lnTo>
                    <a:pt x="54" y="14"/>
                  </a:lnTo>
                  <a:lnTo>
                    <a:pt x="52" y="14"/>
                  </a:lnTo>
                  <a:lnTo>
                    <a:pt x="48" y="12"/>
                  </a:lnTo>
                  <a:lnTo>
                    <a:pt x="46" y="10"/>
                  </a:lnTo>
                  <a:lnTo>
                    <a:pt x="44" y="8"/>
                  </a:lnTo>
                  <a:lnTo>
                    <a:pt x="38" y="8"/>
                  </a:lnTo>
                  <a:lnTo>
                    <a:pt x="36" y="8"/>
                  </a:lnTo>
                  <a:lnTo>
                    <a:pt x="32" y="6"/>
                  </a:lnTo>
                  <a:lnTo>
                    <a:pt x="22" y="4"/>
                  </a:lnTo>
                  <a:lnTo>
                    <a:pt x="10" y="0"/>
                  </a:lnTo>
                  <a:lnTo>
                    <a:pt x="6" y="2"/>
                  </a:lnTo>
                  <a:lnTo>
                    <a:pt x="2" y="4"/>
                  </a:lnTo>
                  <a:lnTo>
                    <a:pt x="0" y="10"/>
                  </a:lnTo>
                  <a:lnTo>
                    <a:pt x="0" y="14"/>
                  </a:lnTo>
                  <a:lnTo>
                    <a:pt x="0" y="2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49" name="Google Shape;349;p60"/>
            <p:cNvSpPr/>
            <p:nvPr/>
          </p:nvSpPr>
          <p:spPr>
            <a:xfrm>
              <a:off x="7876680" y="3870316"/>
              <a:ext cx="316685" cy="284955"/>
            </a:xfrm>
            <a:custGeom>
              <a:rect b="b" l="l" r="r" t="t"/>
              <a:pathLst>
                <a:path extrusionOk="0" h="202" w="192">
                  <a:moveTo>
                    <a:pt x="34" y="0"/>
                  </a:moveTo>
                  <a:lnTo>
                    <a:pt x="30" y="6"/>
                  </a:lnTo>
                  <a:lnTo>
                    <a:pt x="32" y="10"/>
                  </a:lnTo>
                  <a:lnTo>
                    <a:pt x="30" y="12"/>
                  </a:lnTo>
                  <a:lnTo>
                    <a:pt x="28" y="14"/>
                  </a:lnTo>
                  <a:lnTo>
                    <a:pt x="24" y="16"/>
                  </a:lnTo>
                  <a:lnTo>
                    <a:pt x="22" y="18"/>
                  </a:lnTo>
                  <a:lnTo>
                    <a:pt x="18" y="20"/>
                  </a:lnTo>
                  <a:lnTo>
                    <a:pt x="16" y="20"/>
                  </a:lnTo>
                  <a:lnTo>
                    <a:pt x="16" y="30"/>
                  </a:lnTo>
                  <a:lnTo>
                    <a:pt x="16" y="34"/>
                  </a:lnTo>
                  <a:lnTo>
                    <a:pt x="14" y="36"/>
                  </a:lnTo>
                  <a:lnTo>
                    <a:pt x="12" y="40"/>
                  </a:lnTo>
                  <a:lnTo>
                    <a:pt x="10" y="42"/>
                  </a:lnTo>
                  <a:lnTo>
                    <a:pt x="8" y="42"/>
                  </a:lnTo>
                  <a:lnTo>
                    <a:pt x="6" y="44"/>
                  </a:lnTo>
                  <a:lnTo>
                    <a:pt x="6" y="46"/>
                  </a:lnTo>
                  <a:lnTo>
                    <a:pt x="8" y="48"/>
                  </a:lnTo>
                  <a:lnTo>
                    <a:pt x="6" y="72"/>
                  </a:lnTo>
                  <a:lnTo>
                    <a:pt x="10" y="76"/>
                  </a:lnTo>
                  <a:lnTo>
                    <a:pt x="8" y="78"/>
                  </a:lnTo>
                  <a:lnTo>
                    <a:pt x="6" y="80"/>
                  </a:lnTo>
                  <a:lnTo>
                    <a:pt x="8" y="82"/>
                  </a:lnTo>
                  <a:lnTo>
                    <a:pt x="8" y="84"/>
                  </a:lnTo>
                  <a:lnTo>
                    <a:pt x="8" y="100"/>
                  </a:lnTo>
                  <a:lnTo>
                    <a:pt x="6" y="102"/>
                  </a:lnTo>
                  <a:lnTo>
                    <a:pt x="4" y="104"/>
                  </a:lnTo>
                  <a:lnTo>
                    <a:pt x="0" y="106"/>
                  </a:lnTo>
                  <a:lnTo>
                    <a:pt x="4" y="110"/>
                  </a:lnTo>
                  <a:lnTo>
                    <a:pt x="6" y="114"/>
                  </a:lnTo>
                  <a:lnTo>
                    <a:pt x="8" y="118"/>
                  </a:lnTo>
                  <a:lnTo>
                    <a:pt x="10" y="122"/>
                  </a:lnTo>
                  <a:lnTo>
                    <a:pt x="10" y="126"/>
                  </a:lnTo>
                  <a:lnTo>
                    <a:pt x="12" y="130"/>
                  </a:lnTo>
                  <a:lnTo>
                    <a:pt x="16" y="134"/>
                  </a:lnTo>
                  <a:lnTo>
                    <a:pt x="24" y="134"/>
                  </a:lnTo>
                  <a:lnTo>
                    <a:pt x="26" y="138"/>
                  </a:lnTo>
                  <a:lnTo>
                    <a:pt x="28" y="140"/>
                  </a:lnTo>
                  <a:lnTo>
                    <a:pt x="32" y="142"/>
                  </a:lnTo>
                  <a:lnTo>
                    <a:pt x="34" y="144"/>
                  </a:lnTo>
                  <a:lnTo>
                    <a:pt x="62" y="160"/>
                  </a:lnTo>
                  <a:lnTo>
                    <a:pt x="64" y="158"/>
                  </a:lnTo>
                  <a:lnTo>
                    <a:pt x="72" y="152"/>
                  </a:lnTo>
                  <a:lnTo>
                    <a:pt x="84" y="144"/>
                  </a:lnTo>
                  <a:lnTo>
                    <a:pt x="180" y="202"/>
                  </a:lnTo>
                  <a:lnTo>
                    <a:pt x="180" y="192"/>
                  </a:lnTo>
                  <a:lnTo>
                    <a:pt x="192" y="192"/>
                  </a:lnTo>
                  <a:lnTo>
                    <a:pt x="192" y="164"/>
                  </a:lnTo>
                  <a:lnTo>
                    <a:pt x="190" y="62"/>
                  </a:lnTo>
                  <a:lnTo>
                    <a:pt x="188" y="58"/>
                  </a:lnTo>
                  <a:lnTo>
                    <a:pt x="186" y="56"/>
                  </a:lnTo>
                  <a:lnTo>
                    <a:pt x="186" y="52"/>
                  </a:lnTo>
                  <a:lnTo>
                    <a:pt x="186" y="46"/>
                  </a:lnTo>
                  <a:lnTo>
                    <a:pt x="188" y="42"/>
                  </a:lnTo>
                  <a:lnTo>
                    <a:pt x="190" y="40"/>
                  </a:lnTo>
                  <a:lnTo>
                    <a:pt x="190" y="38"/>
                  </a:lnTo>
                  <a:lnTo>
                    <a:pt x="186" y="32"/>
                  </a:lnTo>
                  <a:lnTo>
                    <a:pt x="186" y="28"/>
                  </a:lnTo>
                  <a:lnTo>
                    <a:pt x="186" y="26"/>
                  </a:lnTo>
                  <a:lnTo>
                    <a:pt x="178" y="20"/>
                  </a:lnTo>
                  <a:lnTo>
                    <a:pt x="172" y="20"/>
                  </a:lnTo>
                  <a:lnTo>
                    <a:pt x="166" y="20"/>
                  </a:lnTo>
                  <a:lnTo>
                    <a:pt x="164" y="14"/>
                  </a:lnTo>
                  <a:lnTo>
                    <a:pt x="146" y="8"/>
                  </a:lnTo>
                  <a:lnTo>
                    <a:pt x="142" y="10"/>
                  </a:lnTo>
                  <a:lnTo>
                    <a:pt x="136" y="14"/>
                  </a:lnTo>
                  <a:lnTo>
                    <a:pt x="128" y="24"/>
                  </a:lnTo>
                  <a:lnTo>
                    <a:pt x="132" y="28"/>
                  </a:lnTo>
                  <a:lnTo>
                    <a:pt x="132" y="32"/>
                  </a:lnTo>
                  <a:lnTo>
                    <a:pt x="132" y="36"/>
                  </a:lnTo>
                  <a:lnTo>
                    <a:pt x="120" y="46"/>
                  </a:lnTo>
                  <a:lnTo>
                    <a:pt x="116" y="40"/>
                  </a:lnTo>
                  <a:lnTo>
                    <a:pt x="108" y="38"/>
                  </a:lnTo>
                  <a:lnTo>
                    <a:pt x="100" y="38"/>
                  </a:lnTo>
                  <a:lnTo>
                    <a:pt x="92" y="36"/>
                  </a:lnTo>
                  <a:lnTo>
                    <a:pt x="86" y="32"/>
                  </a:lnTo>
                  <a:lnTo>
                    <a:pt x="82" y="28"/>
                  </a:lnTo>
                  <a:lnTo>
                    <a:pt x="78" y="24"/>
                  </a:lnTo>
                  <a:lnTo>
                    <a:pt x="74" y="18"/>
                  </a:lnTo>
                  <a:lnTo>
                    <a:pt x="70" y="14"/>
                  </a:lnTo>
                  <a:lnTo>
                    <a:pt x="64" y="14"/>
                  </a:lnTo>
                  <a:lnTo>
                    <a:pt x="58" y="14"/>
                  </a:lnTo>
                  <a:lnTo>
                    <a:pt x="52" y="12"/>
                  </a:lnTo>
                  <a:lnTo>
                    <a:pt x="44" y="12"/>
                  </a:lnTo>
                  <a:lnTo>
                    <a:pt x="44" y="8"/>
                  </a:lnTo>
                  <a:lnTo>
                    <a:pt x="40" y="8"/>
                  </a:lnTo>
                  <a:lnTo>
                    <a:pt x="34" y="6"/>
                  </a:lnTo>
                  <a:lnTo>
                    <a:pt x="34" y="4"/>
                  </a:lnTo>
                  <a:lnTo>
                    <a:pt x="3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0" name="Google Shape;350;p60"/>
            <p:cNvSpPr/>
            <p:nvPr/>
          </p:nvSpPr>
          <p:spPr>
            <a:xfrm>
              <a:off x="7501272" y="4372123"/>
              <a:ext cx="81793" cy="96777"/>
            </a:xfrm>
            <a:custGeom>
              <a:rect b="b" l="l" r="r" t="t"/>
              <a:pathLst>
                <a:path extrusionOk="0" h="68" w="50">
                  <a:moveTo>
                    <a:pt x="0" y="30"/>
                  </a:moveTo>
                  <a:lnTo>
                    <a:pt x="0" y="30"/>
                  </a:lnTo>
                  <a:lnTo>
                    <a:pt x="4" y="38"/>
                  </a:lnTo>
                  <a:lnTo>
                    <a:pt x="6" y="40"/>
                  </a:lnTo>
                  <a:lnTo>
                    <a:pt x="10" y="42"/>
                  </a:lnTo>
                  <a:lnTo>
                    <a:pt x="16" y="46"/>
                  </a:lnTo>
                  <a:lnTo>
                    <a:pt x="30" y="60"/>
                  </a:lnTo>
                  <a:lnTo>
                    <a:pt x="38" y="66"/>
                  </a:lnTo>
                  <a:lnTo>
                    <a:pt x="42" y="68"/>
                  </a:lnTo>
                  <a:lnTo>
                    <a:pt x="48" y="68"/>
                  </a:lnTo>
                  <a:lnTo>
                    <a:pt x="46" y="62"/>
                  </a:lnTo>
                  <a:lnTo>
                    <a:pt x="46" y="58"/>
                  </a:lnTo>
                  <a:lnTo>
                    <a:pt x="46" y="56"/>
                  </a:lnTo>
                  <a:lnTo>
                    <a:pt x="48" y="52"/>
                  </a:lnTo>
                  <a:lnTo>
                    <a:pt x="48" y="50"/>
                  </a:lnTo>
                  <a:lnTo>
                    <a:pt x="50" y="46"/>
                  </a:lnTo>
                  <a:lnTo>
                    <a:pt x="48" y="46"/>
                  </a:lnTo>
                  <a:lnTo>
                    <a:pt x="46" y="44"/>
                  </a:lnTo>
                  <a:lnTo>
                    <a:pt x="44" y="40"/>
                  </a:lnTo>
                  <a:lnTo>
                    <a:pt x="42" y="36"/>
                  </a:lnTo>
                  <a:lnTo>
                    <a:pt x="40" y="32"/>
                  </a:lnTo>
                  <a:lnTo>
                    <a:pt x="32" y="30"/>
                  </a:lnTo>
                  <a:lnTo>
                    <a:pt x="34" y="26"/>
                  </a:lnTo>
                  <a:lnTo>
                    <a:pt x="38" y="22"/>
                  </a:lnTo>
                  <a:lnTo>
                    <a:pt x="38" y="20"/>
                  </a:lnTo>
                  <a:lnTo>
                    <a:pt x="38" y="16"/>
                  </a:lnTo>
                  <a:lnTo>
                    <a:pt x="38" y="14"/>
                  </a:lnTo>
                  <a:lnTo>
                    <a:pt x="36" y="12"/>
                  </a:lnTo>
                  <a:lnTo>
                    <a:pt x="34" y="12"/>
                  </a:lnTo>
                  <a:lnTo>
                    <a:pt x="32" y="12"/>
                  </a:lnTo>
                  <a:lnTo>
                    <a:pt x="28" y="20"/>
                  </a:lnTo>
                  <a:lnTo>
                    <a:pt x="26" y="16"/>
                  </a:lnTo>
                  <a:lnTo>
                    <a:pt x="28" y="14"/>
                  </a:lnTo>
                  <a:lnTo>
                    <a:pt x="28" y="10"/>
                  </a:lnTo>
                  <a:lnTo>
                    <a:pt x="28" y="8"/>
                  </a:lnTo>
                  <a:lnTo>
                    <a:pt x="24" y="0"/>
                  </a:lnTo>
                  <a:lnTo>
                    <a:pt x="24" y="2"/>
                  </a:lnTo>
                  <a:lnTo>
                    <a:pt x="22" y="4"/>
                  </a:lnTo>
                  <a:lnTo>
                    <a:pt x="20" y="4"/>
                  </a:lnTo>
                  <a:lnTo>
                    <a:pt x="18" y="4"/>
                  </a:lnTo>
                  <a:lnTo>
                    <a:pt x="18" y="6"/>
                  </a:lnTo>
                  <a:lnTo>
                    <a:pt x="16" y="8"/>
                  </a:lnTo>
                  <a:lnTo>
                    <a:pt x="12" y="12"/>
                  </a:lnTo>
                  <a:lnTo>
                    <a:pt x="10" y="14"/>
                  </a:lnTo>
                  <a:lnTo>
                    <a:pt x="6" y="20"/>
                  </a:lnTo>
                  <a:lnTo>
                    <a:pt x="0" y="3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1" name="Google Shape;351;p60"/>
            <p:cNvSpPr/>
            <p:nvPr/>
          </p:nvSpPr>
          <p:spPr>
            <a:xfrm>
              <a:off x="8222726" y="5133794"/>
              <a:ext cx="33556" cy="28675"/>
            </a:xfrm>
            <a:custGeom>
              <a:rect b="b" l="l" r="r" t="t"/>
              <a:pathLst>
                <a:path extrusionOk="0" h="20" w="20">
                  <a:moveTo>
                    <a:pt x="10" y="20"/>
                  </a:moveTo>
                  <a:lnTo>
                    <a:pt x="10" y="20"/>
                  </a:lnTo>
                  <a:lnTo>
                    <a:pt x="12" y="16"/>
                  </a:lnTo>
                  <a:lnTo>
                    <a:pt x="16" y="14"/>
                  </a:lnTo>
                  <a:lnTo>
                    <a:pt x="18" y="14"/>
                  </a:lnTo>
                  <a:lnTo>
                    <a:pt x="20" y="14"/>
                  </a:lnTo>
                  <a:lnTo>
                    <a:pt x="20" y="10"/>
                  </a:lnTo>
                  <a:lnTo>
                    <a:pt x="18" y="8"/>
                  </a:lnTo>
                  <a:lnTo>
                    <a:pt x="16" y="4"/>
                  </a:lnTo>
                  <a:lnTo>
                    <a:pt x="14" y="0"/>
                  </a:lnTo>
                  <a:lnTo>
                    <a:pt x="6" y="6"/>
                  </a:lnTo>
                  <a:lnTo>
                    <a:pt x="4" y="8"/>
                  </a:lnTo>
                  <a:lnTo>
                    <a:pt x="2" y="8"/>
                  </a:lnTo>
                  <a:lnTo>
                    <a:pt x="0" y="10"/>
                  </a:lnTo>
                  <a:lnTo>
                    <a:pt x="0" y="12"/>
                  </a:lnTo>
                  <a:lnTo>
                    <a:pt x="0" y="14"/>
                  </a:lnTo>
                  <a:lnTo>
                    <a:pt x="2" y="16"/>
                  </a:lnTo>
                  <a:lnTo>
                    <a:pt x="2" y="20"/>
                  </a:lnTo>
                  <a:lnTo>
                    <a:pt x="6" y="20"/>
                  </a:lnTo>
                  <a:lnTo>
                    <a:pt x="8" y="20"/>
                  </a:lnTo>
                  <a:lnTo>
                    <a:pt x="10" y="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2" name="Google Shape;352;p60"/>
            <p:cNvSpPr/>
            <p:nvPr/>
          </p:nvSpPr>
          <p:spPr>
            <a:xfrm>
              <a:off x="8377923" y="3843434"/>
              <a:ext cx="35653" cy="39428"/>
            </a:xfrm>
            <a:custGeom>
              <a:rect b="b" l="l" r="r" t="t"/>
              <a:pathLst>
                <a:path extrusionOk="0" h="28" w="22">
                  <a:moveTo>
                    <a:pt x="2" y="28"/>
                  </a:moveTo>
                  <a:lnTo>
                    <a:pt x="2" y="28"/>
                  </a:lnTo>
                  <a:lnTo>
                    <a:pt x="10" y="28"/>
                  </a:lnTo>
                  <a:lnTo>
                    <a:pt x="12" y="22"/>
                  </a:lnTo>
                  <a:lnTo>
                    <a:pt x="16" y="20"/>
                  </a:lnTo>
                  <a:lnTo>
                    <a:pt x="16" y="16"/>
                  </a:lnTo>
                  <a:lnTo>
                    <a:pt x="18" y="12"/>
                  </a:lnTo>
                  <a:lnTo>
                    <a:pt x="20" y="6"/>
                  </a:lnTo>
                  <a:lnTo>
                    <a:pt x="22" y="2"/>
                  </a:lnTo>
                  <a:lnTo>
                    <a:pt x="22" y="0"/>
                  </a:lnTo>
                  <a:lnTo>
                    <a:pt x="20" y="0"/>
                  </a:lnTo>
                  <a:lnTo>
                    <a:pt x="16" y="0"/>
                  </a:lnTo>
                  <a:lnTo>
                    <a:pt x="14" y="0"/>
                  </a:lnTo>
                  <a:lnTo>
                    <a:pt x="12" y="2"/>
                  </a:lnTo>
                  <a:lnTo>
                    <a:pt x="10" y="6"/>
                  </a:lnTo>
                  <a:lnTo>
                    <a:pt x="8" y="10"/>
                  </a:lnTo>
                  <a:lnTo>
                    <a:pt x="6" y="16"/>
                  </a:lnTo>
                  <a:lnTo>
                    <a:pt x="2" y="24"/>
                  </a:lnTo>
                  <a:lnTo>
                    <a:pt x="0" y="26"/>
                  </a:lnTo>
                  <a:lnTo>
                    <a:pt x="2" y="2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3" name="Google Shape;353;p60"/>
            <p:cNvSpPr/>
            <p:nvPr/>
          </p:nvSpPr>
          <p:spPr>
            <a:xfrm>
              <a:off x="8117864" y="3289654"/>
              <a:ext cx="142613" cy="73479"/>
            </a:xfrm>
            <a:custGeom>
              <a:rect b="b" l="l" r="r" t="t"/>
              <a:pathLst>
                <a:path extrusionOk="0" h="52" w="86">
                  <a:moveTo>
                    <a:pt x="36" y="4"/>
                  </a:moveTo>
                  <a:lnTo>
                    <a:pt x="36" y="4"/>
                  </a:lnTo>
                  <a:lnTo>
                    <a:pt x="34" y="14"/>
                  </a:lnTo>
                  <a:lnTo>
                    <a:pt x="32" y="20"/>
                  </a:lnTo>
                  <a:lnTo>
                    <a:pt x="26" y="20"/>
                  </a:lnTo>
                  <a:lnTo>
                    <a:pt x="22" y="20"/>
                  </a:lnTo>
                  <a:lnTo>
                    <a:pt x="14" y="6"/>
                  </a:lnTo>
                  <a:lnTo>
                    <a:pt x="8" y="10"/>
                  </a:lnTo>
                  <a:lnTo>
                    <a:pt x="8" y="16"/>
                  </a:lnTo>
                  <a:lnTo>
                    <a:pt x="8" y="20"/>
                  </a:lnTo>
                  <a:lnTo>
                    <a:pt x="4" y="26"/>
                  </a:lnTo>
                  <a:lnTo>
                    <a:pt x="0" y="30"/>
                  </a:lnTo>
                  <a:lnTo>
                    <a:pt x="0" y="36"/>
                  </a:lnTo>
                  <a:lnTo>
                    <a:pt x="8" y="32"/>
                  </a:lnTo>
                  <a:lnTo>
                    <a:pt x="20" y="36"/>
                  </a:lnTo>
                  <a:lnTo>
                    <a:pt x="30" y="38"/>
                  </a:lnTo>
                  <a:lnTo>
                    <a:pt x="34" y="40"/>
                  </a:lnTo>
                  <a:lnTo>
                    <a:pt x="36" y="40"/>
                  </a:lnTo>
                  <a:lnTo>
                    <a:pt x="42" y="40"/>
                  </a:lnTo>
                  <a:lnTo>
                    <a:pt x="44" y="42"/>
                  </a:lnTo>
                  <a:lnTo>
                    <a:pt x="46" y="44"/>
                  </a:lnTo>
                  <a:lnTo>
                    <a:pt x="50" y="46"/>
                  </a:lnTo>
                  <a:lnTo>
                    <a:pt x="52" y="46"/>
                  </a:lnTo>
                  <a:lnTo>
                    <a:pt x="58" y="50"/>
                  </a:lnTo>
                  <a:lnTo>
                    <a:pt x="62" y="52"/>
                  </a:lnTo>
                  <a:lnTo>
                    <a:pt x="66" y="48"/>
                  </a:lnTo>
                  <a:lnTo>
                    <a:pt x="68" y="48"/>
                  </a:lnTo>
                  <a:lnTo>
                    <a:pt x="72" y="48"/>
                  </a:lnTo>
                  <a:lnTo>
                    <a:pt x="74" y="48"/>
                  </a:lnTo>
                  <a:lnTo>
                    <a:pt x="76" y="44"/>
                  </a:lnTo>
                  <a:lnTo>
                    <a:pt x="76" y="38"/>
                  </a:lnTo>
                  <a:lnTo>
                    <a:pt x="78" y="36"/>
                  </a:lnTo>
                  <a:lnTo>
                    <a:pt x="82" y="38"/>
                  </a:lnTo>
                  <a:lnTo>
                    <a:pt x="84" y="38"/>
                  </a:lnTo>
                  <a:lnTo>
                    <a:pt x="86" y="36"/>
                  </a:lnTo>
                  <a:lnTo>
                    <a:pt x="84" y="32"/>
                  </a:lnTo>
                  <a:lnTo>
                    <a:pt x="82" y="26"/>
                  </a:lnTo>
                  <a:lnTo>
                    <a:pt x="80" y="26"/>
                  </a:lnTo>
                  <a:lnTo>
                    <a:pt x="78" y="24"/>
                  </a:lnTo>
                  <a:lnTo>
                    <a:pt x="76" y="24"/>
                  </a:lnTo>
                  <a:lnTo>
                    <a:pt x="76" y="14"/>
                  </a:lnTo>
                  <a:lnTo>
                    <a:pt x="72" y="16"/>
                  </a:lnTo>
                  <a:lnTo>
                    <a:pt x="70" y="16"/>
                  </a:lnTo>
                  <a:lnTo>
                    <a:pt x="70" y="14"/>
                  </a:lnTo>
                  <a:lnTo>
                    <a:pt x="68" y="10"/>
                  </a:lnTo>
                  <a:lnTo>
                    <a:pt x="62" y="12"/>
                  </a:lnTo>
                  <a:lnTo>
                    <a:pt x="60" y="6"/>
                  </a:lnTo>
                  <a:lnTo>
                    <a:pt x="56" y="6"/>
                  </a:lnTo>
                  <a:lnTo>
                    <a:pt x="56" y="4"/>
                  </a:lnTo>
                  <a:lnTo>
                    <a:pt x="52" y="2"/>
                  </a:lnTo>
                  <a:lnTo>
                    <a:pt x="44" y="0"/>
                  </a:lnTo>
                  <a:lnTo>
                    <a:pt x="44" y="2"/>
                  </a:lnTo>
                  <a:lnTo>
                    <a:pt x="42" y="4"/>
                  </a:lnTo>
                  <a:lnTo>
                    <a:pt x="36"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4" name="Google Shape;354;p60"/>
            <p:cNvSpPr/>
            <p:nvPr/>
          </p:nvSpPr>
          <p:spPr>
            <a:xfrm>
              <a:off x="9598523" y="4094337"/>
              <a:ext cx="125835" cy="177425"/>
            </a:xfrm>
            <a:custGeom>
              <a:rect b="b" l="l" r="r" t="t"/>
              <a:pathLst>
                <a:path extrusionOk="0" h="126" w="76">
                  <a:moveTo>
                    <a:pt x="54" y="118"/>
                  </a:moveTo>
                  <a:lnTo>
                    <a:pt x="56" y="116"/>
                  </a:lnTo>
                  <a:lnTo>
                    <a:pt x="58" y="112"/>
                  </a:lnTo>
                  <a:lnTo>
                    <a:pt x="58" y="110"/>
                  </a:lnTo>
                  <a:lnTo>
                    <a:pt x="56" y="104"/>
                  </a:lnTo>
                  <a:lnTo>
                    <a:pt x="54" y="98"/>
                  </a:lnTo>
                  <a:lnTo>
                    <a:pt x="54" y="96"/>
                  </a:lnTo>
                  <a:lnTo>
                    <a:pt x="50" y="92"/>
                  </a:lnTo>
                  <a:lnTo>
                    <a:pt x="48" y="88"/>
                  </a:lnTo>
                  <a:lnTo>
                    <a:pt x="46" y="82"/>
                  </a:lnTo>
                  <a:lnTo>
                    <a:pt x="46" y="76"/>
                  </a:lnTo>
                  <a:lnTo>
                    <a:pt x="42" y="68"/>
                  </a:lnTo>
                  <a:lnTo>
                    <a:pt x="38" y="68"/>
                  </a:lnTo>
                  <a:lnTo>
                    <a:pt x="34" y="66"/>
                  </a:lnTo>
                  <a:lnTo>
                    <a:pt x="32" y="60"/>
                  </a:lnTo>
                  <a:lnTo>
                    <a:pt x="26" y="60"/>
                  </a:lnTo>
                  <a:lnTo>
                    <a:pt x="24" y="64"/>
                  </a:lnTo>
                  <a:lnTo>
                    <a:pt x="20" y="64"/>
                  </a:lnTo>
                  <a:lnTo>
                    <a:pt x="18" y="70"/>
                  </a:lnTo>
                  <a:lnTo>
                    <a:pt x="14" y="70"/>
                  </a:lnTo>
                  <a:lnTo>
                    <a:pt x="12" y="68"/>
                  </a:lnTo>
                  <a:lnTo>
                    <a:pt x="8" y="66"/>
                  </a:lnTo>
                  <a:lnTo>
                    <a:pt x="4" y="66"/>
                  </a:lnTo>
                  <a:lnTo>
                    <a:pt x="4" y="62"/>
                  </a:lnTo>
                  <a:lnTo>
                    <a:pt x="2" y="58"/>
                  </a:lnTo>
                  <a:lnTo>
                    <a:pt x="2" y="56"/>
                  </a:lnTo>
                  <a:lnTo>
                    <a:pt x="8" y="50"/>
                  </a:lnTo>
                  <a:lnTo>
                    <a:pt x="6" y="46"/>
                  </a:lnTo>
                  <a:lnTo>
                    <a:pt x="2" y="46"/>
                  </a:lnTo>
                  <a:lnTo>
                    <a:pt x="0" y="46"/>
                  </a:lnTo>
                  <a:lnTo>
                    <a:pt x="0" y="42"/>
                  </a:lnTo>
                  <a:lnTo>
                    <a:pt x="2" y="36"/>
                  </a:lnTo>
                  <a:lnTo>
                    <a:pt x="2" y="30"/>
                  </a:lnTo>
                  <a:lnTo>
                    <a:pt x="6" y="26"/>
                  </a:lnTo>
                  <a:lnTo>
                    <a:pt x="10" y="26"/>
                  </a:lnTo>
                  <a:lnTo>
                    <a:pt x="14" y="24"/>
                  </a:lnTo>
                  <a:lnTo>
                    <a:pt x="16" y="16"/>
                  </a:lnTo>
                  <a:lnTo>
                    <a:pt x="12" y="4"/>
                  </a:lnTo>
                  <a:lnTo>
                    <a:pt x="12" y="0"/>
                  </a:lnTo>
                  <a:lnTo>
                    <a:pt x="18" y="0"/>
                  </a:lnTo>
                  <a:lnTo>
                    <a:pt x="26" y="4"/>
                  </a:lnTo>
                  <a:lnTo>
                    <a:pt x="24" y="8"/>
                  </a:lnTo>
                  <a:lnTo>
                    <a:pt x="28" y="12"/>
                  </a:lnTo>
                  <a:lnTo>
                    <a:pt x="32" y="16"/>
                  </a:lnTo>
                  <a:lnTo>
                    <a:pt x="34" y="18"/>
                  </a:lnTo>
                  <a:lnTo>
                    <a:pt x="38" y="20"/>
                  </a:lnTo>
                  <a:lnTo>
                    <a:pt x="42" y="16"/>
                  </a:lnTo>
                  <a:lnTo>
                    <a:pt x="48" y="18"/>
                  </a:lnTo>
                  <a:lnTo>
                    <a:pt x="52" y="22"/>
                  </a:lnTo>
                  <a:lnTo>
                    <a:pt x="52" y="30"/>
                  </a:lnTo>
                  <a:lnTo>
                    <a:pt x="48" y="32"/>
                  </a:lnTo>
                  <a:lnTo>
                    <a:pt x="48" y="42"/>
                  </a:lnTo>
                  <a:lnTo>
                    <a:pt x="46" y="44"/>
                  </a:lnTo>
                  <a:lnTo>
                    <a:pt x="40" y="44"/>
                  </a:lnTo>
                  <a:lnTo>
                    <a:pt x="36" y="46"/>
                  </a:lnTo>
                  <a:lnTo>
                    <a:pt x="38" y="52"/>
                  </a:lnTo>
                  <a:lnTo>
                    <a:pt x="46" y="56"/>
                  </a:lnTo>
                  <a:lnTo>
                    <a:pt x="48" y="64"/>
                  </a:lnTo>
                  <a:lnTo>
                    <a:pt x="54" y="72"/>
                  </a:lnTo>
                  <a:lnTo>
                    <a:pt x="58" y="74"/>
                  </a:lnTo>
                  <a:lnTo>
                    <a:pt x="58" y="78"/>
                  </a:lnTo>
                  <a:lnTo>
                    <a:pt x="62" y="84"/>
                  </a:lnTo>
                  <a:lnTo>
                    <a:pt x="66" y="88"/>
                  </a:lnTo>
                  <a:lnTo>
                    <a:pt x="68" y="92"/>
                  </a:lnTo>
                  <a:lnTo>
                    <a:pt x="72" y="98"/>
                  </a:lnTo>
                  <a:lnTo>
                    <a:pt x="76" y="100"/>
                  </a:lnTo>
                  <a:lnTo>
                    <a:pt x="76" y="106"/>
                  </a:lnTo>
                  <a:lnTo>
                    <a:pt x="76" y="114"/>
                  </a:lnTo>
                  <a:lnTo>
                    <a:pt x="76" y="118"/>
                  </a:lnTo>
                  <a:lnTo>
                    <a:pt x="72" y="118"/>
                  </a:lnTo>
                  <a:lnTo>
                    <a:pt x="68" y="116"/>
                  </a:lnTo>
                  <a:lnTo>
                    <a:pt x="64" y="114"/>
                  </a:lnTo>
                  <a:lnTo>
                    <a:pt x="62" y="118"/>
                  </a:lnTo>
                  <a:lnTo>
                    <a:pt x="62" y="124"/>
                  </a:lnTo>
                  <a:lnTo>
                    <a:pt x="58" y="126"/>
                  </a:lnTo>
                  <a:lnTo>
                    <a:pt x="54" y="122"/>
                  </a:lnTo>
                  <a:lnTo>
                    <a:pt x="54" y="1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5" name="Google Shape;355;p60"/>
            <p:cNvSpPr/>
            <p:nvPr/>
          </p:nvSpPr>
          <p:spPr>
            <a:xfrm>
              <a:off x="9015487" y="3657048"/>
              <a:ext cx="203433" cy="84232"/>
            </a:xfrm>
            <a:custGeom>
              <a:rect b="b" l="l" r="r" t="t"/>
              <a:pathLst>
                <a:path extrusionOk="0" h="60" w="124">
                  <a:moveTo>
                    <a:pt x="42" y="58"/>
                  </a:moveTo>
                  <a:lnTo>
                    <a:pt x="42" y="58"/>
                  </a:lnTo>
                  <a:lnTo>
                    <a:pt x="38" y="58"/>
                  </a:lnTo>
                  <a:lnTo>
                    <a:pt x="34" y="58"/>
                  </a:lnTo>
                  <a:lnTo>
                    <a:pt x="30" y="60"/>
                  </a:lnTo>
                  <a:lnTo>
                    <a:pt x="26" y="60"/>
                  </a:lnTo>
                  <a:lnTo>
                    <a:pt x="24" y="60"/>
                  </a:lnTo>
                  <a:lnTo>
                    <a:pt x="22" y="58"/>
                  </a:lnTo>
                  <a:lnTo>
                    <a:pt x="20" y="56"/>
                  </a:lnTo>
                  <a:lnTo>
                    <a:pt x="18" y="56"/>
                  </a:lnTo>
                  <a:lnTo>
                    <a:pt x="14" y="58"/>
                  </a:lnTo>
                  <a:lnTo>
                    <a:pt x="12" y="58"/>
                  </a:lnTo>
                  <a:lnTo>
                    <a:pt x="12" y="56"/>
                  </a:lnTo>
                  <a:lnTo>
                    <a:pt x="10" y="54"/>
                  </a:lnTo>
                  <a:lnTo>
                    <a:pt x="4" y="56"/>
                  </a:lnTo>
                  <a:lnTo>
                    <a:pt x="0" y="50"/>
                  </a:lnTo>
                  <a:lnTo>
                    <a:pt x="6" y="48"/>
                  </a:lnTo>
                  <a:lnTo>
                    <a:pt x="10" y="50"/>
                  </a:lnTo>
                  <a:lnTo>
                    <a:pt x="12" y="46"/>
                  </a:lnTo>
                  <a:lnTo>
                    <a:pt x="14" y="46"/>
                  </a:lnTo>
                  <a:lnTo>
                    <a:pt x="14" y="48"/>
                  </a:lnTo>
                  <a:lnTo>
                    <a:pt x="16" y="50"/>
                  </a:lnTo>
                  <a:lnTo>
                    <a:pt x="18" y="48"/>
                  </a:lnTo>
                  <a:lnTo>
                    <a:pt x="18" y="46"/>
                  </a:lnTo>
                  <a:lnTo>
                    <a:pt x="20" y="44"/>
                  </a:lnTo>
                  <a:lnTo>
                    <a:pt x="26" y="46"/>
                  </a:lnTo>
                  <a:lnTo>
                    <a:pt x="30" y="44"/>
                  </a:lnTo>
                  <a:lnTo>
                    <a:pt x="32" y="42"/>
                  </a:lnTo>
                  <a:lnTo>
                    <a:pt x="36" y="36"/>
                  </a:lnTo>
                  <a:lnTo>
                    <a:pt x="38" y="34"/>
                  </a:lnTo>
                  <a:lnTo>
                    <a:pt x="36" y="34"/>
                  </a:lnTo>
                  <a:lnTo>
                    <a:pt x="32" y="32"/>
                  </a:lnTo>
                  <a:lnTo>
                    <a:pt x="28" y="30"/>
                  </a:lnTo>
                  <a:lnTo>
                    <a:pt x="24" y="30"/>
                  </a:lnTo>
                  <a:lnTo>
                    <a:pt x="22" y="30"/>
                  </a:lnTo>
                  <a:lnTo>
                    <a:pt x="22" y="26"/>
                  </a:lnTo>
                  <a:lnTo>
                    <a:pt x="22" y="24"/>
                  </a:lnTo>
                  <a:lnTo>
                    <a:pt x="18" y="26"/>
                  </a:lnTo>
                  <a:lnTo>
                    <a:pt x="16" y="26"/>
                  </a:lnTo>
                  <a:lnTo>
                    <a:pt x="14" y="26"/>
                  </a:lnTo>
                  <a:lnTo>
                    <a:pt x="14" y="24"/>
                  </a:lnTo>
                  <a:lnTo>
                    <a:pt x="12" y="22"/>
                  </a:lnTo>
                  <a:lnTo>
                    <a:pt x="10" y="22"/>
                  </a:lnTo>
                  <a:lnTo>
                    <a:pt x="14" y="20"/>
                  </a:lnTo>
                  <a:lnTo>
                    <a:pt x="20" y="16"/>
                  </a:lnTo>
                  <a:lnTo>
                    <a:pt x="20" y="14"/>
                  </a:lnTo>
                  <a:lnTo>
                    <a:pt x="20" y="12"/>
                  </a:lnTo>
                  <a:lnTo>
                    <a:pt x="18" y="10"/>
                  </a:lnTo>
                  <a:lnTo>
                    <a:pt x="14" y="12"/>
                  </a:lnTo>
                  <a:lnTo>
                    <a:pt x="18" y="8"/>
                  </a:lnTo>
                  <a:lnTo>
                    <a:pt x="20" y="6"/>
                  </a:lnTo>
                  <a:lnTo>
                    <a:pt x="24" y="4"/>
                  </a:lnTo>
                  <a:lnTo>
                    <a:pt x="32" y="4"/>
                  </a:lnTo>
                  <a:lnTo>
                    <a:pt x="36" y="6"/>
                  </a:lnTo>
                  <a:lnTo>
                    <a:pt x="40" y="8"/>
                  </a:lnTo>
                  <a:lnTo>
                    <a:pt x="42" y="12"/>
                  </a:lnTo>
                  <a:lnTo>
                    <a:pt x="44" y="12"/>
                  </a:lnTo>
                  <a:lnTo>
                    <a:pt x="46" y="8"/>
                  </a:lnTo>
                  <a:lnTo>
                    <a:pt x="48" y="8"/>
                  </a:lnTo>
                  <a:lnTo>
                    <a:pt x="48" y="6"/>
                  </a:lnTo>
                  <a:lnTo>
                    <a:pt x="52" y="2"/>
                  </a:lnTo>
                  <a:lnTo>
                    <a:pt x="54" y="2"/>
                  </a:lnTo>
                  <a:lnTo>
                    <a:pt x="58" y="0"/>
                  </a:lnTo>
                  <a:lnTo>
                    <a:pt x="60" y="2"/>
                  </a:lnTo>
                  <a:lnTo>
                    <a:pt x="62" y="4"/>
                  </a:lnTo>
                  <a:lnTo>
                    <a:pt x="66" y="6"/>
                  </a:lnTo>
                  <a:lnTo>
                    <a:pt x="68" y="6"/>
                  </a:lnTo>
                  <a:lnTo>
                    <a:pt x="74" y="4"/>
                  </a:lnTo>
                  <a:lnTo>
                    <a:pt x="80" y="0"/>
                  </a:lnTo>
                  <a:lnTo>
                    <a:pt x="94" y="0"/>
                  </a:lnTo>
                  <a:lnTo>
                    <a:pt x="100" y="0"/>
                  </a:lnTo>
                  <a:lnTo>
                    <a:pt x="104" y="0"/>
                  </a:lnTo>
                  <a:lnTo>
                    <a:pt x="108" y="2"/>
                  </a:lnTo>
                  <a:lnTo>
                    <a:pt x="112" y="4"/>
                  </a:lnTo>
                  <a:lnTo>
                    <a:pt x="114" y="6"/>
                  </a:lnTo>
                  <a:lnTo>
                    <a:pt x="118" y="8"/>
                  </a:lnTo>
                  <a:lnTo>
                    <a:pt x="124" y="10"/>
                  </a:lnTo>
                  <a:lnTo>
                    <a:pt x="114" y="14"/>
                  </a:lnTo>
                  <a:lnTo>
                    <a:pt x="108" y="20"/>
                  </a:lnTo>
                  <a:lnTo>
                    <a:pt x="106" y="20"/>
                  </a:lnTo>
                  <a:lnTo>
                    <a:pt x="102" y="22"/>
                  </a:lnTo>
                  <a:lnTo>
                    <a:pt x="102" y="28"/>
                  </a:lnTo>
                  <a:lnTo>
                    <a:pt x="98" y="28"/>
                  </a:lnTo>
                  <a:lnTo>
                    <a:pt x="94" y="30"/>
                  </a:lnTo>
                  <a:lnTo>
                    <a:pt x="88" y="30"/>
                  </a:lnTo>
                  <a:lnTo>
                    <a:pt x="82" y="34"/>
                  </a:lnTo>
                  <a:lnTo>
                    <a:pt x="82" y="40"/>
                  </a:lnTo>
                  <a:lnTo>
                    <a:pt x="82" y="42"/>
                  </a:lnTo>
                  <a:lnTo>
                    <a:pt x="80" y="44"/>
                  </a:lnTo>
                  <a:lnTo>
                    <a:pt x="76" y="46"/>
                  </a:lnTo>
                  <a:lnTo>
                    <a:pt x="70" y="46"/>
                  </a:lnTo>
                  <a:lnTo>
                    <a:pt x="68" y="48"/>
                  </a:lnTo>
                  <a:lnTo>
                    <a:pt x="64" y="50"/>
                  </a:lnTo>
                  <a:lnTo>
                    <a:pt x="64" y="48"/>
                  </a:lnTo>
                  <a:lnTo>
                    <a:pt x="62" y="46"/>
                  </a:lnTo>
                  <a:lnTo>
                    <a:pt x="60" y="44"/>
                  </a:lnTo>
                  <a:lnTo>
                    <a:pt x="56" y="44"/>
                  </a:lnTo>
                  <a:lnTo>
                    <a:pt x="54" y="48"/>
                  </a:lnTo>
                  <a:lnTo>
                    <a:pt x="50" y="52"/>
                  </a:lnTo>
                  <a:lnTo>
                    <a:pt x="46" y="54"/>
                  </a:lnTo>
                  <a:lnTo>
                    <a:pt x="42" y="58"/>
                  </a:lnTo>
                  <a:close/>
                  <a:moveTo>
                    <a:pt x="100" y="2"/>
                  </a:moveTo>
                  <a:lnTo>
                    <a:pt x="100" y="2"/>
                  </a:lnTo>
                  <a:lnTo>
                    <a:pt x="102" y="2"/>
                  </a:lnTo>
                  <a:lnTo>
                    <a:pt x="104" y="2"/>
                  </a:lnTo>
                  <a:lnTo>
                    <a:pt x="102" y="6"/>
                  </a:lnTo>
                  <a:lnTo>
                    <a:pt x="96" y="12"/>
                  </a:lnTo>
                  <a:lnTo>
                    <a:pt x="86" y="12"/>
                  </a:lnTo>
                  <a:lnTo>
                    <a:pt x="84" y="6"/>
                  </a:lnTo>
                  <a:lnTo>
                    <a:pt x="90" y="6"/>
                  </a:lnTo>
                  <a:lnTo>
                    <a:pt x="96" y="4"/>
                  </a:lnTo>
                  <a:lnTo>
                    <a:pt x="98" y="2"/>
                  </a:lnTo>
                  <a:lnTo>
                    <a:pt x="10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6" name="Google Shape;356;p60"/>
            <p:cNvSpPr/>
            <p:nvPr/>
          </p:nvSpPr>
          <p:spPr>
            <a:xfrm>
              <a:off x="8579259" y="3933042"/>
              <a:ext cx="46140" cy="34051"/>
            </a:xfrm>
            <a:custGeom>
              <a:rect b="b" l="l" r="r" t="t"/>
              <a:pathLst>
                <a:path extrusionOk="0" h="24" w="28">
                  <a:moveTo>
                    <a:pt x="28" y="22"/>
                  </a:moveTo>
                  <a:lnTo>
                    <a:pt x="28" y="22"/>
                  </a:lnTo>
                  <a:lnTo>
                    <a:pt x="24" y="18"/>
                  </a:lnTo>
                  <a:lnTo>
                    <a:pt x="20" y="14"/>
                  </a:lnTo>
                  <a:lnTo>
                    <a:pt x="22" y="10"/>
                  </a:lnTo>
                  <a:lnTo>
                    <a:pt x="22" y="6"/>
                  </a:lnTo>
                  <a:lnTo>
                    <a:pt x="28" y="6"/>
                  </a:lnTo>
                  <a:lnTo>
                    <a:pt x="24" y="0"/>
                  </a:lnTo>
                  <a:lnTo>
                    <a:pt x="22" y="0"/>
                  </a:lnTo>
                  <a:lnTo>
                    <a:pt x="18" y="0"/>
                  </a:lnTo>
                  <a:lnTo>
                    <a:pt x="16" y="0"/>
                  </a:lnTo>
                  <a:lnTo>
                    <a:pt x="14" y="2"/>
                  </a:lnTo>
                  <a:lnTo>
                    <a:pt x="10" y="8"/>
                  </a:lnTo>
                  <a:lnTo>
                    <a:pt x="4" y="14"/>
                  </a:lnTo>
                  <a:lnTo>
                    <a:pt x="0" y="16"/>
                  </a:lnTo>
                  <a:lnTo>
                    <a:pt x="14" y="20"/>
                  </a:lnTo>
                  <a:lnTo>
                    <a:pt x="16" y="24"/>
                  </a:lnTo>
                  <a:lnTo>
                    <a:pt x="28" y="2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7" name="Google Shape;357;p60"/>
            <p:cNvSpPr/>
            <p:nvPr/>
          </p:nvSpPr>
          <p:spPr>
            <a:xfrm>
              <a:off x="8598134" y="3372094"/>
              <a:ext cx="769691" cy="333343"/>
            </a:xfrm>
            <a:custGeom>
              <a:rect b="b" l="l" r="r" t="t"/>
              <a:pathLst>
                <a:path extrusionOk="0" h="236" w="466">
                  <a:moveTo>
                    <a:pt x="130" y="164"/>
                  </a:moveTo>
                  <a:lnTo>
                    <a:pt x="130" y="164"/>
                  </a:lnTo>
                  <a:lnTo>
                    <a:pt x="132" y="162"/>
                  </a:lnTo>
                  <a:lnTo>
                    <a:pt x="136" y="162"/>
                  </a:lnTo>
                  <a:lnTo>
                    <a:pt x="134" y="160"/>
                  </a:lnTo>
                  <a:lnTo>
                    <a:pt x="136" y="160"/>
                  </a:lnTo>
                  <a:lnTo>
                    <a:pt x="140" y="160"/>
                  </a:lnTo>
                  <a:lnTo>
                    <a:pt x="138" y="162"/>
                  </a:lnTo>
                  <a:lnTo>
                    <a:pt x="138" y="164"/>
                  </a:lnTo>
                  <a:lnTo>
                    <a:pt x="140" y="164"/>
                  </a:lnTo>
                  <a:lnTo>
                    <a:pt x="144" y="156"/>
                  </a:lnTo>
                  <a:lnTo>
                    <a:pt x="154" y="152"/>
                  </a:lnTo>
                  <a:lnTo>
                    <a:pt x="152" y="150"/>
                  </a:lnTo>
                  <a:lnTo>
                    <a:pt x="150" y="148"/>
                  </a:lnTo>
                  <a:lnTo>
                    <a:pt x="152" y="148"/>
                  </a:lnTo>
                  <a:lnTo>
                    <a:pt x="156" y="148"/>
                  </a:lnTo>
                  <a:lnTo>
                    <a:pt x="160" y="150"/>
                  </a:lnTo>
                  <a:lnTo>
                    <a:pt x="160" y="146"/>
                  </a:lnTo>
                  <a:lnTo>
                    <a:pt x="162" y="146"/>
                  </a:lnTo>
                  <a:lnTo>
                    <a:pt x="162" y="148"/>
                  </a:lnTo>
                  <a:lnTo>
                    <a:pt x="166" y="148"/>
                  </a:lnTo>
                  <a:lnTo>
                    <a:pt x="162" y="154"/>
                  </a:lnTo>
                  <a:lnTo>
                    <a:pt x="160" y="162"/>
                  </a:lnTo>
                  <a:lnTo>
                    <a:pt x="160" y="170"/>
                  </a:lnTo>
                  <a:lnTo>
                    <a:pt x="160" y="174"/>
                  </a:lnTo>
                  <a:lnTo>
                    <a:pt x="164" y="176"/>
                  </a:lnTo>
                  <a:lnTo>
                    <a:pt x="168" y="178"/>
                  </a:lnTo>
                  <a:lnTo>
                    <a:pt x="166" y="180"/>
                  </a:lnTo>
                  <a:lnTo>
                    <a:pt x="166" y="182"/>
                  </a:lnTo>
                  <a:lnTo>
                    <a:pt x="166" y="184"/>
                  </a:lnTo>
                  <a:lnTo>
                    <a:pt x="168" y="184"/>
                  </a:lnTo>
                  <a:lnTo>
                    <a:pt x="168" y="186"/>
                  </a:lnTo>
                  <a:lnTo>
                    <a:pt x="164" y="186"/>
                  </a:lnTo>
                  <a:lnTo>
                    <a:pt x="166" y="190"/>
                  </a:lnTo>
                  <a:lnTo>
                    <a:pt x="166" y="194"/>
                  </a:lnTo>
                  <a:lnTo>
                    <a:pt x="168" y="206"/>
                  </a:lnTo>
                  <a:lnTo>
                    <a:pt x="172" y="206"/>
                  </a:lnTo>
                  <a:lnTo>
                    <a:pt x="180" y="208"/>
                  </a:lnTo>
                  <a:lnTo>
                    <a:pt x="194" y="210"/>
                  </a:lnTo>
                  <a:lnTo>
                    <a:pt x="196" y="208"/>
                  </a:lnTo>
                  <a:lnTo>
                    <a:pt x="200" y="214"/>
                  </a:lnTo>
                  <a:lnTo>
                    <a:pt x="202" y="216"/>
                  </a:lnTo>
                  <a:lnTo>
                    <a:pt x="206" y="216"/>
                  </a:lnTo>
                  <a:lnTo>
                    <a:pt x="208" y="216"/>
                  </a:lnTo>
                  <a:lnTo>
                    <a:pt x="210" y="218"/>
                  </a:lnTo>
                  <a:lnTo>
                    <a:pt x="210" y="220"/>
                  </a:lnTo>
                  <a:lnTo>
                    <a:pt x="212" y="220"/>
                  </a:lnTo>
                  <a:lnTo>
                    <a:pt x="210" y="224"/>
                  </a:lnTo>
                  <a:lnTo>
                    <a:pt x="212" y="226"/>
                  </a:lnTo>
                  <a:lnTo>
                    <a:pt x="216" y="228"/>
                  </a:lnTo>
                  <a:lnTo>
                    <a:pt x="222" y="228"/>
                  </a:lnTo>
                  <a:lnTo>
                    <a:pt x="226" y="228"/>
                  </a:lnTo>
                  <a:lnTo>
                    <a:pt x="230" y="230"/>
                  </a:lnTo>
                  <a:lnTo>
                    <a:pt x="230" y="234"/>
                  </a:lnTo>
                  <a:lnTo>
                    <a:pt x="230" y="236"/>
                  </a:lnTo>
                  <a:lnTo>
                    <a:pt x="232" y="236"/>
                  </a:lnTo>
                  <a:lnTo>
                    <a:pt x="236" y="236"/>
                  </a:lnTo>
                  <a:lnTo>
                    <a:pt x="236" y="230"/>
                  </a:lnTo>
                  <a:lnTo>
                    <a:pt x="242" y="230"/>
                  </a:lnTo>
                  <a:lnTo>
                    <a:pt x="244" y="226"/>
                  </a:lnTo>
                  <a:lnTo>
                    <a:pt x="246" y="222"/>
                  </a:lnTo>
                  <a:lnTo>
                    <a:pt x="250" y="222"/>
                  </a:lnTo>
                  <a:lnTo>
                    <a:pt x="252" y="220"/>
                  </a:lnTo>
                  <a:lnTo>
                    <a:pt x="254" y="218"/>
                  </a:lnTo>
                  <a:lnTo>
                    <a:pt x="260" y="216"/>
                  </a:lnTo>
                  <a:lnTo>
                    <a:pt x="262" y="216"/>
                  </a:lnTo>
                  <a:lnTo>
                    <a:pt x="266" y="214"/>
                  </a:lnTo>
                  <a:lnTo>
                    <a:pt x="268" y="210"/>
                  </a:lnTo>
                  <a:lnTo>
                    <a:pt x="272" y="208"/>
                  </a:lnTo>
                  <a:lnTo>
                    <a:pt x="276" y="206"/>
                  </a:lnTo>
                  <a:lnTo>
                    <a:pt x="284" y="206"/>
                  </a:lnTo>
                  <a:lnTo>
                    <a:pt x="288" y="208"/>
                  </a:lnTo>
                  <a:lnTo>
                    <a:pt x="292" y="210"/>
                  </a:lnTo>
                  <a:lnTo>
                    <a:pt x="294" y="214"/>
                  </a:lnTo>
                  <a:lnTo>
                    <a:pt x="296" y="214"/>
                  </a:lnTo>
                  <a:lnTo>
                    <a:pt x="298" y="210"/>
                  </a:lnTo>
                  <a:lnTo>
                    <a:pt x="300" y="210"/>
                  </a:lnTo>
                  <a:lnTo>
                    <a:pt x="300" y="208"/>
                  </a:lnTo>
                  <a:lnTo>
                    <a:pt x="304" y="204"/>
                  </a:lnTo>
                  <a:lnTo>
                    <a:pt x="306" y="204"/>
                  </a:lnTo>
                  <a:lnTo>
                    <a:pt x="310" y="202"/>
                  </a:lnTo>
                  <a:lnTo>
                    <a:pt x="312" y="204"/>
                  </a:lnTo>
                  <a:lnTo>
                    <a:pt x="314" y="206"/>
                  </a:lnTo>
                  <a:lnTo>
                    <a:pt x="318" y="208"/>
                  </a:lnTo>
                  <a:lnTo>
                    <a:pt x="320" y="208"/>
                  </a:lnTo>
                  <a:lnTo>
                    <a:pt x="326" y="206"/>
                  </a:lnTo>
                  <a:lnTo>
                    <a:pt x="332" y="202"/>
                  </a:lnTo>
                  <a:lnTo>
                    <a:pt x="346" y="202"/>
                  </a:lnTo>
                  <a:lnTo>
                    <a:pt x="352" y="202"/>
                  </a:lnTo>
                  <a:lnTo>
                    <a:pt x="356" y="202"/>
                  </a:lnTo>
                  <a:lnTo>
                    <a:pt x="360" y="204"/>
                  </a:lnTo>
                  <a:lnTo>
                    <a:pt x="364" y="206"/>
                  </a:lnTo>
                  <a:lnTo>
                    <a:pt x="366" y="208"/>
                  </a:lnTo>
                  <a:lnTo>
                    <a:pt x="370" y="210"/>
                  </a:lnTo>
                  <a:lnTo>
                    <a:pt x="374" y="212"/>
                  </a:lnTo>
                  <a:lnTo>
                    <a:pt x="376" y="204"/>
                  </a:lnTo>
                  <a:lnTo>
                    <a:pt x="380" y="194"/>
                  </a:lnTo>
                  <a:lnTo>
                    <a:pt x="378" y="188"/>
                  </a:lnTo>
                  <a:lnTo>
                    <a:pt x="372" y="182"/>
                  </a:lnTo>
                  <a:lnTo>
                    <a:pt x="370" y="178"/>
                  </a:lnTo>
                  <a:lnTo>
                    <a:pt x="372" y="176"/>
                  </a:lnTo>
                  <a:lnTo>
                    <a:pt x="382" y="174"/>
                  </a:lnTo>
                  <a:lnTo>
                    <a:pt x="390" y="170"/>
                  </a:lnTo>
                  <a:lnTo>
                    <a:pt x="402" y="170"/>
                  </a:lnTo>
                  <a:lnTo>
                    <a:pt x="404" y="166"/>
                  </a:lnTo>
                  <a:lnTo>
                    <a:pt x="400" y="162"/>
                  </a:lnTo>
                  <a:lnTo>
                    <a:pt x="398" y="156"/>
                  </a:lnTo>
                  <a:lnTo>
                    <a:pt x="400" y="146"/>
                  </a:lnTo>
                  <a:lnTo>
                    <a:pt x="406" y="142"/>
                  </a:lnTo>
                  <a:lnTo>
                    <a:pt x="410" y="136"/>
                  </a:lnTo>
                  <a:lnTo>
                    <a:pt x="414" y="132"/>
                  </a:lnTo>
                  <a:lnTo>
                    <a:pt x="420" y="132"/>
                  </a:lnTo>
                  <a:lnTo>
                    <a:pt x="430" y="128"/>
                  </a:lnTo>
                  <a:lnTo>
                    <a:pt x="430" y="124"/>
                  </a:lnTo>
                  <a:lnTo>
                    <a:pt x="432" y="120"/>
                  </a:lnTo>
                  <a:lnTo>
                    <a:pt x="440" y="116"/>
                  </a:lnTo>
                  <a:lnTo>
                    <a:pt x="442" y="112"/>
                  </a:lnTo>
                  <a:lnTo>
                    <a:pt x="448" y="108"/>
                  </a:lnTo>
                  <a:lnTo>
                    <a:pt x="466" y="104"/>
                  </a:lnTo>
                  <a:lnTo>
                    <a:pt x="456" y="102"/>
                  </a:lnTo>
                  <a:lnTo>
                    <a:pt x="454" y="100"/>
                  </a:lnTo>
                  <a:lnTo>
                    <a:pt x="450" y="94"/>
                  </a:lnTo>
                  <a:lnTo>
                    <a:pt x="446" y="90"/>
                  </a:lnTo>
                  <a:lnTo>
                    <a:pt x="442" y="88"/>
                  </a:lnTo>
                  <a:lnTo>
                    <a:pt x="432" y="90"/>
                  </a:lnTo>
                  <a:lnTo>
                    <a:pt x="418" y="96"/>
                  </a:lnTo>
                  <a:lnTo>
                    <a:pt x="410" y="98"/>
                  </a:lnTo>
                  <a:lnTo>
                    <a:pt x="404" y="96"/>
                  </a:lnTo>
                  <a:lnTo>
                    <a:pt x="402" y="92"/>
                  </a:lnTo>
                  <a:lnTo>
                    <a:pt x="400" y="84"/>
                  </a:lnTo>
                  <a:lnTo>
                    <a:pt x="398" y="76"/>
                  </a:lnTo>
                  <a:lnTo>
                    <a:pt x="394" y="72"/>
                  </a:lnTo>
                  <a:lnTo>
                    <a:pt x="390" y="68"/>
                  </a:lnTo>
                  <a:lnTo>
                    <a:pt x="388" y="66"/>
                  </a:lnTo>
                  <a:lnTo>
                    <a:pt x="374" y="66"/>
                  </a:lnTo>
                  <a:lnTo>
                    <a:pt x="370" y="68"/>
                  </a:lnTo>
                  <a:lnTo>
                    <a:pt x="364" y="70"/>
                  </a:lnTo>
                  <a:lnTo>
                    <a:pt x="360" y="66"/>
                  </a:lnTo>
                  <a:lnTo>
                    <a:pt x="356" y="62"/>
                  </a:lnTo>
                  <a:lnTo>
                    <a:pt x="350" y="48"/>
                  </a:lnTo>
                  <a:lnTo>
                    <a:pt x="342" y="30"/>
                  </a:lnTo>
                  <a:lnTo>
                    <a:pt x="334" y="16"/>
                  </a:lnTo>
                  <a:lnTo>
                    <a:pt x="336" y="10"/>
                  </a:lnTo>
                  <a:lnTo>
                    <a:pt x="334" y="8"/>
                  </a:lnTo>
                  <a:lnTo>
                    <a:pt x="324" y="10"/>
                  </a:lnTo>
                  <a:lnTo>
                    <a:pt x="316" y="14"/>
                  </a:lnTo>
                  <a:lnTo>
                    <a:pt x="304" y="18"/>
                  </a:lnTo>
                  <a:lnTo>
                    <a:pt x="294" y="22"/>
                  </a:lnTo>
                  <a:lnTo>
                    <a:pt x="284" y="22"/>
                  </a:lnTo>
                  <a:lnTo>
                    <a:pt x="286" y="22"/>
                  </a:lnTo>
                  <a:lnTo>
                    <a:pt x="284" y="18"/>
                  </a:lnTo>
                  <a:lnTo>
                    <a:pt x="282" y="16"/>
                  </a:lnTo>
                  <a:lnTo>
                    <a:pt x="280" y="16"/>
                  </a:lnTo>
                  <a:lnTo>
                    <a:pt x="276" y="18"/>
                  </a:lnTo>
                  <a:lnTo>
                    <a:pt x="276" y="16"/>
                  </a:lnTo>
                  <a:lnTo>
                    <a:pt x="268" y="12"/>
                  </a:lnTo>
                  <a:lnTo>
                    <a:pt x="262" y="16"/>
                  </a:lnTo>
                  <a:lnTo>
                    <a:pt x="258" y="20"/>
                  </a:lnTo>
                  <a:lnTo>
                    <a:pt x="254" y="14"/>
                  </a:lnTo>
                  <a:lnTo>
                    <a:pt x="250" y="12"/>
                  </a:lnTo>
                  <a:lnTo>
                    <a:pt x="250" y="6"/>
                  </a:lnTo>
                  <a:lnTo>
                    <a:pt x="250" y="4"/>
                  </a:lnTo>
                  <a:lnTo>
                    <a:pt x="246" y="2"/>
                  </a:lnTo>
                  <a:lnTo>
                    <a:pt x="244" y="0"/>
                  </a:lnTo>
                  <a:lnTo>
                    <a:pt x="240" y="0"/>
                  </a:lnTo>
                  <a:lnTo>
                    <a:pt x="232" y="2"/>
                  </a:lnTo>
                  <a:lnTo>
                    <a:pt x="220" y="8"/>
                  </a:lnTo>
                  <a:lnTo>
                    <a:pt x="216" y="8"/>
                  </a:lnTo>
                  <a:lnTo>
                    <a:pt x="206" y="12"/>
                  </a:lnTo>
                  <a:lnTo>
                    <a:pt x="194" y="12"/>
                  </a:lnTo>
                  <a:lnTo>
                    <a:pt x="186" y="14"/>
                  </a:lnTo>
                  <a:lnTo>
                    <a:pt x="176" y="16"/>
                  </a:lnTo>
                  <a:lnTo>
                    <a:pt x="172" y="14"/>
                  </a:lnTo>
                  <a:lnTo>
                    <a:pt x="164" y="12"/>
                  </a:lnTo>
                  <a:lnTo>
                    <a:pt x="158" y="10"/>
                  </a:lnTo>
                  <a:lnTo>
                    <a:pt x="154" y="12"/>
                  </a:lnTo>
                  <a:lnTo>
                    <a:pt x="154" y="16"/>
                  </a:lnTo>
                  <a:lnTo>
                    <a:pt x="154" y="22"/>
                  </a:lnTo>
                  <a:lnTo>
                    <a:pt x="148" y="28"/>
                  </a:lnTo>
                  <a:lnTo>
                    <a:pt x="148" y="34"/>
                  </a:lnTo>
                  <a:lnTo>
                    <a:pt x="146" y="38"/>
                  </a:lnTo>
                  <a:lnTo>
                    <a:pt x="146" y="44"/>
                  </a:lnTo>
                  <a:lnTo>
                    <a:pt x="152" y="52"/>
                  </a:lnTo>
                  <a:lnTo>
                    <a:pt x="152" y="54"/>
                  </a:lnTo>
                  <a:lnTo>
                    <a:pt x="148" y="62"/>
                  </a:lnTo>
                  <a:lnTo>
                    <a:pt x="152" y="66"/>
                  </a:lnTo>
                  <a:lnTo>
                    <a:pt x="156" y="68"/>
                  </a:lnTo>
                  <a:lnTo>
                    <a:pt x="160" y="70"/>
                  </a:lnTo>
                  <a:lnTo>
                    <a:pt x="158" y="74"/>
                  </a:lnTo>
                  <a:lnTo>
                    <a:pt x="158" y="76"/>
                  </a:lnTo>
                  <a:lnTo>
                    <a:pt x="154" y="78"/>
                  </a:lnTo>
                  <a:lnTo>
                    <a:pt x="150" y="78"/>
                  </a:lnTo>
                  <a:lnTo>
                    <a:pt x="142" y="76"/>
                  </a:lnTo>
                  <a:lnTo>
                    <a:pt x="140" y="72"/>
                  </a:lnTo>
                  <a:lnTo>
                    <a:pt x="136" y="68"/>
                  </a:lnTo>
                  <a:lnTo>
                    <a:pt x="134" y="68"/>
                  </a:lnTo>
                  <a:lnTo>
                    <a:pt x="132" y="68"/>
                  </a:lnTo>
                  <a:lnTo>
                    <a:pt x="130" y="68"/>
                  </a:lnTo>
                  <a:lnTo>
                    <a:pt x="130" y="66"/>
                  </a:lnTo>
                  <a:lnTo>
                    <a:pt x="128" y="66"/>
                  </a:lnTo>
                  <a:lnTo>
                    <a:pt x="126" y="66"/>
                  </a:lnTo>
                  <a:lnTo>
                    <a:pt x="120" y="68"/>
                  </a:lnTo>
                  <a:lnTo>
                    <a:pt x="116" y="72"/>
                  </a:lnTo>
                  <a:lnTo>
                    <a:pt x="112" y="72"/>
                  </a:lnTo>
                  <a:lnTo>
                    <a:pt x="106" y="68"/>
                  </a:lnTo>
                  <a:lnTo>
                    <a:pt x="104" y="68"/>
                  </a:lnTo>
                  <a:lnTo>
                    <a:pt x="102" y="68"/>
                  </a:lnTo>
                  <a:lnTo>
                    <a:pt x="102" y="70"/>
                  </a:lnTo>
                  <a:lnTo>
                    <a:pt x="100" y="70"/>
                  </a:lnTo>
                  <a:lnTo>
                    <a:pt x="100" y="74"/>
                  </a:lnTo>
                  <a:lnTo>
                    <a:pt x="100" y="76"/>
                  </a:lnTo>
                  <a:lnTo>
                    <a:pt x="94" y="76"/>
                  </a:lnTo>
                  <a:lnTo>
                    <a:pt x="96" y="74"/>
                  </a:lnTo>
                  <a:lnTo>
                    <a:pt x="96" y="70"/>
                  </a:lnTo>
                  <a:lnTo>
                    <a:pt x="96" y="68"/>
                  </a:lnTo>
                  <a:lnTo>
                    <a:pt x="94" y="68"/>
                  </a:lnTo>
                  <a:lnTo>
                    <a:pt x="90" y="68"/>
                  </a:lnTo>
                  <a:lnTo>
                    <a:pt x="86" y="66"/>
                  </a:lnTo>
                  <a:lnTo>
                    <a:pt x="84" y="62"/>
                  </a:lnTo>
                  <a:lnTo>
                    <a:pt x="82" y="60"/>
                  </a:lnTo>
                  <a:lnTo>
                    <a:pt x="78" y="58"/>
                  </a:lnTo>
                  <a:lnTo>
                    <a:pt x="74" y="56"/>
                  </a:lnTo>
                  <a:lnTo>
                    <a:pt x="72" y="56"/>
                  </a:lnTo>
                  <a:lnTo>
                    <a:pt x="72" y="54"/>
                  </a:lnTo>
                  <a:lnTo>
                    <a:pt x="72" y="52"/>
                  </a:lnTo>
                  <a:lnTo>
                    <a:pt x="68" y="48"/>
                  </a:lnTo>
                  <a:lnTo>
                    <a:pt x="66" y="48"/>
                  </a:lnTo>
                  <a:lnTo>
                    <a:pt x="64" y="50"/>
                  </a:lnTo>
                  <a:lnTo>
                    <a:pt x="66" y="50"/>
                  </a:lnTo>
                  <a:lnTo>
                    <a:pt x="60" y="52"/>
                  </a:lnTo>
                  <a:lnTo>
                    <a:pt x="60" y="48"/>
                  </a:lnTo>
                  <a:lnTo>
                    <a:pt x="50" y="50"/>
                  </a:lnTo>
                  <a:lnTo>
                    <a:pt x="52" y="52"/>
                  </a:lnTo>
                  <a:lnTo>
                    <a:pt x="52" y="54"/>
                  </a:lnTo>
                  <a:lnTo>
                    <a:pt x="42" y="62"/>
                  </a:lnTo>
                  <a:lnTo>
                    <a:pt x="40" y="64"/>
                  </a:lnTo>
                  <a:lnTo>
                    <a:pt x="34" y="62"/>
                  </a:lnTo>
                  <a:lnTo>
                    <a:pt x="32" y="62"/>
                  </a:lnTo>
                  <a:lnTo>
                    <a:pt x="32" y="64"/>
                  </a:lnTo>
                  <a:lnTo>
                    <a:pt x="28" y="66"/>
                  </a:lnTo>
                  <a:lnTo>
                    <a:pt x="28" y="68"/>
                  </a:lnTo>
                  <a:lnTo>
                    <a:pt x="26" y="70"/>
                  </a:lnTo>
                  <a:lnTo>
                    <a:pt x="26" y="74"/>
                  </a:lnTo>
                  <a:lnTo>
                    <a:pt x="26" y="76"/>
                  </a:lnTo>
                  <a:lnTo>
                    <a:pt x="28" y="78"/>
                  </a:lnTo>
                  <a:lnTo>
                    <a:pt x="32" y="80"/>
                  </a:lnTo>
                  <a:lnTo>
                    <a:pt x="24" y="86"/>
                  </a:lnTo>
                  <a:lnTo>
                    <a:pt x="20" y="76"/>
                  </a:lnTo>
                  <a:lnTo>
                    <a:pt x="18" y="76"/>
                  </a:lnTo>
                  <a:lnTo>
                    <a:pt x="16" y="78"/>
                  </a:lnTo>
                  <a:lnTo>
                    <a:pt x="14" y="80"/>
                  </a:lnTo>
                  <a:lnTo>
                    <a:pt x="12" y="82"/>
                  </a:lnTo>
                  <a:lnTo>
                    <a:pt x="10" y="82"/>
                  </a:lnTo>
                  <a:lnTo>
                    <a:pt x="10" y="84"/>
                  </a:lnTo>
                  <a:lnTo>
                    <a:pt x="8" y="84"/>
                  </a:lnTo>
                  <a:lnTo>
                    <a:pt x="10" y="88"/>
                  </a:lnTo>
                  <a:lnTo>
                    <a:pt x="8" y="92"/>
                  </a:lnTo>
                  <a:lnTo>
                    <a:pt x="6" y="94"/>
                  </a:lnTo>
                  <a:lnTo>
                    <a:pt x="6" y="96"/>
                  </a:lnTo>
                  <a:lnTo>
                    <a:pt x="8" y="98"/>
                  </a:lnTo>
                  <a:lnTo>
                    <a:pt x="8" y="100"/>
                  </a:lnTo>
                  <a:lnTo>
                    <a:pt x="6" y="102"/>
                  </a:lnTo>
                  <a:lnTo>
                    <a:pt x="2" y="110"/>
                  </a:lnTo>
                  <a:lnTo>
                    <a:pt x="0" y="112"/>
                  </a:lnTo>
                  <a:lnTo>
                    <a:pt x="2" y="112"/>
                  </a:lnTo>
                  <a:lnTo>
                    <a:pt x="6" y="116"/>
                  </a:lnTo>
                  <a:lnTo>
                    <a:pt x="8" y="116"/>
                  </a:lnTo>
                  <a:lnTo>
                    <a:pt x="8" y="120"/>
                  </a:lnTo>
                  <a:lnTo>
                    <a:pt x="8" y="124"/>
                  </a:lnTo>
                  <a:lnTo>
                    <a:pt x="8" y="126"/>
                  </a:lnTo>
                  <a:lnTo>
                    <a:pt x="10" y="126"/>
                  </a:lnTo>
                  <a:lnTo>
                    <a:pt x="14" y="124"/>
                  </a:lnTo>
                  <a:lnTo>
                    <a:pt x="18" y="134"/>
                  </a:lnTo>
                  <a:lnTo>
                    <a:pt x="18" y="136"/>
                  </a:lnTo>
                  <a:lnTo>
                    <a:pt x="18" y="140"/>
                  </a:lnTo>
                  <a:lnTo>
                    <a:pt x="18" y="142"/>
                  </a:lnTo>
                  <a:lnTo>
                    <a:pt x="18" y="144"/>
                  </a:lnTo>
                  <a:lnTo>
                    <a:pt x="20" y="148"/>
                  </a:lnTo>
                  <a:lnTo>
                    <a:pt x="22" y="148"/>
                  </a:lnTo>
                  <a:lnTo>
                    <a:pt x="24" y="148"/>
                  </a:lnTo>
                  <a:lnTo>
                    <a:pt x="26" y="150"/>
                  </a:lnTo>
                  <a:lnTo>
                    <a:pt x="32" y="144"/>
                  </a:lnTo>
                  <a:lnTo>
                    <a:pt x="34" y="144"/>
                  </a:lnTo>
                  <a:lnTo>
                    <a:pt x="34" y="146"/>
                  </a:lnTo>
                  <a:lnTo>
                    <a:pt x="36" y="146"/>
                  </a:lnTo>
                  <a:lnTo>
                    <a:pt x="40" y="144"/>
                  </a:lnTo>
                  <a:lnTo>
                    <a:pt x="42" y="140"/>
                  </a:lnTo>
                  <a:lnTo>
                    <a:pt x="46" y="134"/>
                  </a:lnTo>
                  <a:lnTo>
                    <a:pt x="54" y="136"/>
                  </a:lnTo>
                  <a:lnTo>
                    <a:pt x="54" y="140"/>
                  </a:lnTo>
                  <a:lnTo>
                    <a:pt x="64" y="142"/>
                  </a:lnTo>
                  <a:lnTo>
                    <a:pt x="68" y="144"/>
                  </a:lnTo>
                  <a:lnTo>
                    <a:pt x="72" y="146"/>
                  </a:lnTo>
                  <a:lnTo>
                    <a:pt x="72" y="148"/>
                  </a:lnTo>
                  <a:lnTo>
                    <a:pt x="72" y="150"/>
                  </a:lnTo>
                  <a:lnTo>
                    <a:pt x="78" y="150"/>
                  </a:lnTo>
                  <a:lnTo>
                    <a:pt x="80" y="154"/>
                  </a:lnTo>
                  <a:lnTo>
                    <a:pt x="80" y="156"/>
                  </a:lnTo>
                  <a:lnTo>
                    <a:pt x="80" y="162"/>
                  </a:lnTo>
                  <a:lnTo>
                    <a:pt x="86" y="166"/>
                  </a:lnTo>
                  <a:lnTo>
                    <a:pt x="86" y="170"/>
                  </a:lnTo>
                  <a:lnTo>
                    <a:pt x="84" y="174"/>
                  </a:lnTo>
                  <a:lnTo>
                    <a:pt x="78" y="176"/>
                  </a:lnTo>
                  <a:lnTo>
                    <a:pt x="74" y="176"/>
                  </a:lnTo>
                  <a:lnTo>
                    <a:pt x="76" y="176"/>
                  </a:lnTo>
                  <a:lnTo>
                    <a:pt x="76" y="174"/>
                  </a:lnTo>
                  <a:lnTo>
                    <a:pt x="72" y="174"/>
                  </a:lnTo>
                  <a:lnTo>
                    <a:pt x="72" y="172"/>
                  </a:lnTo>
                  <a:lnTo>
                    <a:pt x="66" y="172"/>
                  </a:lnTo>
                  <a:lnTo>
                    <a:pt x="64" y="170"/>
                  </a:lnTo>
                  <a:lnTo>
                    <a:pt x="62" y="168"/>
                  </a:lnTo>
                  <a:lnTo>
                    <a:pt x="58" y="168"/>
                  </a:lnTo>
                  <a:lnTo>
                    <a:pt x="58" y="170"/>
                  </a:lnTo>
                  <a:lnTo>
                    <a:pt x="58" y="176"/>
                  </a:lnTo>
                  <a:lnTo>
                    <a:pt x="46" y="176"/>
                  </a:lnTo>
                  <a:lnTo>
                    <a:pt x="48" y="178"/>
                  </a:lnTo>
                  <a:lnTo>
                    <a:pt x="48" y="182"/>
                  </a:lnTo>
                  <a:lnTo>
                    <a:pt x="52" y="182"/>
                  </a:lnTo>
                  <a:lnTo>
                    <a:pt x="52" y="184"/>
                  </a:lnTo>
                  <a:lnTo>
                    <a:pt x="54" y="186"/>
                  </a:lnTo>
                  <a:lnTo>
                    <a:pt x="40" y="184"/>
                  </a:lnTo>
                  <a:lnTo>
                    <a:pt x="40" y="188"/>
                  </a:lnTo>
                  <a:lnTo>
                    <a:pt x="46" y="192"/>
                  </a:lnTo>
                  <a:lnTo>
                    <a:pt x="48" y="196"/>
                  </a:lnTo>
                  <a:lnTo>
                    <a:pt x="50" y="202"/>
                  </a:lnTo>
                  <a:lnTo>
                    <a:pt x="58" y="208"/>
                  </a:lnTo>
                  <a:lnTo>
                    <a:pt x="62" y="208"/>
                  </a:lnTo>
                  <a:lnTo>
                    <a:pt x="66" y="208"/>
                  </a:lnTo>
                  <a:lnTo>
                    <a:pt x="64" y="216"/>
                  </a:lnTo>
                  <a:lnTo>
                    <a:pt x="64" y="220"/>
                  </a:lnTo>
                  <a:lnTo>
                    <a:pt x="66" y="218"/>
                  </a:lnTo>
                  <a:lnTo>
                    <a:pt x="70" y="214"/>
                  </a:lnTo>
                  <a:lnTo>
                    <a:pt x="76" y="212"/>
                  </a:lnTo>
                  <a:lnTo>
                    <a:pt x="84" y="214"/>
                  </a:lnTo>
                  <a:lnTo>
                    <a:pt x="88" y="218"/>
                  </a:lnTo>
                  <a:lnTo>
                    <a:pt x="92" y="224"/>
                  </a:lnTo>
                  <a:lnTo>
                    <a:pt x="98" y="224"/>
                  </a:lnTo>
                  <a:lnTo>
                    <a:pt x="102" y="224"/>
                  </a:lnTo>
                  <a:lnTo>
                    <a:pt x="104" y="170"/>
                  </a:lnTo>
                  <a:lnTo>
                    <a:pt x="110" y="168"/>
                  </a:lnTo>
                  <a:lnTo>
                    <a:pt x="116" y="166"/>
                  </a:lnTo>
                  <a:lnTo>
                    <a:pt x="120" y="164"/>
                  </a:lnTo>
                  <a:lnTo>
                    <a:pt x="126" y="164"/>
                  </a:lnTo>
                  <a:lnTo>
                    <a:pt x="130" y="164"/>
                  </a:lnTo>
                  <a:close/>
                  <a:moveTo>
                    <a:pt x="70" y="180"/>
                  </a:moveTo>
                  <a:lnTo>
                    <a:pt x="70" y="180"/>
                  </a:lnTo>
                  <a:lnTo>
                    <a:pt x="70" y="184"/>
                  </a:lnTo>
                  <a:lnTo>
                    <a:pt x="68" y="188"/>
                  </a:lnTo>
                  <a:lnTo>
                    <a:pt x="64" y="186"/>
                  </a:lnTo>
                  <a:lnTo>
                    <a:pt x="62" y="184"/>
                  </a:lnTo>
                  <a:lnTo>
                    <a:pt x="68" y="184"/>
                  </a:lnTo>
                  <a:lnTo>
                    <a:pt x="68" y="182"/>
                  </a:lnTo>
                  <a:lnTo>
                    <a:pt x="70" y="180"/>
                  </a:lnTo>
                  <a:close/>
                  <a:moveTo>
                    <a:pt x="368" y="130"/>
                  </a:moveTo>
                  <a:lnTo>
                    <a:pt x="368" y="130"/>
                  </a:lnTo>
                  <a:lnTo>
                    <a:pt x="372" y="130"/>
                  </a:lnTo>
                  <a:lnTo>
                    <a:pt x="372" y="132"/>
                  </a:lnTo>
                  <a:lnTo>
                    <a:pt x="372" y="136"/>
                  </a:lnTo>
                  <a:lnTo>
                    <a:pt x="370" y="138"/>
                  </a:lnTo>
                  <a:lnTo>
                    <a:pt x="370" y="140"/>
                  </a:lnTo>
                  <a:lnTo>
                    <a:pt x="362" y="140"/>
                  </a:lnTo>
                  <a:lnTo>
                    <a:pt x="362" y="144"/>
                  </a:lnTo>
                  <a:lnTo>
                    <a:pt x="344" y="144"/>
                  </a:lnTo>
                  <a:lnTo>
                    <a:pt x="338" y="142"/>
                  </a:lnTo>
                  <a:lnTo>
                    <a:pt x="332" y="140"/>
                  </a:lnTo>
                  <a:lnTo>
                    <a:pt x="332" y="146"/>
                  </a:lnTo>
                  <a:lnTo>
                    <a:pt x="324" y="148"/>
                  </a:lnTo>
                  <a:lnTo>
                    <a:pt x="318" y="150"/>
                  </a:lnTo>
                  <a:lnTo>
                    <a:pt x="318" y="152"/>
                  </a:lnTo>
                  <a:lnTo>
                    <a:pt x="318" y="154"/>
                  </a:lnTo>
                  <a:lnTo>
                    <a:pt x="312" y="156"/>
                  </a:lnTo>
                  <a:lnTo>
                    <a:pt x="308" y="156"/>
                  </a:lnTo>
                  <a:lnTo>
                    <a:pt x="308" y="160"/>
                  </a:lnTo>
                  <a:lnTo>
                    <a:pt x="304" y="164"/>
                  </a:lnTo>
                  <a:lnTo>
                    <a:pt x="302" y="168"/>
                  </a:lnTo>
                  <a:lnTo>
                    <a:pt x="300" y="168"/>
                  </a:lnTo>
                  <a:lnTo>
                    <a:pt x="300" y="170"/>
                  </a:lnTo>
                  <a:lnTo>
                    <a:pt x="302" y="172"/>
                  </a:lnTo>
                  <a:lnTo>
                    <a:pt x="304" y="172"/>
                  </a:lnTo>
                  <a:lnTo>
                    <a:pt x="304" y="174"/>
                  </a:lnTo>
                  <a:lnTo>
                    <a:pt x="304" y="176"/>
                  </a:lnTo>
                  <a:lnTo>
                    <a:pt x="300" y="174"/>
                  </a:lnTo>
                  <a:lnTo>
                    <a:pt x="298" y="172"/>
                  </a:lnTo>
                  <a:lnTo>
                    <a:pt x="298" y="168"/>
                  </a:lnTo>
                  <a:lnTo>
                    <a:pt x="298" y="164"/>
                  </a:lnTo>
                  <a:lnTo>
                    <a:pt x="292" y="164"/>
                  </a:lnTo>
                  <a:lnTo>
                    <a:pt x="302" y="150"/>
                  </a:lnTo>
                  <a:lnTo>
                    <a:pt x="304" y="148"/>
                  </a:lnTo>
                  <a:lnTo>
                    <a:pt x="306" y="150"/>
                  </a:lnTo>
                  <a:lnTo>
                    <a:pt x="310" y="144"/>
                  </a:lnTo>
                  <a:lnTo>
                    <a:pt x="312" y="140"/>
                  </a:lnTo>
                  <a:lnTo>
                    <a:pt x="316" y="138"/>
                  </a:lnTo>
                  <a:lnTo>
                    <a:pt x="326" y="136"/>
                  </a:lnTo>
                  <a:lnTo>
                    <a:pt x="334" y="138"/>
                  </a:lnTo>
                  <a:lnTo>
                    <a:pt x="342" y="140"/>
                  </a:lnTo>
                  <a:lnTo>
                    <a:pt x="350" y="140"/>
                  </a:lnTo>
                  <a:lnTo>
                    <a:pt x="352" y="136"/>
                  </a:lnTo>
                  <a:lnTo>
                    <a:pt x="354" y="138"/>
                  </a:lnTo>
                  <a:lnTo>
                    <a:pt x="356" y="138"/>
                  </a:lnTo>
                  <a:lnTo>
                    <a:pt x="358" y="138"/>
                  </a:lnTo>
                  <a:lnTo>
                    <a:pt x="360" y="136"/>
                  </a:lnTo>
                  <a:lnTo>
                    <a:pt x="362" y="134"/>
                  </a:lnTo>
                  <a:lnTo>
                    <a:pt x="364" y="132"/>
                  </a:lnTo>
                  <a:lnTo>
                    <a:pt x="368" y="13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8" name="Google Shape;358;p60"/>
            <p:cNvSpPr/>
            <p:nvPr/>
          </p:nvSpPr>
          <p:spPr>
            <a:xfrm>
              <a:off x="8371631" y="3877485"/>
              <a:ext cx="88085" cy="84232"/>
            </a:xfrm>
            <a:custGeom>
              <a:rect b="b" l="l" r="r" t="t"/>
              <a:pathLst>
                <a:path extrusionOk="0" h="60" w="54">
                  <a:moveTo>
                    <a:pt x="12" y="20"/>
                  </a:moveTo>
                  <a:lnTo>
                    <a:pt x="12" y="20"/>
                  </a:lnTo>
                  <a:lnTo>
                    <a:pt x="14" y="16"/>
                  </a:lnTo>
                  <a:lnTo>
                    <a:pt x="14" y="12"/>
                  </a:lnTo>
                  <a:lnTo>
                    <a:pt x="18" y="12"/>
                  </a:lnTo>
                  <a:lnTo>
                    <a:pt x="20" y="10"/>
                  </a:lnTo>
                  <a:lnTo>
                    <a:pt x="22" y="10"/>
                  </a:lnTo>
                  <a:lnTo>
                    <a:pt x="26" y="12"/>
                  </a:lnTo>
                  <a:lnTo>
                    <a:pt x="30" y="12"/>
                  </a:lnTo>
                  <a:lnTo>
                    <a:pt x="48" y="0"/>
                  </a:lnTo>
                  <a:lnTo>
                    <a:pt x="54" y="20"/>
                  </a:lnTo>
                  <a:lnTo>
                    <a:pt x="54" y="22"/>
                  </a:lnTo>
                  <a:lnTo>
                    <a:pt x="32" y="28"/>
                  </a:lnTo>
                  <a:lnTo>
                    <a:pt x="38" y="40"/>
                  </a:lnTo>
                  <a:lnTo>
                    <a:pt x="36" y="42"/>
                  </a:lnTo>
                  <a:lnTo>
                    <a:pt x="32" y="46"/>
                  </a:lnTo>
                  <a:lnTo>
                    <a:pt x="30" y="48"/>
                  </a:lnTo>
                  <a:lnTo>
                    <a:pt x="28" y="50"/>
                  </a:lnTo>
                  <a:lnTo>
                    <a:pt x="26" y="54"/>
                  </a:lnTo>
                  <a:lnTo>
                    <a:pt x="24" y="54"/>
                  </a:lnTo>
                  <a:lnTo>
                    <a:pt x="12" y="60"/>
                  </a:lnTo>
                  <a:lnTo>
                    <a:pt x="0" y="58"/>
                  </a:lnTo>
                  <a:lnTo>
                    <a:pt x="0" y="56"/>
                  </a:lnTo>
                  <a:lnTo>
                    <a:pt x="4" y="52"/>
                  </a:lnTo>
                  <a:lnTo>
                    <a:pt x="6" y="48"/>
                  </a:lnTo>
                  <a:lnTo>
                    <a:pt x="10" y="44"/>
                  </a:lnTo>
                  <a:lnTo>
                    <a:pt x="10" y="42"/>
                  </a:lnTo>
                  <a:lnTo>
                    <a:pt x="10" y="36"/>
                  </a:lnTo>
                  <a:lnTo>
                    <a:pt x="12" y="32"/>
                  </a:lnTo>
                  <a:lnTo>
                    <a:pt x="12" y="28"/>
                  </a:lnTo>
                  <a:lnTo>
                    <a:pt x="12" y="22"/>
                  </a:lnTo>
                  <a:lnTo>
                    <a:pt x="12" y="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59" name="Google Shape;359;p60"/>
            <p:cNvSpPr/>
            <p:nvPr/>
          </p:nvSpPr>
          <p:spPr>
            <a:xfrm>
              <a:off x="10089280" y="3599699"/>
              <a:ext cx="343949" cy="421159"/>
            </a:xfrm>
            <a:custGeom>
              <a:rect b="b" l="l" r="r" t="t"/>
              <a:pathLst>
                <a:path extrusionOk="0" h="298" w="208">
                  <a:moveTo>
                    <a:pt x="10" y="292"/>
                  </a:moveTo>
                  <a:lnTo>
                    <a:pt x="10" y="292"/>
                  </a:lnTo>
                  <a:lnTo>
                    <a:pt x="8" y="296"/>
                  </a:lnTo>
                  <a:lnTo>
                    <a:pt x="8" y="298"/>
                  </a:lnTo>
                  <a:lnTo>
                    <a:pt x="10" y="298"/>
                  </a:lnTo>
                  <a:lnTo>
                    <a:pt x="12" y="294"/>
                  </a:lnTo>
                  <a:lnTo>
                    <a:pt x="12" y="292"/>
                  </a:lnTo>
                  <a:lnTo>
                    <a:pt x="10" y="292"/>
                  </a:lnTo>
                  <a:close/>
                  <a:moveTo>
                    <a:pt x="0" y="288"/>
                  </a:moveTo>
                  <a:lnTo>
                    <a:pt x="2" y="292"/>
                  </a:lnTo>
                  <a:lnTo>
                    <a:pt x="2" y="290"/>
                  </a:lnTo>
                  <a:lnTo>
                    <a:pt x="0" y="288"/>
                  </a:lnTo>
                  <a:close/>
                  <a:moveTo>
                    <a:pt x="44" y="236"/>
                  </a:moveTo>
                  <a:lnTo>
                    <a:pt x="44" y="236"/>
                  </a:lnTo>
                  <a:lnTo>
                    <a:pt x="44" y="240"/>
                  </a:lnTo>
                  <a:lnTo>
                    <a:pt x="44" y="242"/>
                  </a:lnTo>
                  <a:lnTo>
                    <a:pt x="46" y="238"/>
                  </a:lnTo>
                  <a:lnTo>
                    <a:pt x="46" y="236"/>
                  </a:lnTo>
                  <a:lnTo>
                    <a:pt x="44" y="236"/>
                  </a:lnTo>
                  <a:close/>
                  <a:moveTo>
                    <a:pt x="40" y="186"/>
                  </a:moveTo>
                  <a:lnTo>
                    <a:pt x="36" y="192"/>
                  </a:lnTo>
                  <a:lnTo>
                    <a:pt x="32" y="192"/>
                  </a:lnTo>
                  <a:lnTo>
                    <a:pt x="30" y="192"/>
                  </a:lnTo>
                  <a:lnTo>
                    <a:pt x="30" y="194"/>
                  </a:lnTo>
                  <a:lnTo>
                    <a:pt x="28" y="196"/>
                  </a:lnTo>
                  <a:lnTo>
                    <a:pt x="32" y="200"/>
                  </a:lnTo>
                  <a:lnTo>
                    <a:pt x="34" y="206"/>
                  </a:lnTo>
                  <a:lnTo>
                    <a:pt x="32" y="204"/>
                  </a:lnTo>
                  <a:lnTo>
                    <a:pt x="30" y="206"/>
                  </a:lnTo>
                  <a:lnTo>
                    <a:pt x="32" y="208"/>
                  </a:lnTo>
                  <a:lnTo>
                    <a:pt x="34" y="210"/>
                  </a:lnTo>
                  <a:lnTo>
                    <a:pt x="36" y="210"/>
                  </a:lnTo>
                  <a:lnTo>
                    <a:pt x="40" y="210"/>
                  </a:lnTo>
                  <a:lnTo>
                    <a:pt x="40" y="204"/>
                  </a:lnTo>
                  <a:lnTo>
                    <a:pt x="38" y="204"/>
                  </a:lnTo>
                  <a:lnTo>
                    <a:pt x="38" y="202"/>
                  </a:lnTo>
                  <a:lnTo>
                    <a:pt x="40" y="202"/>
                  </a:lnTo>
                  <a:lnTo>
                    <a:pt x="40" y="204"/>
                  </a:lnTo>
                  <a:lnTo>
                    <a:pt x="42" y="206"/>
                  </a:lnTo>
                  <a:lnTo>
                    <a:pt x="36" y="216"/>
                  </a:lnTo>
                  <a:lnTo>
                    <a:pt x="36" y="228"/>
                  </a:lnTo>
                  <a:lnTo>
                    <a:pt x="38" y="226"/>
                  </a:lnTo>
                  <a:lnTo>
                    <a:pt x="40" y="226"/>
                  </a:lnTo>
                  <a:lnTo>
                    <a:pt x="40" y="228"/>
                  </a:lnTo>
                  <a:lnTo>
                    <a:pt x="40" y="230"/>
                  </a:lnTo>
                  <a:lnTo>
                    <a:pt x="42" y="232"/>
                  </a:lnTo>
                  <a:lnTo>
                    <a:pt x="50" y="220"/>
                  </a:lnTo>
                  <a:lnTo>
                    <a:pt x="50" y="214"/>
                  </a:lnTo>
                  <a:lnTo>
                    <a:pt x="52" y="206"/>
                  </a:lnTo>
                  <a:lnTo>
                    <a:pt x="54" y="206"/>
                  </a:lnTo>
                  <a:lnTo>
                    <a:pt x="54" y="202"/>
                  </a:lnTo>
                  <a:lnTo>
                    <a:pt x="54" y="200"/>
                  </a:lnTo>
                  <a:lnTo>
                    <a:pt x="54" y="198"/>
                  </a:lnTo>
                  <a:lnTo>
                    <a:pt x="50" y="198"/>
                  </a:lnTo>
                  <a:lnTo>
                    <a:pt x="52" y="196"/>
                  </a:lnTo>
                  <a:lnTo>
                    <a:pt x="52" y="192"/>
                  </a:lnTo>
                  <a:lnTo>
                    <a:pt x="46" y="192"/>
                  </a:lnTo>
                  <a:lnTo>
                    <a:pt x="44" y="188"/>
                  </a:lnTo>
                  <a:lnTo>
                    <a:pt x="42" y="186"/>
                  </a:lnTo>
                  <a:lnTo>
                    <a:pt x="40" y="186"/>
                  </a:lnTo>
                  <a:close/>
                  <a:moveTo>
                    <a:pt x="78" y="180"/>
                  </a:moveTo>
                  <a:lnTo>
                    <a:pt x="78" y="180"/>
                  </a:lnTo>
                  <a:lnTo>
                    <a:pt x="72" y="186"/>
                  </a:lnTo>
                  <a:lnTo>
                    <a:pt x="70" y="186"/>
                  </a:lnTo>
                  <a:lnTo>
                    <a:pt x="68" y="184"/>
                  </a:lnTo>
                  <a:lnTo>
                    <a:pt x="66" y="184"/>
                  </a:lnTo>
                  <a:lnTo>
                    <a:pt x="64" y="186"/>
                  </a:lnTo>
                  <a:lnTo>
                    <a:pt x="62" y="192"/>
                  </a:lnTo>
                  <a:lnTo>
                    <a:pt x="58" y="194"/>
                  </a:lnTo>
                  <a:lnTo>
                    <a:pt x="64" y="202"/>
                  </a:lnTo>
                  <a:lnTo>
                    <a:pt x="68" y="208"/>
                  </a:lnTo>
                  <a:lnTo>
                    <a:pt x="70" y="204"/>
                  </a:lnTo>
                  <a:lnTo>
                    <a:pt x="70" y="198"/>
                  </a:lnTo>
                  <a:lnTo>
                    <a:pt x="74" y="196"/>
                  </a:lnTo>
                  <a:lnTo>
                    <a:pt x="76" y="194"/>
                  </a:lnTo>
                  <a:lnTo>
                    <a:pt x="78" y="196"/>
                  </a:lnTo>
                  <a:lnTo>
                    <a:pt x="80" y="198"/>
                  </a:lnTo>
                  <a:lnTo>
                    <a:pt x="86" y="188"/>
                  </a:lnTo>
                  <a:lnTo>
                    <a:pt x="78" y="180"/>
                  </a:lnTo>
                  <a:close/>
                  <a:moveTo>
                    <a:pt x="70" y="170"/>
                  </a:moveTo>
                  <a:lnTo>
                    <a:pt x="70" y="170"/>
                  </a:lnTo>
                  <a:lnTo>
                    <a:pt x="72" y="174"/>
                  </a:lnTo>
                  <a:lnTo>
                    <a:pt x="70" y="176"/>
                  </a:lnTo>
                  <a:lnTo>
                    <a:pt x="68" y="172"/>
                  </a:lnTo>
                  <a:lnTo>
                    <a:pt x="68" y="170"/>
                  </a:lnTo>
                  <a:lnTo>
                    <a:pt x="70" y="170"/>
                  </a:lnTo>
                  <a:close/>
                  <a:moveTo>
                    <a:pt x="150" y="72"/>
                  </a:moveTo>
                  <a:lnTo>
                    <a:pt x="150" y="72"/>
                  </a:lnTo>
                  <a:lnTo>
                    <a:pt x="150" y="76"/>
                  </a:lnTo>
                  <a:lnTo>
                    <a:pt x="150" y="78"/>
                  </a:lnTo>
                  <a:lnTo>
                    <a:pt x="146" y="82"/>
                  </a:lnTo>
                  <a:lnTo>
                    <a:pt x="148" y="92"/>
                  </a:lnTo>
                  <a:lnTo>
                    <a:pt x="144" y="94"/>
                  </a:lnTo>
                  <a:lnTo>
                    <a:pt x="142" y="96"/>
                  </a:lnTo>
                  <a:lnTo>
                    <a:pt x="146" y="98"/>
                  </a:lnTo>
                  <a:lnTo>
                    <a:pt x="148" y="100"/>
                  </a:lnTo>
                  <a:lnTo>
                    <a:pt x="146" y="104"/>
                  </a:lnTo>
                  <a:lnTo>
                    <a:pt x="144" y="104"/>
                  </a:lnTo>
                  <a:lnTo>
                    <a:pt x="144" y="110"/>
                  </a:lnTo>
                  <a:lnTo>
                    <a:pt x="132" y="128"/>
                  </a:lnTo>
                  <a:lnTo>
                    <a:pt x="128" y="128"/>
                  </a:lnTo>
                  <a:lnTo>
                    <a:pt x="126" y="134"/>
                  </a:lnTo>
                  <a:lnTo>
                    <a:pt x="126" y="136"/>
                  </a:lnTo>
                  <a:lnTo>
                    <a:pt x="124" y="138"/>
                  </a:lnTo>
                  <a:lnTo>
                    <a:pt x="120" y="140"/>
                  </a:lnTo>
                  <a:lnTo>
                    <a:pt x="116" y="140"/>
                  </a:lnTo>
                  <a:lnTo>
                    <a:pt x="116" y="144"/>
                  </a:lnTo>
                  <a:lnTo>
                    <a:pt x="108" y="144"/>
                  </a:lnTo>
                  <a:lnTo>
                    <a:pt x="108" y="140"/>
                  </a:lnTo>
                  <a:lnTo>
                    <a:pt x="108" y="138"/>
                  </a:lnTo>
                  <a:lnTo>
                    <a:pt x="114" y="132"/>
                  </a:lnTo>
                  <a:lnTo>
                    <a:pt x="110" y="134"/>
                  </a:lnTo>
                  <a:lnTo>
                    <a:pt x="106" y="138"/>
                  </a:lnTo>
                  <a:lnTo>
                    <a:pt x="106" y="142"/>
                  </a:lnTo>
                  <a:lnTo>
                    <a:pt x="106" y="146"/>
                  </a:lnTo>
                  <a:lnTo>
                    <a:pt x="102" y="150"/>
                  </a:lnTo>
                  <a:lnTo>
                    <a:pt x="98" y="154"/>
                  </a:lnTo>
                  <a:lnTo>
                    <a:pt x="98" y="156"/>
                  </a:lnTo>
                  <a:lnTo>
                    <a:pt x="98" y="158"/>
                  </a:lnTo>
                  <a:lnTo>
                    <a:pt x="100" y="160"/>
                  </a:lnTo>
                  <a:lnTo>
                    <a:pt x="100" y="162"/>
                  </a:lnTo>
                  <a:lnTo>
                    <a:pt x="98" y="164"/>
                  </a:lnTo>
                  <a:lnTo>
                    <a:pt x="96" y="166"/>
                  </a:lnTo>
                  <a:lnTo>
                    <a:pt x="90" y="164"/>
                  </a:lnTo>
                  <a:lnTo>
                    <a:pt x="86" y="162"/>
                  </a:lnTo>
                  <a:lnTo>
                    <a:pt x="80" y="164"/>
                  </a:lnTo>
                  <a:lnTo>
                    <a:pt x="74" y="166"/>
                  </a:lnTo>
                  <a:lnTo>
                    <a:pt x="74" y="164"/>
                  </a:lnTo>
                  <a:lnTo>
                    <a:pt x="72" y="164"/>
                  </a:lnTo>
                  <a:lnTo>
                    <a:pt x="66" y="166"/>
                  </a:lnTo>
                  <a:lnTo>
                    <a:pt x="62" y="172"/>
                  </a:lnTo>
                  <a:lnTo>
                    <a:pt x="56" y="176"/>
                  </a:lnTo>
                  <a:lnTo>
                    <a:pt x="52" y="180"/>
                  </a:lnTo>
                  <a:lnTo>
                    <a:pt x="48" y="180"/>
                  </a:lnTo>
                  <a:lnTo>
                    <a:pt x="44" y="178"/>
                  </a:lnTo>
                  <a:lnTo>
                    <a:pt x="44" y="186"/>
                  </a:lnTo>
                  <a:lnTo>
                    <a:pt x="60" y="186"/>
                  </a:lnTo>
                  <a:lnTo>
                    <a:pt x="60" y="182"/>
                  </a:lnTo>
                  <a:lnTo>
                    <a:pt x="62" y="180"/>
                  </a:lnTo>
                  <a:lnTo>
                    <a:pt x="80" y="178"/>
                  </a:lnTo>
                  <a:lnTo>
                    <a:pt x="92" y="178"/>
                  </a:lnTo>
                  <a:lnTo>
                    <a:pt x="90" y="182"/>
                  </a:lnTo>
                  <a:lnTo>
                    <a:pt x="88" y="182"/>
                  </a:lnTo>
                  <a:lnTo>
                    <a:pt x="88" y="190"/>
                  </a:lnTo>
                  <a:lnTo>
                    <a:pt x="90" y="192"/>
                  </a:lnTo>
                  <a:lnTo>
                    <a:pt x="92" y="194"/>
                  </a:lnTo>
                  <a:lnTo>
                    <a:pt x="94" y="194"/>
                  </a:lnTo>
                  <a:lnTo>
                    <a:pt x="98" y="194"/>
                  </a:lnTo>
                  <a:lnTo>
                    <a:pt x="100" y="192"/>
                  </a:lnTo>
                  <a:lnTo>
                    <a:pt x="102" y="188"/>
                  </a:lnTo>
                  <a:lnTo>
                    <a:pt x="106" y="186"/>
                  </a:lnTo>
                  <a:lnTo>
                    <a:pt x="108" y="184"/>
                  </a:lnTo>
                  <a:lnTo>
                    <a:pt x="108" y="180"/>
                  </a:lnTo>
                  <a:lnTo>
                    <a:pt x="108" y="178"/>
                  </a:lnTo>
                  <a:lnTo>
                    <a:pt x="112" y="178"/>
                  </a:lnTo>
                  <a:lnTo>
                    <a:pt x="116" y="178"/>
                  </a:lnTo>
                  <a:lnTo>
                    <a:pt x="114" y="178"/>
                  </a:lnTo>
                  <a:lnTo>
                    <a:pt x="114" y="180"/>
                  </a:lnTo>
                  <a:lnTo>
                    <a:pt x="114" y="182"/>
                  </a:lnTo>
                  <a:lnTo>
                    <a:pt x="116" y="180"/>
                  </a:lnTo>
                  <a:lnTo>
                    <a:pt x="118" y="178"/>
                  </a:lnTo>
                  <a:lnTo>
                    <a:pt x="122" y="180"/>
                  </a:lnTo>
                  <a:lnTo>
                    <a:pt x="126" y="180"/>
                  </a:lnTo>
                  <a:lnTo>
                    <a:pt x="128" y="176"/>
                  </a:lnTo>
                  <a:lnTo>
                    <a:pt x="132" y="174"/>
                  </a:lnTo>
                  <a:lnTo>
                    <a:pt x="134" y="178"/>
                  </a:lnTo>
                  <a:lnTo>
                    <a:pt x="134" y="180"/>
                  </a:lnTo>
                  <a:lnTo>
                    <a:pt x="136" y="180"/>
                  </a:lnTo>
                  <a:lnTo>
                    <a:pt x="138" y="176"/>
                  </a:lnTo>
                  <a:lnTo>
                    <a:pt x="138" y="172"/>
                  </a:lnTo>
                  <a:lnTo>
                    <a:pt x="144" y="172"/>
                  </a:lnTo>
                  <a:lnTo>
                    <a:pt x="144" y="168"/>
                  </a:lnTo>
                  <a:lnTo>
                    <a:pt x="144" y="166"/>
                  </a:lnTo>
                  <a:lnTo>
                    <a:pt x="144" y="164"/>
                  </a:lnTo>
                  <a:lnTo>
                    <a:pt x="146" y="162"/>
                  </a:lnTo>
                  <a:lnTo>
                    <a:pt x="146" y="160"/>
                  </a:lnTo>
                  <a:lnTo>
                    <a:pt x="148" y="162"/>
                  </a:lnTo>
                  <a:lnTo>
                    <a:pt x="148" y="164"/>
                  </a:lnTo>
                  <a:lnTo>
                    <a:pt x="146" y="170"/>
                  </a:lnTo>
                  <a:lnTo>
                    <a:pt x="144" y="174"/>
                  </a:lnTo>
                  <a:lnTo>
                    <a:pt x="146" y="174"/>
                  </a:lnTo>
                  <a:lnTo>
                    <a:pt x="148" y="176"/>
                  </a:lnTo>
                  <a:lnTo>
                    <a:pt x="152" y="170"/>
                  </a:lnTo>
                  <a:lnTo>
                    <a:pt x="154" y="166"/>
                  </a:lnTo>
                  <a:lnTo>
                    <a:pt x="156" y="162"/>
                  </a:lnTo>
                  <a:lnTo>
                    <a:pt x="154" y="160"/>
                  </a:lnTo>
                  <a:lnTo>
                    <a:pt x="150" y="158"/>
                  </a:lnTo>
                  <a:lnTo>
                    <a:pt x="152" y="156"/>
                  </a:lnTo>
                  <a:lnTo>
                    <a:pt x="154" y="154"/>
                  </a:lnTo>
                  <a:lnTo>
                    <a:pt x="152" y="150"/>
                  </a:lnTo>
                  <a:lnTo>
                    <a:pt x="152" y="146"/>
                  </a:lnTo>
                  <a:lnTo>
                    <a:pt x="156" y="140"/>
                  </a:lnTo>
                  <a:lnTo>
                    <a:pt x="156" y="130"/>
                  </a:lnTo>
                  <a:lnTo>
                    <a:pt x="156" y="124"/>
                  </a:lnTo>
                  <a:lnTo>
                    <a:pt x="156" y="120"/>
                  </a:lnTo>
                  <a:lnTo>
                    <a:pt x="158" y="118"/>
                  </a:lnTo>
                  <a:lnTo>
                    <a:pt x="162" y="116"/>
                  </a:lnTo>
                  <a:lnTo>
                    <a:pt x="164" y="114"/>
                  </a:lnTo>
                  <a:lnTo>
                    <a:pt x="162" y="114"/>
                  </a:lnTo>
                  <a:lnTo>
                    <a:pt x="162" y="112"/>
                  </a:lnTo>
                  <a:lnTo>
                    <a:pt x="162" y="110"/>
                  </a:lnTo>
                  <a:lnTo>
                    <a:pt x="164" y="110"/>
                  </a:lnTo>
                  <a:lnTo>
                    <a:pt x="166" y="102"/>
                  </a:lnTo>
                  <a:lnTo>
                    <a:pt x="168" y="96"/>
                  </a:lnTo>
                  <a:lnTo>
                    <a:pt x="166" y="90"/>
                  </a:lnTo>
                  <a:lnTo>
                    <a:pt x="162" y="82"/>
                  </a:lnTo>
                  <a:lnTo>
                    <a:pt x="162" y="76"/>
                  </a:lnTo>
                  <a:lnTo>
                    <a:pt x="150" y="72"/>
                  </a:lnTo>
                  <a:close/>
                  <a:moveTo>
                    <a:pt x="164" y="0"/>
                  </a:moveTo>
                  <a:lnTo>
                    <a:pt x="164" y="0"/>
                  </a:lnTo>
                  <a:lnTo>
                    <a:pt x="162" y="2"/>
                  </a:lnTo>
                  <a:lnTo>
                    <a:pt x="162" y="6"/>
                  </a:lnTo>
                  <a:lnTo>
                    <a:pt x="162" y="8"/>
                  </a:lnTo>
                  <a:lnTo>
                    <a:pt x="164" y="10"/>
                  </a:lnTo>
                  <a:lnTo>
                    <a:pt x="166" y="14"/>
                  </a:lnTo>
                  <a:lnTo>
                    <a:pt x="164" y="22"/>
                  </a:lnTo>
                  <a:lnTo>
                    <a:pt x="160" y="30"/>
                  </a:lnTo>
                  <a:lnTo>
                    <a:pt x="160" y="34"/>
                  </a:lnTo>
                  <a:lnTo>
                    <a:pt x="162" y="36"/>
                  </a:lnTo>
                  <a:lnTo>
                    <a:pt x="162" y="38"/>
                  </a:lnTo>
                  <a:lnTo>
                    <a:pt x="158" y="38"/>
                  </a:lnTo>
                  <a:lnTo>
                    <a:pt x="158" y="42"/>
                  </a:lnTo>
                  <a:lnTo>
                    <a:pt x="156" y="40"/>
                  </a:lnTo>
                  <a:lnTo>
                    <a:pt x="154" y="38"/>
                  </a:lnTo>
                  <a:lnTo>
                    <a:pt x="148" y="38"/>
                  </a:lnTo>
                  <a:lnTo>
                    <a:pt x="148" y="42"/>
                  </a:lnTo>
                  <a:lnTo>
                    <a:pt x="142" y="46"/>
                  </a:lnTo>
                  <a:lnTo>
                    <a:pt x="148" y="56"/>
                  </a:lnTo>
                  <a:lnTo>
                    <a:pt x="146" y="60"/>
                  </a:lnTo>
                  <a:lnTo>
                    <a:pt x="146" y="62"/>
                  </a:lnTo>
                  <a:lnTo>
                    <a:pt x="146" y="64"/>
                  </a:lnTo>
                  <a:lnTo>
                    <a:pt x="152" y="62"/>
                  </a:lnTo>
                  <a:lnTo>
                    <a:pt x="158" y="60"/>
                  </a:lnTo>
                  <a:lnTo>
                    <a:pt x="160" y="58"/>
                  </a:lnTo>
                  <a:lnTo>
                    <a:pt x="158" y="58"/>
                  </a:lnTo>
                  <a:lnTo>
                    <a:pt x="150" y="56"/>
                  </a:lnTo>
                  <a:lnTo>
                    <a:pt x="150" y="52"/>
                  </a:lnTo>
                  <a:lnTo>
                    <a:pt x="150" y="50"/>
                  </a:lnTo>
                  <a:lnTo>
                    <a:pt x="158" y="48"/>
                  </a:lnTo>
                  <a:lnTo>
                    <a:pt x="162" y="48"/>
                  </a:lnTo>
                  <a:lnTo>
                    <a:pt x="166" y="48"/>
                  </a:lnTo>
                  <a:lnTo>
                    <a:pt x="170" y="56"/>
                  </a:lnTo>
                  <a:lnTo>
                    <a:pt x="182" y="56"/>
                  </a:lnTo>
                  <a:lnTo>
                    <a:pt x="184" y="50"/>
                  </a:lnTo>
                  <a:lnTo>
                    <a:pt x="188" y="44"/>
                  </a:lnTo>
                  <a:lnTo>
                    <a:pt x="192" y="42"/>
                  </a:lnTo>
                  <a:lnTo>
                    <a:pt x="196" y="42"/>
                  </a:lnTo>
                  <a:lnTo>
                    <a:pt x="208" y="40"/>
                  </a:lnTo>
                  <a:lnTo>
                    <a:pt x="206" y="36"/>
                  </a:lnTo>
                  <a:lnTo>
                    <a:pt x="204" y="34"/>
                  </a:lnTo>
                  <a:lnTo>
                    <a:pt x="204" y="30"/>
                  </a:lnTo>
                  <a:lnTo>
                    <a:pt x="204" y="28"/>
                  </a:lnTo>
                  <a:lnTo>
                    <a:pt x="202" y="28"/>
                  </a:lnTo>
                  <a:lnTo>
                    <a:pt x="198" y="30"/>
                  </a:lnTo>
                  <a:lnTo>
                    <a:pt x="196" y="28"/>
                  </a:lnTo>
                  <a:lnTo>
                    <a:pt x="194" y="26"/>
                  </a:lnTo>
                  <a:lnTo>
                    <a:pt x="194" y="24"/>
                  </a:lnTo>
                  <a:lnTo>
                    <a:pt x="186" y="24"/>
                  </a:lnTo>
                  <a:lnTo>
                    <a:pt x="180" y="22"/>
                  </a:lnTo>
                  <a:lnTo>
                    <a:pt x="178" y="20"/>
                  </a:lnTo>
                  <a:lnTo>
                    <a:pt x="178" y="16"/>
                  </a:lnTo>
                  <a:lnTo>
                    <a:pt x="176" y="10"/>
                  </a:lnTo>
                  <a:lnTo>
                    <a:pt x="170" y="4"/>
                  </a:lnTo>
                  <a:lnTo>
                    <a:pt x="16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0" name="Google Shape;360;p60"/>
            <p:cNvSpPr/>
            <p:nvPr/>
          </p:nvSpPr>
          <p:spPr>
            <a:xfrm>
              <a:off x="7989931" y="3811175"/>
              <a:ext cx="6292" cy="7169"/>
            </a:xfrm>
            <a:custGeom>
              <a:rect b="b" l="l" r="r" t="t"/>
              <a:pathLst>
                <a:path extrusionOk="0" h="4" w="4">
                  <a:moveTo>
                    <a:pt x="0" y="0"/>
                  </a:moveTo>
                  <a:lnTo>
                    <a:pt x="0" y="0"/>
                  </a:lnTo>
                  <a:lnTo>
                    <a:pt x="0" y="2"/>
                  </a:lnTo>
                  <a:lnTo>
                    <a:pt x="2" y="2"/>
                  </a:lnTo>
                  <a:lnTo>
                    <a:pt x="2" y="4"/>
                  </a:lnTo>
                  <a:lnTo>
                    <a:pt x="4" y="4"/>
                  </a:lnTo>
                  <a:lnTo>
                    <a:pt x="4" y="2"/>
                  </a:lnTo>
                  <a:lnTo>
                    <a:pt x="2"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1" name="Google Shape;361;p60"/>
            <p:cNvSpPr/>
            <p:nvPr/>
          </p:nvSpPr>
          <p:spPr>
            <a:xfrm>
              <a:off x="8661052" y="4017274"/>
              <a:ext cx="4195" cy="8961"/>
            </a:xfrm>
            <a:custGeom>
              <a:rect b="b" l="l" r="r" t="t"/>
              <a:pathLst>
                <a:path extrusionOk="0" h="6" w="2">
                  <a:moveTo>
                    <a:pt x="0" y="0"/>
                  </a:moveTo>
                  <a:lnTo>
                    <a:pt x="0" y="0"/>
                  </a:lnTo>
                  <a:close/>
                  <a:moveTo>
                    <a:pt x="2" y="0"/>
                  </a:moveTo>
                  <a:lnTo>
                    <a:pt x="2" y="0"/>
                  </a:lnTo>
                  <a:lnTo>
                    <a:pt x="0" y="0"/>
                  </a:lnTo>
                  <a:lnTo>
                    <a:pt x="0" y="2"/>
                  </a:lnTo>
                  <a:lnTo>
                    <a:pt x="0" y="4"/>
                  </a:lnTo>
                  <a:lnTo>
                    <a:pt x="2" y="6"/>
                  </a:lnTo>
                  <a:lnTo>
                    <a:pt x="2" y="4"/>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2" name="Google Shape;362;p60"/>
            <p:cNvSpPr/>
            <p:nvPr/>
          </p:nvSpPr>
          <p:spPr>
            <a:xfrm>
              <a:off x="6251310" y="4178569"/>
              <a:ext cx="41945" cy="16130"/>
            </a:xfrm>
            <a:custGeom>
              <a:rect b="b" l="l" r="r" t="t"/>
              <a:pathLst>
                <a:path extrusionOk="0" h="12" w="26">
                  <a:moveTo>
                    <a:pt x="4" y="0"/>
                  </a:moveTo>
                  <a:lnTo>
                    <a:pt x="4" y="0"/>
                  </a:lnTo>
                  <a:lnTo>
                    <a:pt x="0" y="4"/>
                  </a:lnTo>
                  <a:lnTo>
                    <a:pt x="12" y="10"/>
                  </a:lnTo>
                  <a:lnTo>
                    <a:pt x="12" y="12"/>
                  </a:lnTo>
                  <a:lnTo>
                    <a:pt x="20" y="10"/>
                  </a:lnTo>
                  <a:lnTo>
                    <a:pt x="26" y="8"/>
                  </a:lnTo>
                  <a:lnTo>
                    <a:pt x="26" y="6"/>
                  </a:lnTo>
                  <a:lnTo>
                    <a:pt x="22" y="4"/>
                  </a:lnTo>
                  <a:lnTo>
                    <a:pt x="22" y="0"/>
                  </a:lnTo>
                  <a:lnTo>
                    <a:pt x="14"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3" name="Google Shape;363;p60"/>
            <p:cNvSpPr/>
            <p:nvPr/>
          </p:nvSpPr>
          <p:spPr>
            <a:xfrm>
              <a:off x="7553703" y="4332695"/>
              <a:ext cx="121641" cy="136205"/>
            </a:xfrm>
            <a:custGeom>
              <a:rect b="b" l="l" r="r" t="t"/>
              <a:pathLst>
                <a:path extrusionOk="0" h="96" w="74">
                  <a:moveTo>
                    <a:pt x="16" y="96"/>
                  </a:moveTo>
                  <a:lnTo>
                    <a:pt x="16" y="96"/>
                  </a:lnTo>
                  <a:lnTo>
                    <a:pt x="16" y="94"/>
                  </a:lnTo>
                  <a:lnTo>
                    <a:pt x="20" y="92"/>
                  </a:lnTo>
                  <a:lnTo>
                    <a:pt x="24" y="88"/>
                  </a:lnTo>
                  <a:lnTo>
                    <a:pt x="28" y="86"/>
                  </a:lnTo>
                  <a:lnTo>
                    <a:pt x="32" y="82"/>
                  </a:lnTo>
                  <a:lnTo>
                    <a:pt x="40" y="82"/>
                  </a:lnTo>
                  <a:lnTo>
                    <a:pt x="46" y="84"/>
                  </a:lnTo>
                  <a:lnTo>
                    <a:pt x="58" y="88"/>
                  </a:lnTo>
                  <a:lnTo>
                    <a:pt x="60" y="88"/>
                  </a:lnTo>
                  <a:lnTo>
                    <a:pt x="62" y="80"/>
                  </a:lnTo>
                  <a:lnTo>
                    <a:pt x="62" y="76"/>
                  </a:lnTo>
                  <a:lnTo>
                    <a:pt x="62" y="74"/>
                  </a:lnTo>
                  <a:lnTo>
                    <a:pt x="60" y="64"/>
                  </a:lnTo>
                  <a:lnTo>
                    <a:pt x="62" y="56"/>
                  </a:lnTo>
                  <a:lnTo>
                    <a:pt x="66" y="48"/>
                  </a:lnTo>
                  <a:lnTo>
                    <a:pt x="70" y="40"/>
                  </a:lnTo>
                  <a:lnTo>
                    <a:pt x="72" y="34"/>
                  </a:lnTo>
                  <a:lnTo>
                    <a:pt x="72" y="32"/>
                  </a:lnTo>
                  <a:lnTo>
                    <a:pt x="74" y="24"/>
                  </a:lnTo>
                  <a:lnTo>
                    <a:pt x="72" y="18"/>
                  </a:lnTo>
                  <a:lnTo>
                    <a:pt x="72" y="16"/>
                  </a:lnTo>
                  <a:lnTo>
                    <a:pt x="72" y="12"/>
                  </a:lnTo>
                  <a:lnTo>
                    <a:pt x="70" y="8"/>
                  </a:lnTo>
                  <a:lnTo>
                    <a:pt x="62" y="8"/>
                  </a:lnTo>
                  <a:lnTo>
                    <a:pt x="60" y="6"/>
                  </a:lnTo>
                  <a:lnTo>
                    <a:pt x="60" y="4"/>
                  </a:lnTo>
                  <a:lnTo>
                    <a:pt x="56" y="2"/>
                  </a:lnTo>
                  <a:lnTo>
                    <a:pt x="52" y="6"/>
                  </a:lnTo>
                  <a:lnTo>
                    <a:pt x="48" y="6"/>
                  </a:lnTo>
                  <a:lnTo>
                    <a:pt x="46" y="2"/>
                  </a:lnTo>
                  <a:lnTo>
                    <a:pt x="38" y="0"/>
                  </a:lnTo>
                  <a:lnTo>
                    <a:pt x="36" y="4"/>
                  </a:lnTo>
                  <a:lnTo>
                    <a:pt x="34" y="6"/>
                  </a:lnTo>
                  <a:lnTo>
                    <a:pt x="34" y="8"/>
                  </a:lnTo>
                  <a:lnTo>
                    <a:pt x="32" y="10"/>
                  </a:lnTo>
                  <a:lnTo>
                    <a:pt x="30" y="10"/>
                  </a:lnTo>
                  <a:lnTo>
                    <a:pt x="28" y="8"/>
                  </a:lnTo>
                  <a:lnTo>
                    <a:pt x="28" y="6"/>
                  </a:lnTo>
                  <a:lnTo>
                    <a:pt x="24" y="8"/>
                  </a:lnTo>
                  <a:lnTo>
                    <a:pt x="22" y="14"/>
                  </a:lnTo>
                  <a:lnTo>
                    <a:pt x="22" y="12"/>
                  </a:lnTo>
                  <a:lnTo>
                    <a:pt x="20" y="12"/>
                  </a:lnTo>
                  <a:lnTo>
                    <a:pt x="16" y="16"/>
                  </a:lnTo>
                  <a:lnTo>
                    <a:pt x="12" y="18"/>
                  </a:lnTo>
                  <a:lnTo>
                    <a:pt x="12" y="20"/>
                  </a:lnTo>
                  <a:lnTo>
                    <a:pt x="12" y="22"/>
                  </a:lnTo>
                  <a:lnTo>
                    <a:pt x="14" y="26"/>
                  </a:lnTo>
                  <a:lnTo>
                    <a:pt x="16" y="28"/>
                  </a:lnTo>
                  <a:lnTo>
                    <a:pt x="14" y="30"/>
                  </a:lnTo>
                  <a:lnTo>
                    <a:pt x="12" y="32"/>
                  </a:lnTo>
                  <a:lnTo>
                    <a:pt x="10" y="34"/>
                  </a:lnTo>
                  <a:lnTo>
                    <a:pt x="8" y="34"/>
                  </a:lnTo>
                  <a:lnTo>
                    <a:pt x="8" y="38"/>
                  </a:lnTo>
                  <a:lnTo>
                    <a:pt x="6" y="42"/>
                  </a:lnTo>
                  <a:lnTo>
                    <a:pt x="6" y="44"/>
                  </a:lnTo>
                  <a:lnTo>
                    <a:pt x="6" y="48"/>
                  </a:lnTo>
                  <a:lnTo>
                    <a:pt x="6" y="50"/>
                  </a:lnTo>
                  <a:lnTo>
                    <a:pt x="2" y="54"/>
                  </a:lnTo>
                  <a:lnTo>
                    <a:pt x="0" y="58"/>
                  </a:lnTo>
                  <a:lnTo>
                    <a:pt x="8" y="60"/>
                  </a:lnTo>
                  <a:lnTo>
                    <a:pt x="10" y="64"/>
                  </a:lnTo>
                  <a:lnTo>
                    <a:pt x="12" y="68"/>
                  </a:lnTo>
                  <a:lnTo>
                    <a:pt x="14" y="72"/>
                  </a:lnTo>
                  <a:lnTo>
                    <a:pt x="16" y="74"/>
                  </a:lnTo>
                  <a:lnTo>
                    <a:pt x="18" y="74"/>
                  </a:lnTo>
                  <a:lnTo>
                    <a:pt x="16" y="78"/>
                  </a:lnTo>
                  <a:lnTo>
                    <a:pt x="16" y="80"/>
                  </a:lnTo>
                  <a:lnTo>
                    <a:pt x="14" y="84"/>
                  </a:lnTo>
                  <a:lnTo>
                    <a:pt x="14" y="86"/>
                  </a:lnTo>
                  <a:lnTo>
                    <a:pt x="14" y="90"/>
                  </a:lnTo>
                  <a:lnTo>
                    <a:pt x="16" y="9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4" name="Google Shape;364;p60"/>
            <p:cNvSpPr/>
            <p:nvPr/>
          </p:nvSpPr>
          <p:spPr>
            <a:xfrm>
              <a:off x="7876680" y="3701852"/>
              <a:ext cx="33556" cy="50181"/>
            </a:xfrm>
            <a:custGeom>
              <a:rect b="b" l="l" r="r" t="t"/>
              <a:pathLst>
                <a:path extrusionOk="0" h="36" w="20">
                  <a:moveTo>
                    <a:pt x="8" y="0"/>
                  </a:moveTo>
                  <a:lnTo>
                    <a:pt x="8" y="0"/>
                  </a:lnTo>
                  <a:lnTo>
                    <a:pt x="0" y="6"/>
                  </a:lnTo>
                  <a:lnTo>
                    <a:pt x="2" y="18"/>
                  </a:lnTo>
                  <a:lnTo>
                    <a:pt x="4" y="32"/>
                  </a:lnTo>
                  <a:lnTo>
                    <a:pt x="6" y="34"/>
                  </a:lnTo>
                  <a:lnTo>
                    <a:pt x="6" y="36"/>
                  </a:lnTo>
                  <a:lnTo>
                    <a:pt x="10" y="36"/>
                  </a:lnTo>
                  <a:lnTo>
                    <a:pt x="12" y="34"/>
                  </a:lnTo>
                  <a:lnTo>
                    <a:pt x="10" y="34"/>
                  </a:lnTo>
                  <a:lnTo>
                    <a:pt x="16" y="32"/>
                  </a:lnTo>
                  <a:lnTo>
                    <a:pt x="18" y="18"/>
                  </a:lnTo>
                  <a:lnTo>
                    <a:pt x="20" y="10"/>
                  </a:lnTo>
                  <a:lnTo>
                    <a:pt x="14" y="0"/>
                  </a:lnTo>
                  <a:lnTo>
                    <a:pt x="8"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5" name="Google Shape;365;p60"/>
            <p:cNvSpPr/>
            <p:nvPr/>
          </p:nvSpPr>
          <p:spPr>
            <a:xfrm>
              <a:off x="7847318" y="3567440"/>
              <a:ext cx="213920" cy="232982"/>
            </a:xfrm>
            <a:custGeom>
              <a:rect b="b" l="l" r="r" t="t"/>
              <a:pathLst>
                <a:path extrusionOk="0" h="166" w="130">
                  <a:moveTo>
                    <a:pt x="6" y="56"/>
                  </a:moveTo>
                  <a:lnTo>
                    <a:pt x="6" y="56"/>
                  </a:lnTo>
                  <a:lnTo>
                    <a:pt x="10" y="56"/>
                  </a:lnTo>
                  <a:lnTo>
                    <a:pt x="14" y="54"/>
                  </a:lnTo>
                  <a:lnTo>
                    <a:pt x="16" y="50"/>
                  </a:lnTo>
                  <a:lnTo>
                    <a:pt x="18" y="48"/>
                  </a:lnTo>
                  <a:lnTo>
                    <a:pt x="20" y="46"/>
                  </a:lnTo>
                  <a:lnTo>
                    <a:pt x="20" y="44"/>
                  </a:lnTo>
                  <a:lnTo>
                    <a:pt x="24" y="44"/>
                  </a:lnTo>
                  <a:lnTo>
                    <a:pt x="26" y="44"/>
                  </a:lnTo>
                  <a:lnTo>
                    <a:pt x="32" y="48"/>
                  </a:lnTo>
                  <a:lnTo>
                    <a:pt x="36" y="52"/>
                  </a:lnTo>
                  <a:lnTo>
                    <a:pt x="42" y="64"/>
                  </a:lnTo>
                  <a:lnTo>
                    <a:pt x="48" y="74"/>
                  </a:lnTo>
                  <a:lnTo>
                    <a:pt x="54" y="84"/>
                  </a:lnTo>
                  <a:lnTo>
                    <a:pt x="58" y="84"/>
                  </a:lnTo>
                  <a:lnTo>
                    <a:pt x="64" y="90"/>
                  </a:lnTo>
                  <a:lnTo>
                    <a:pt x="72" y="98"/>
                  </a:lnTo>
                  <a:lnTo>
                    <a:pt x="80" y="100"/>
                  </a:lnTo>
                  <a:lnTo>
                    <a:pt x="86" y="104"/>
                  </a:lnTo>
                  <a:lnTo>
                    <a:pt x="86" y="106"/>
                  </a:lnTo>
                  <a:lnTo>
                    <a:pt x="90" y="108"/>
                  </a:lnTo>
                  <a:lnTo>
                    <a:pt x="92" y="108"/>
                  </a:lnTo>
                  <a:lnTo>
                    <a:pt x="92" y="112"/>
                  </a:lnTo>
                  <a:lnTo>
                    <a:pt x="92" y="114"/>
                  </a:lnTo>
                  <a:lnTo>
                    <a:pt x="96" y="116"/>
                  </a:lnTo>
                  <a:lnTo>
                    <a:pt x="100" y="118"/>
                  </a:lnTo>
                  <a:lnTo>
                    <a:pt x="102" y="120"/>
                  </a:lnTo>
                  <a:lnTo>
                    <a:pt x="104" y="130"/>
                  </a:lnTo>
                  <a:lnTo>
                    <a:pt x="104" y="136"/>
                  </a:lnTo>
                  <a:lnTo>
                    <a:pt x="102" y="136"/>
                  </a:lnTo>
                  <a:lnTo>
                    <a:pt x="100" y="142"/>
                  </a:lnTo>
                  <a:lnTo>
                    <a:pt x="100" y="148"/>
                  </a:lnTo>
                  <a:lnTo>
                    <a:pt x="82" y="148"/>
                  </a:lnTo>
                  <a:lnTo>
                    <a:pt x="66" y="148"/>
                  </a:lnTo>
                  <a:lnTo>
                    <a:pt x="66" y="150"/>
                  </a:lnTo>
                  <a:lnTo>
                    <a:pt x="66" y="152"/>
                  </a:lnTo>
                  <a:lnTo>
                    <a:pt x="80" y="160"/>
                  </a:lnTo>
                  <a:lnTo>
                    <a:pt x="92" y="166"/>
                  </a:lnTo>
                  <a:lnTo>
                    <a:pt x="94" y="152"/>
                  </a:lnTo>
                  <a:lnTo>
                    <a:pt x="94" y="148"/>
                  </a:lnTo>
                  <a:lnTo>
                    <a:pt x="100" y="150"/>
                  </a:lnTo>
                  <a:lnTo>
                    <a:pt x="106" y="150"/>
                  </a:lnTo>
                  <a:lnTo>
                    <a:pt x="112" y="140"/>
                  </a:lnTo>
                  <a:lnTo>
                    <a:pt x="116" y="132"/>
                  </a:lnTo>
                  <a:lnTo>
                    <a:pt x="116" y="126"/>
                  </a:lnTo>
                  <a:lnTo>
                    <a:pt x="110" y="120"/>
                  </a:lnTo>
                  <a:lnTo>
                    <a:pt x="110" y="118"/>
                  </a:lnTo>
                  <a:lnTo>
                    <a:pt x="110" y="116"/>
                  </a:lnTo>
                  <a:lnTo>
                    <a:pt x="112" y="110"/>
                  </a:lnTo>
                  <a:lnTo>
                    <a:pt x="116" y="110"/>
                  </a:lnTo>
                  <a:lnTo>
                    <a:pt x="126" y="114"/>
                  </a:lnTo>
                  <a:lnTo>
                    <a:pt x="126" y="118"/>
                  </a:lnTo>
                  <a:lnTo>
                    <a:pt x="128" y="118"/>
                  </a:lnTo>
                  <a:lnTo>
                    <a:pt x="130" y="116"/>
                  </a:lnTo>
                  <a:lnTo>
                    <a:pt x="128" y="112"/>
                  </a:lnTo>
                  <a:lnTo>
                    <a:pt x="124" y="106"/>
                  </a:lnTo>
                  <a:lnTo>
                    <a:pt x="116" y="98"/>
                  </a:lnTo>
                  <a:lnTo>
                    <a:pt x="110" y="98"/>
                  </a:lnTo>
                  <a:lnTo>
                    <a:pt x="108" y="96"/>
                  </a:lnTo>
                  <a:lnTo>
                    <a:pt x="106" y="94"/>
                  </a:lnTo>
                  <a:lnTo>
                    <a:pt x="106" y="92"/>
                  </a:lnTo>
                  <a:lnTo>
                    <a:pt x="106" y="90"/>
                  </a:lnTo>
                  <a:lnTo>
                    <a:pt x="106" y="86"/>
                  </a:lnTo>
                  <a:lnTo>
                    <a:pt x="90" y="84"/>
                  </a:lnTo>
                  <a:lnTo>
                    <a:pt x="86" y="80"/>
                  </a:lnTo>
                  <a:lnTo>
                    <a:pt x="82" y="76"/>
                  </a:lnTo>
                  <a:lnTo>
                    <a:pt x="80" y="70"/>
                  </a:lnTo>
                  <a:lnTo>
                    <a:pt x="80" y="64"/>
                  </a:lnTo>
                  <a:lnTo>
                    <a:pt x="76" y="60"/>
                  </a:lnTo>
                  <a:lnTo>
                    <a:pt x="70" y="56"/>
                  </a:lnTo>
                  <a:lnTo>
                    <a:pt x="60" y="50"/>
                  </a:lnTo>
                  <a:lnTo>
                    <a:pt x="60" y="42"/>
                  </a:lnTo>
                  <a:lnTo>
                    <a:pt x="66" y="34"/>
                  </a:lnTo>
                  <a:lnTo>
                    <a:pt x="64" y="32"/>
                  </a:lnTo>
                  <a:lnTo>
                    <a:pt x="62" y="32"/>
                  </a:lnTo>
                  <a:lnTo>
                    <a:pt x="62" y="28"/>
                  </a:lnTo>
                  <a:lnTo>
                    <a:pt x="78" y="26"/>
                  </a:lnTo>
                  <a:lnTo>
                    <a:pt x="76" y="24"/>
                  </a:lnTo>
                  <a:lnTo>
                    <a:pt x="76" y="22"/>
                  </a:lnTo>
                  <a:lnTo>
                    <a:pt x="76" y="18"/>
                  </a:lnTo>
                  <a:lnTo>
                    <a:pt x="76" y="14"/>
                  </a:lnTo>
                  <a:lnTo>
                    <a:pt x="74" y="12"/>
                  </a:lnTo>
                  <a:lnTo>
                    <a:pt x="72" y="12"/>
                  </a:lnTo>
                  <a:lnTo>
                    <a:pt x="72" y="8"/>
                  </a:lnTo>
                  <a:lnTo>
                    <a:pt x="74" y="6"/>
                  </a:lnTo>
                  <a:lnTo>
                    <a:pt x="66" y="6"/>
                  </a:lnTo>
                  <a:lnTo>
                    <a:pt x="64" y="6"/>
                  </a:lnTo>
                  <a:lnTo>
                    <a:pt x="62" y="6"/>
                  </a:lnTo>
                  <a:lnTo>
                    <a:pt x="60" y="4"/>
                  </a:lnTo>
                  <a:lnTo>
                    <a:pt x="56" y="4"/>
                  </a:lnTo>
                  <a:lnTo>
                    <a:pt x="54" y="4"/>
                  </a:lnTo>
                  <a:lnTo>
                    <a:pt x="52" y="2"/>
                  </a:lnTo>
                  <a:lnTo>
                    <a:pt x="50" y="0"/>
                  </a:lnTo>
                  <a:lnTo>
                    <a:pt x="50" y="2"/>
                  </a:lnTo>
                  <a:lnTo>
                    <a:pt x="48" y="4"/>
                  </a:lnTo>
                  <a:lnTo>
                    <a:pt x="46" y="2"/>
                  </a:lnTo>
                  <a:lnTo>
                    <a:pt x="42" y="2"/>
                  </a:lnTo>
                  <a:lnTo>
                    <a:pt x="42" y="4"/>
                  </a:lnTo>
                  <a:lnTo>
                    <a:pt x="42" y="6"/>
                  </a:lnTo>
                  <a:lnTo>
                    <a:pt x="40" y="6"/>
                  </a:lnTo>
                  <a:lnTo>
                    <a:pt x="42" y="6"/>
                  </a:lnTo>
                  <a:lnTo>
                    <a:pt x="42" y="8"/>
                  </a:lnTo>
                  <a:lnTo>
                    <a:pt x="40" y="10"/>
                  </a:lnTo>
                  <a:lnTo>
                    <a:pt x="38" y="10"/>
                  </a:lnTo>
                  <a:lnTo>
                    <a:pt x="36" y="10"/>
                  </a:lnTo>
                  <a:lnTo>
                    <a:pt x="34" y="12"/>
                  </a:lnTo>
                  <a:lnTo>
                    <a:pt x="32" y="14"/>
                  </a:lnTo>
                  <a:lnTo>
                    <a:pt x="30" y="14"/>
                  </a:lnTo>
                  <a:lnTo>
                    <a:pt x="28" y="16"/>
                  </a:lnTo>
                  <a:lnTo>
                    <a:pt x="30" y="20"/>
                  </a:lnTo>
                  <a:lnTo>
                    <a:pt x="28" y="20"/>
                  </a:lnTo>
                  <a:lnTo>
                    <a:pt x="26" y="20"/>
                  </a:lnTo>
                  <a:lnTo>
                    <a:pt x="22" y="18"/>
                  </a:lnTo>
                  <a:lnTo>
                    <a:pt x="20" y="18"/>
                  </a:lnTo>
                  <a:lnTo>
                    <a:pt x="18" y="16"/>
                  </a:lnTo>
                  <a:lnTo>
                    <a:pt x="18" y="14"/>
                  </a:lnTo>
                  <a:lnTo>
                    <a:pt x="16" y="14"/>
                  </a:lnTo>
                  <a:lnTo>
                    <a:pt x="16" y="18"/>
                  </a:lnTo>
                  <a:lnTo>
                    <a:pt x="16" y="20"/>
                  </a:lnTo>
                  <a:lnTo>
                    <a:pt x="12" y="20"/>
                  </a:lnTo>
                  <a:lnTo>
                    <a:pt x="8" y="24"/>
                  </a:lnTo>
                  <a:lnTo>
                    <a:pt x="6" y="28"/>
                  </a:lnTo>
                  <a:lnTo>
                    <a:pt x="4" y="30"/>
                  </a:lnTo>
                  <a:lnTo>
                    <a:pt x="4" y="32"/>
                  </a:lnTo>
                  <a:lnTo>
                    <a:pt x="2" y="32"/>
                  </a:lnTo>
                  <a:lnTo>
                    <a:pt x="0" y="34"/>
                  </a:lnTo>
                  <a:lnTo>
                    <a:pt x="0" y="36"/>
                  </a:lnTo>
                  <a:lnTo>
                    <a:pt x="0" y="38"/>
                  </a:lnTo>
                  <a:lnTo>
                    <a:pt x="2" y="38"/>
                  </a:lnTo>
                  <a:lnTo>
                    <a:pt x="2" y="40"/>
                  </a:lnTo>
                  <a:lnTo>
                    <a:pt x="2" y="42"/>
                  </a:lnTo>
                  <a:lnTo>
                    <a:pt x="2" y="46"/>
                  </a:lnTo>
                  <a:lnTo>
                    <a:pt x="2" y="48"/>
                  </a:lnTo>
                  <a:lnTo>
                    <a:pt x="4" y="48"/>
                  </a:lnTo>
                  <a:lnTo>
                    <a:pt x="6" y="48"/>
                  </a:lnTo>
                  <a:lnTo>
                    <a:pt x="8" y="48"/>
                  </a:lnTo>
                  <a:lnTo>
                    <a:pt x="8" y="50"/>
                  </a:lnTo>
                  <a:lnTo>
                    <a:pt x="4" y="52"/>
                  </a:lnTo>
                  <a:lnTo>
                    <a:pt x="4" y="54"/>
                  </a:lnTo>
                  <a:lnTo>
                    <a:pt x="6" y="54"/>
                  </a:lnTo>
                  <a:lnTo>
                    <a:pt x="6" y="5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6" name="Google Shape;366;p60"/>
            <p:cNvSpPr/>
            <p:nvPr/>
          </p:nvSpPr>
          <p:spPr>
            <a:xfrm>
              <a:off x="8365339" y="3882861"/>
              <a:ext cx="25167" cy="73479"/>
            </a:xfrm>
            <a:custGeom>
              <a:rect b="b" l="l" r="r" t="t"/>
              <a:pathLst>
                <a:path extrusionOk="0" h="52" w="16">
                  <a:moveTo>
                    <a:pt x="4" y="16"/>
                  </a:moveTo>
                  <a:lnTo>
                    <a:pt x="4" y="16"/>
                  </a:lnTo>
                  <a:lnTo>
                    <a:pt x="0" y="18"/>
                  </a:lnTo>
                  <a:lnTo>
                    <a:pt x="2" y="22"/>
                  </a:lnTo>
                  <a:lnTo>
                    <a:pt x="6" y="18"/>
                  </a:lnTo>
                  <a:lnTo>
                    <a:pt x="4" y="16"/>
                  </a:lnTo>
                  <a:close/>
                  <a:moveTo>
                    <a:pt x="16" y="8"/>
                  </a:moveTo>
                  <a:lnTo>
                    <a:pt x="16" y="8"/>
                  </a:lnTo>
                  <a:lnTo>
                    <a:pt x="16" y="10"/>
                  </a:lnTo>
                  <a:lnTo>
                    <a:pt x="16" y="12"/>
                  </a:lnTo>
                  <a:lnTo>
                    <a:pt x="16" y="16"/>
                  </a:lnTo>
                  <a:lnTo>
                    <a:pt x="16" y="18"/>
                  </a:lnTo>
                  <a:lnTo>
                    <a:pt x="16" y="24"/>
                  </a:lnTo>
                  <a:lnTo>
                    <a:pt x="16" y="26"/>
                  </a:lnTo>
                  <a:lnTo>
                    <a:pt x="14" y="26"/>
                  </a:lnTo>
                  <a:lnTo>
                    <a:pt x="12" y="26"/>
                  </a:lnTo>
                  <a:lnTo>
                    <a:pt x="10" y="26"/>
                  </a:lnTo>
                  <a:lnTo>
                    <a:pt x="12" y="22"/>
                  </a:lnTo>
                  <a:lnTo>
                    <a:pt x="12" y="16"/>
                  </a:lnTo>
                  <a:lnTo>
                    <a:pt x="12" y="12"/>
                  </a:lnTo>
                  <a:lnTo>
                    <a:pt x="12" y="10"/>
                  </a:lnTo>
                  <a:lnTo>
                    <a:pt x="14" y="8"/>
                  </a:lnTo>
                  <a:lnTo>
                    <a:pt x="16" y="8"/>
                  </a:lnTo>
                  <a:close/>
                  <a:moveTo>
                    <a:pt x="16" y="8"/>
                  </a:moveTo>
                  <a:lnTo>
                    <a:pt x="16" y="8"/>
                  </a:lnTo>
                  <a:lnTo>
                    <a:pt x="16" y="0"/>
                  </a:lnTo>
                  <a:lnTo>
                    <a:pt x="12" y="0"/>
                  </a:lnTo>
                  <a:lnTo>
                    <a:pt x="10" y="2"/>
                  </a:lnTo>
                  <a:lnTo>
                    <a:pt x="6" y="6"/>
                  </a:lnTo>
                  <a:lnTo>
                    <a:pt x="6" y="10"/>
                  </a:lnTo>
                  <a:lnTo>
                    <a:pt x="6" y="14"/>
                  </a:lnTo>
                  <a:lnTo>
                    <a:pt x="4" y="16"/>
                  </a:lnTo>
                  <a:lnTo>
                    <a:pt x="6" y="18"/>
                  </a:lnTo>
                  <a:lnTo>
                    <a:pt x="2" y="22"/>
                  </a:lnTo>
                  <a:lnTo>
                    <a:pt x="4" y="28"/>
                  </a:lnTo>
                  <a:lnTo>
                    <a:pt x="6" y="48"/>
                  </a:lnTo>
                  <a:lnTo>
                    <a:pt x="4" y="52"/>
                  </a:lnTo>
                  <a:lnTo>
                    <a:pt x="10" y="46"/>
                  </a:lnTo>
                  <a:lnTo>
                    <a:pt x="14" y="40"/>
                  </a:lnTo>
                  <a:lnTo>
                    <a:pt x="14" y="38"/>
                  </a:lnTo>
                  <a:lnTo>
                    <a:pt x="14" y="30"/>
                  </a:lnTo>
                  <a:lnTo>
                    <a:pt x="16" y="26"/>
                  </a:lnTo>
                  <a:lnTo>
                    <a:pt x="14" y="26"/>
                  </a:lnTo>
                  <a:lnTo>
                    <a:pt x="12" y="26"/>
                  </a:lnTo>
                  <a:lnTo>
                    <a:pt x="10" y="26"/>
                  </a:lnTo>
                  <a:lnTo>
                    <a:pt x="12" y="22"/>
                  </a:lnTo>
                  <a:lnTo>
                    <a:pt x="12" y="16"/>
                  </a:lnTo>
                  <a:lnTo>
                    <a:pt x="12" y="12"/>
                  </a:lnTo>
                  <a:lnTo>
                    <a:pt x="12" y="10"/>
                  </a:lnTo>
                  <a:lnTo>
                    <a:pt x="14" y="8"/>
                  </a:lnTo>
                  <a:lnTo>
                    <a:pt x="16"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7" name="Google Shape;367;p60"/>
            <p:cNvSpPr/>
            <p:nvPr/>
          </p:nvSpPr>
          <p:spPr>
            <a:xfrm>
              <a:off x="7534828" y="3361341"/>
              <a:ext cx="71307" cy="98569"/>
            </a:xfrm>
            <a:custGeom>
              <a:rect b="b" l="l" r="r" t="t"/>
              <a:pathLst>
                <a:path extrusionOk="0" h="70" w="44">
                  <a:moveTo>
                    <a:pt x="36" y="6"/>
                  </a:moveTo>
                  <a:lnTo>
                    <a:pt x="36" y="6"/>
                  </a:lnTo>
                  <a:lnTo>
                    <a:pt x="36" y="2"/>
                  </a:lnTo>
                  <a:lnTo>
                    <a:pt x="36" y="0"/>
                  </a:lnTo>
                  <a:lnTo>
                    <a:pt x="34" y="0"/>
                  </a:lnTo>
                  <a:lnTo>
                    <a:pt x="30" y="6"/>
                  </a:lnTo>
                  <a:lnTo>
                    <a:pt x="30" y="4"/>
                  </a:lnTo>
                  <a:lnTo>
                    <a:pt x="28" y="4"/>
                  </a:lnTo>
                  <a:lnTo>
                    <a:pt x="24" y="4"/>
                  </a:lnTo>
                  <a:lnTo>
                    <a:pt x="24" y="8"/>
                  </a:lnTo>
                  <a:lnTo>
                    <a:pt x="20" y="10"/>
                  </a:lnTo>
                  <a:lnTo>
                    <a:pt x="24" y="10"/>
                  </a:lnTo>
                  <a:lnTo>
                    <a:pt x="24" y="14"/>
                  </a:lnTo>
                  <a:lnTo>
                    <a:pt x="20" y="14"/>
                  </a:lnTo>
                  <a:lnTo>
                    <a:pt x="18" y="18"/>
                  </a:lnTo>
                  <a:lnTo>
                    <a:pt x="14" y="20"/>
                  </a:lnTo>
                  <a:lnTo>
                    <a:pt x="10" y="20"/>
                  </a:lnTo>
                  <a:lnTo>
                    <a:pt x="8" y="20"/>
                  </a:lnTo>
                  <a:lnTo>
                    <a:pt x="6" y="18"/>
                  </a:lnTo>
                  <a:lnTo>
                    <a:pt x="6" y="24"/>
                  </a:lnTo>
                  <a:lnTo>
                    <a:pt x="8" y="24"/>
                  </a:lnTo>
                  <a:lnTo>
                    <a:pt x="8" y="26"/>
                  </a:lnTo>
                  <a:lnTo>
                    <a:pt x="8" y="28"/>
                  </a:lnTo>
                  <a:lnTo>
                    <a:pt x="10" y="30"/>
                  </a:lnTo>
                  <a:lnTo>
                    <a:pt x="2" y="30"/>
                  </a:lnTo>
                  <a:lnTo>
                    <a:pt x="0" y="34"/>
                  </a:lnTo>
                  <a:lnTo>
                    <a:pt x="4" y="38"/>
                  </a:lnTo>
                  <a:lnTo>
                    <a:pt x="12" y="38"/>
                  </a:lnTo>
                  <a:lnTo>
                    <a:pt x="8" y="48"/>
                  </a:lnTo>
                  <a:lnTo>
                    <a:pt x="4" y="60"/>
                  </a:lnTo>
                  <a:lnTo>
                    <a:pt x="0" y="60"/>
                  </a:lnTo>
                  <a:lnTo>
                    <a:pt x="0" y="62"/>
                  </a:lnTo>
                  <a:lnTo>
                    <a:pt x="2" y="66"/>
                  </a:lnTo>
                  <a:lnTo>
                    <a:pt x="6" y="66"/>
                  </a:lnTo>
                  <a:lnTo>
                    <a:pt x="4" y="70"/>
                  </a:lnTo>
                  <a:lnTo>
                    <a:pt x="8" y="70"/>
                  </a:lnTo>
                  <a:lnTo>
                    <a:pt x="8" y="68"/>
                  </a:lnTo>
                  <a:lnTo>
                    <a:pt x="10" y="68"/>
                  </a:lnTo>
                  <a:lnTo>
                    <a:pt x="10" y="66"/>
                  </a:lnTo>
                  <a:lnTo>
                    <a:pt x="12" y="66"/>
                  </a:lnTo>
                  <a:lnTo>
                    <a:pt x="14" y="68"/>
                  </a:lnTo>
                  <a:lnTo>
                    <a:pt x="14" y="70"/>
                  </a:lnTo>
                  <a:lnTo>
                    <a:pt x="18" y="70"/>
                  </a:lnTo>
                  <a:lnTo>
                    <a:pt x="18" y="68"/>
                  </a:lnTo>
                  <a:lnTo>
                    <a:pt x="24" y="62"/>
                  </a:lnTo>
                  <a:lnTo>
                    <a:pt x="26" y="62"/>
                  </a:lnTo>
                  <a:lnTo>
                    <a:pt x="30" y="62"/>
                  </a:lnTo>
                  <a:lnTo>
                    <a:pt x="30" y="58"/>
                  </a:lnTo>
                  <a:lnTo>
                    <a:pt x="36" y="58"/>
                  </a:lnTo>
                  <a:lnTo>
                    <a:pt x="36" y="54"/>
                  </a:lnTo>
                  <a:lnTo>
                    <a:pt x="38" y="56"/>
                  </a:lnTo>
                  <a:lnTo>
                    <a:pt x="40" y="56"/>
                  </a:lnTo>
                  <a:lnTo>
                    <a:pt x="40" y="54"/>
                  </a:lnTo>
                  <a:lnTo>
                    <a:pt x="38" y="54"/>
                  </a:lnTo>
                  <a:lnTo>
                    <a:pt x="38" y="52"/>
                  </a:lnTo>
                  <a:lnTo>
                    <a:pt x="42" y="48"/>
                  </a:lnTo>
                  <a:lnTo>
                    <a:pt x="42" y="44"/>
                  </a:lnTo>
                  <a:lnTo>
                    <a:pt x="38" y="36"/>
                  </a:lnTo>
                  <a:lnTo>
                    <a:pt x="40" y="26"/>
                  </a:lnTo>
                  <a:lnTo>
                    <a:pt x="44" y="22"/>
                  </a:lnTo>
                  <a:lnTo>
                    <a:pt x="38" y="24"/>
                  </a:lnTo>
                  <a:lnTo>
                    <a:pt x="36" y="22"/>
                  </a:lnTo>
                  <a:lnTo>
                    <a:pt x="32" y="24"/>
                  </a:lnTo>
                  <a:lnTo>
                    <a:pt x="30" y="22"/>
                  </a:lnTo>
                  <a:lnTo>
                    <a:pt x="30" y="20"/>
                  </a:lnTo>
                  <a:lnTo>
                    <a:pt x="28" y="20"/>
                  </a:lnTo>
                  <a:lnTo>
                    <a:pt x="26" y="18"/>
                  </a:lnTo>
                  <a:lnTo>
                    <a:pt x="26" y="16"/>
                  </a:lnTo>
                  <a:lnTo>
                    <a:pt x="28" y="14"/>
                  </a:lnTo>
                  <a:lnTo>
                    <a:pt x="30" y="14"/>
                  </a:lnTo>
                  <a:lnTo>
                    <a:pt x="30" y="12"/>
                  </a:lnTo>
                  <a:lnTo>
                    <a:pt x="32" y="10"/>
                  </a:lnTo>
                  <a:lnTo>
                    <a:pt x="34" y="8"/>
                  </a:lnTo>
                  <a:lnTo>
                    <a:pt x="36" y="6"/>
                  </a:lnTo>
                  <a:close/>
                  <a:moveTo>
                    <a:pt x="14" y="34"/>
                  </a:moveTo>
                  <a:lnTo>
                    <a:pt x="14" y="34"/>
                  </a:lnTo>
                  <a:lnTo>
                    <a:pt x="16" y="36"/>
                  </a:lnTo>
                  <a:lnTo>
                    <a:pt x="14" y="38"/>
                  </a:lnTo>
                  <a:lnTo>
                    <a:pt x="12" y="38"/>
                  </a:lnTo>
                  <a:lnTo>
                    <a:pt x="12" y="36"/>
                  </a:lnTo>
                  <a:lnTo>
                    <a:pt x="12" y="34"/>
                  </a:lnTo>
                  <a:lnTo>
                    <a:pt x="14" y="34"/>
                  </a:lnTo>
                  <a:close/>
                  <a:moveTo>
                    <a:pt x="14" y="48"/>
                  </a:moveTo>
                  <a:lnTo>
                    <a:pt x="14" y="50"/>
                  </a:lnTo>
                  <a:lnTo>
                    <a:pt x="12" y="50"/>
                  </a:lnTo>
                  <a:lnTo>
                    <a:pt x="14" y="4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8" name="Google Shape;368;p60"/>
            <p:cNvSpPr/>
            <p:nvPr/>
          </p:nvSpPr>
          <p:spPr>
            <a:xfrm>
              <a:off x="8451327" y="3786084"/>
              <a:ext cx="184558" cy="170256"/>
            </a:xfrm>
            <a:custGeom>
              <a:rect b="b" l="l" r="r" t="t"/>
              <a:pathLst>
                <a:path extrusionOk="0" h="120" w="112">
                  <a:moveTo>
                    <a:pt x="112" y="104"/>
                  </a:moveTo>
                  <a:lnTo>
                    <a:pt x="108" y="102"/>
                  </a:lnTo>
                  <a:lnTo>
                    <a:pt x="108" y="96"/>
                  </a:lnTo>
                  <a:lnTo>
                    <a:pt x="106" y="96"/>
                  </a:lnTo>
                  <a:lnTo>
                    <a:pt x="104" y="90"/>
                  </a:lnTo>
                  <a:lnTo>
                    <a:pt x="104" y="86"/>
                  </a:lnTo>
                  <a:lnTo>
                    <a:pt x="104" y="82"/>
                  </a:lnTo>
                  <a:lnTo>
                    <a:pt x="102" y="80"/>
                  </a:lnTo>
                  <a:lnTo>
                    <a:pt x="98" y="72"/>
                  </a:lnTo>
                  <a:lnTo>
                    <a:pt x="96" y="70"/>
                  </a:lnTo>
                  <a:lnTo>
                    <a:pt x="92" y="70"/>
                  </a:lnTo>
                  <a:lnTo>
                    <a:pt x="90" y="70"/>
                  </a:lnTo>
                  <a:lnTo>
                    <a:pt x="92" y="70"/>
                  </a:lnTo>
                  <a:lnTo>
                    <a:pt x="92" y="68"/>
                  </a:lnTo>
                  <a:lnTo>
                    <a:pt x="88" y="62"/>
                  </a:lnTo>
                  <a:lnTo>
                    <a:pt x="82" y="60"/>
                  </a:lnTo>
                  <a:lnTo>
                    <a:pt x="82" y="58"/>
                  </a:lnTo>
                  <a:lnTo>
                    <a:pt x="80" y="54"/>
                  </a:lnTo>
                  <a:lnTo>
                    <a:pt x="78" y="50"/>
                  </a:lnTo>
                  <a:lnTo>
                    <a:pt x="76" y="46"/>
                  </a:lnTo>
                  <a:lnTo>
                    <a:pt x="74" y="44"/>
                  </a:lnTo>
                  <a:lnTo>
                    <a:pt x="74" y="42"/>
                  </a:lnTo>
                  <a:lnTo>
                    <a:pt x="76" y="42"/>
                  </a:lnTo>
                  <a:lnTo>
                    <a:pt x="76" y="40"/>
                  </a:lnTo>
                  <a:lnTo>
                    <a:pt x="76" y="38"/>
                  </a:lnTo>
                  <a:lnTo>
                    <a:pt x="76" y="36"/>
                  </a:lnTo>
                  <a:lnTo>
                    <a:pt x="76" y="38"/>
                  </a:lnTo>
                  <a:lnTo>
                    <a:pt x="78" y="38"/>
                  </a:lnTo>
                  <a:lnTo>
                    <a:pt x="80" y="36"/>
                  </a:lnTo>
                  <a:lnTo>
                    <a:pt x="80" y="34"/>
                  </a:lnTo>
                  <a:lnTo>
                    <a:pt x="80" y="30"/>
                  </a:lnTo>
                  <a:lnTo>
                    <a:pt x="80" y="28"/>
                  </a:lnTo>
                  <a:lnTo>
                    <a:pt x="84" y="28"/>
                  </a:lnTo>
                  <a:lnTo>
                    <a:pt x="86" y="26"/>
                  </a:lnTo>
                  <a:lnTo>
                    <a:pt x="84" y="26"/>
                  </a:lnTo>
                  <a:lnTo>
                    <a:pt x="84" y="24"/>
                  </a:lnTo>
                  <a:lnTo>
                    <a:pt x="82" y="26"/>
                  </a:lnTo>
                  <a:lnTo>
                    <a:pt x="78" y="24"/>
                  </a:lnTo>
                  <a:lnTo>
                    <a:pt x="76" y="24"/>
                  </a:lnTo>
                  <a:lnTo>
                    <a:pt x="74" y="24"/>
                  </a:lnTo>
                  <a:lnTo>
                    <a:pt x="72" y="22"/>
                  </a:lnTo>
                  <a:lnTo>
                    <a:pt x="70" y="22"/>
                  </a:lnTo>
                  <a:lnTo>
                    <a:pt x="68" y="20"/>
                  </a:lnTo>
                  <a:lnTo>
                    <a:pt x="68" y="18"/>
                  </a:lnTo>
                  <a:lnTo>
                    <a:pt x="66" y="16"/>
                  </a:lnTo>
                  <a:lnTo>
                    <a:pt x="66" y="14"/>
                  </a:lnTo>
                  <a:lnTo>
                    <a:pt x="64" y="12"/>
                  </a:lnTo>
                  <a:lnTo>
                    <a:pt x="64" y="8"/>
                  </a:lnTo>
                  <a:lnTo>
                    <a:pt x="62" y="2"/>
                  </a:lnTo>
                  <a:lnTo>
                    <a:pt x="58" y="2"/>
                  </a:lnTo>
                  <a:lnTo>
                    <a:pt x="54" y="4"/>
                  </a:lnTo>
                  <a:lnTo>
                    <a:pt x="54" y="0"/>
                  </a:lnTo>
                  <a:lnTo>
                    <a:pt x="50" y="0"/>
                  </a:lnTo>
                  <a:lnTo>
                    <a:pt x="48" y="2"/>
                  </a:lnTo>
                  <a:lnTo>
                    <a:pt x="46" y="4"/>
                  </a:lnTo>
                  <a:lnTo>
                    <a:pt x="44" y="2"/>
                  </a:lnTo>
                  <a:lnTo>
                    <a:pt x="42" y="2"/>
                  </a:lnTo>
                  <a:lnTo>
                    <a:pt x="40" y="2"/>
                  </a:lnTo>
                  <a:lnTo>
                    <a:pt x="38" y="2"/>
                  </a:lnTo>
                  <a:lnTo>
                    <a:pt x="38" y="6"/>
                  </a:lnTo>
                  <a:lnTo>
                    <a:pt x="36" y="10"/>
                  </a:lnTo>
                  <a:lnTo>
                    <a:pt x="32" y="12"/>
                  </a:lnTo>
                  <a:lnTo>
                    <a:pt x="30" y="16"/>
                  </a:lnTo>
                  <a:lnTo>
                    <a:pt x="30" y="20"/>
                  </a:lnTo>
                  <a:lnTo>
                    <a:pt x="30" y="22"/>
                  </a:lnTo>
                  <a:lnTo>
                    <a:pt x="28" y="26"/>
                  </a:lnTo>
                  <a:lnTo>
                    <a:pt x="28" y="28"/>
                  </a:lnTo>
                  <a:lnTo>
                    <a:pt x="28" y="30"/>
                  </a:lnTo>
                  <a:lnTo>
                    <a:pt x="30" y="32"/>
                  </a:lnTo>
                  <a:lnTo>
                    <a:pt x="28" y="36"/>
                  </a:lnTo>
                  <a:lnTo>
                    <a:pt x="26" y="42"/>
                  </a:lnTo>
                  <a:lnTo>
                    <a:pt x="24" y="46"/>
                  </a:lnTo>
                  <a:lnTo>
                    <a:pt x="0" y="64"/>
                  </a:lnTo>
                  <a:lnTo>
                    <a:pt x="6" y="84"/>
                  </a:lnTo>
                  <a:lnTo>
                    <a:pt x="38" y="102"/>
                  </a:lnTo>
                  <a:lnTo>
                    <a:pt x="38" y="106"/>
                  </a:lnTo>
                  <a:lnTo>
                    <a:pt x="46" y="106"/>
                  </a:lnTo>
                  <a:lnTo>
                    <a:pt x="48" y="114"/>
                  </a:lnTo>
                  <a:lnTo>
                    <a:pt x="56" y="118"/>
                  </a:lnTo>
                  <a:lnTo>
                    <a:pt x="78" y="120"/>
                  </a:lnTo>
                  <a:lnTo>
                    <a:pt x="82" y="118"/>
                  </a:lnTo>
                  <a:lnTo>
                    <a:pt x="88" y="112"/>
                  </a:lnTo>
                  <a:lnTo>
                    <a:pt x="92" y="106"/>
                  </a:lnTo>
                  <a:lnTo>
                    <a:pt x="94" y="104"/>
                  </a:lnTo>
                  <a:lnTo>
                    <a:pt x="96" y="104"/>
                  </a:lnTo>
                  <a:lnTo>
                    <a:pt x="100" y="104"/>
                  </a:lnTo>
                  <a:lnTo>
                    <a:pt x="104" y="104"/>
                  </a:lnTo>
                  <a:lnTo>
                    <a:pt x="110" y="108"/>
                  </a:lnTo>
                  <a:lnTo>
                    <a:pt x="110" y="106"/>
                  </a:lnTo>
                  <a:lnTo>
                    <a:pt x="112" y="10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69" name="Google Shape;369;p60"/>
            <p:cNvSpPr/>
            <p:nvPr/>
          </p:nvSpPr>
          <p:spPr>
            <a:xfrm>
              <a:off x="8545703" y="3732319"/>
              <a:ext cx="362824" cy="313629"/>
            </a:xfrm>
            <a:custGeom>
              <a:rect b="b" l="l" r="r" t="t"/>
              <a:pathLst>
                <a:path extrusionOk="0" h="222" w="220">
                  <a:moveTo>
                    <a:pt x="194" y="222"/>
                  </a:moveTo>
                  <a:lnTo>
                    <a:pt x="196" y="210"/>
                  </a:lnTo>
                  <a:lnTo>
                    <a:pt x="202" y="200"/>
                  </a:lnTo>
                  <a:lnTo>
                    <a:pt x="208" y="198"/>
                  </a:lnTo>
                  <a:lnTo>
                    <a:pt x="216" y="196"/>
                  </a:lnTo>
                  <a:lnTo>
                    <a:pt x="220" y="194"/>
                  </a:lnTo>
                  <a:lnTo>
                    <a:pt x="220" y="188"/>
                  </a:lnTo>
                  <a:lnTo>
                    <a:pt x="216" y="186"/>
                  </a:lnTo>
                  <a:lnTo>
                    <a:pt x="214" y="180"/>
                  </a:lnTo>
                  <a:lnTo>
                    <a:pt x="212" y="174"/>
                  </a:lnTo>
                  <a:lnTo>
                    <a:pt x="206" y="172"/>
                  </a:lnTo>
                  <a:lnTo>
                    <a:pt x="202" y="166"/>
                  </a:lnTo>
                  <a:lnTo>
                    <a:pt x="200" y="162"/>
                  </a:lnTo>
                  <a:lnTo>
                    <a:pt x="202" y="158"/>
                  </a:lnTo>
                  <a:lnTo>
                    <a:pt x="196" y="146"/>
                  </a:lnTo>
                  <a:lnTo>
                    <a:pt x="208" y="132"/>
                  </a:lnTo>
                  <a:lnTo>
                    <a:pt x="208" y="128"/>
                  </a:lnTo>
                  <a:lnTo>
                    <a:pt x="206" y="126"/>
                  </a:lnTo>
                  <a:lnTo>
                    <a:pt x="196" y="124"/>
                  </a:lnTo>
                  <a:lnTo>
                    <a:pt x="196" y="122"/>
                  </a:lnTo>
                  <a:lnTo>
                    <a:pt x="196" y="116"/>
                  </a:lnTo>
                  <a:lnTo>
                    <a:pt x="192" y="108"/>
                  </a:lnTo>
                  <a:lnTo>
                    <a:pt x="188" y="104"/>
                  </a:lnTo>
                  <a:lnTo>
                    <a:pt x="188" y="98"/>
                  </a:lnTo>
                  <a:lnTo>
                    <a:pt x="192" y="94"/>
                  </a:lnTo>
                  <a:lnTo>
                    <a:pt x="188" y="92"/>
                  </a:lnTo>
                  <a:lnTo>
                    <a:pt x="188" y="90"/>
                  </a:lnTo>
                  <a:lnTo>
                    <a:pt x="188" y="82"/>
                  </a:lnTo>
                  <a:lnTo>
                    <a:pt x="192" y="76"/>
                  </a:lnTo>
                  <a:lnTo>
                    <a:pt x="194" y="74"/>
                  </a:lnTo>
                  <a:lnTo>
                    <a:pt x="198" y="74"/>
                  </a:lnTo>
                  <a:lnTo>
                    <a:pt x="200" y="70"/>
                  </a:lnTo>
                  <a:lnTo>
                    <a:pt x="202" y="66"/>
                  </a:lnTo>
                  <a:lnTo>
                    <a:pt x="204" y="60"/>
                  </a:lnTo>
                  <a:lnTo>
                    <a:pt x="202" y="54"/>
                  </a:lnTo>
                  <a:lnTo>
                    <a:pt x="202" y="50"/>
                  </a:lnTo>
                  <a:lnTo>
                    <a:pt x="196" y="48"/>
                  </a:lnTo>
                  <a:lnTo>
                    <a:pt x="194" y="44"/>
                  </a:lnTo>
                  <a:lnTo>
                    <a:pt x="192" y="40"/>
                  </a:lnTo>
                  <a:lnTo>
                    <a:pt x="188" y="36"/>
                  </a:lnTo>
                  <a:lnTo>
                    <a:pt x="182" y="32"/>
                  </a:lnTo>
                  <a:lnTo>
                    <a:pt x="174" y="30"/>
                  </a:lnTo>
                  <a:lnTo>
                    <a:pt x="166" y="26"/>
                  </a:lnTo>
                  <a:lnTo>
                    <a:pt x="164" y="24"/>
                  </a:lnTo>
                  <a:lnTo>
                    <a:pt x="156" y="24"/>
                  </a:lnTo>
                  <a:lnTo>
                    <a:pt x="142" y="20"/>
                  </a:lnTo>
                  <a:lnTo>
                    <a:pt x="136" y="22"/>
                  </a:lnTo>
                  <a:lnTo>
                    <a:pt x="132" y="24"/>
                  </a:lnTo>
                  <a:lnTo>
                    <a:pt x="126" y="24"/>
                  </a:lnTo>
                  <a:lnTo>
                    <a:pt x="124" y="26"/>
                  </a:lnTo>
                  <a:lnTo>
                    <a:pt x="120" y="30"/>
                  </a:lnTo>
                  <a:lnTo>
                    <a:pt x="120" y="32"/>
                  </a:lnTo>
                  <a:lnTo>
                    <a:pt x="118" y="36"/>
                  </a:lnTo>
                  <a:lnTo>
                    <a:pt x="110" y="36"/>
                  </a:lnTo>
                  <a:lnTo>
                    <a:pt x="110" y="48"/>
                  </a:lnTo>
                  <a:lnTo>
                    <a:pt x="108" y="48"/>
                  </a:lnTo>
                  <a:lnTo>
                    <a:pt x="108" y="46"/>
                  </a:lnTo>
                  <a:lnTo>
                    <a:pt x="106" y="44"/>
                  </a:lnTo>
                  <a:lnTo>
                    <a:pt x="104" y="44"/>
                  </a:lnTo>
                  <a:lnTo>
                    <a:pt x="100" y="46"/>
                  </a:lnTo>
                  <a:lnTo>
                    <a:pt x="92" y="48"/>
                  </a:lnTo>
                  <a:lnTo>
                    <a:pt x="84" y="48"/>
                  </a:lnTo>
                  <a:lnTo>
                    <a:pt x="76" y="44"/>
                  </a:lnTo>
                  <a:lnTo>
                    <a:pt x="70" y="40"/>
                  </a:lnTo>
                  <a:lnTo>
                    <a:pt x="70" y="38"/>
                  </a:lnTo>
                  <a:lnTo>
                    <a:pt x="66" y="38"/>
                  </a:lnTo>
                  <a:lnTo>
                    <a:pt x="64" y="38"/>
                  </a:lnTo>
                  <a:lnTo>
                    <a:pt x="62" y="40"/>
                  </a:lnTo>
                  <a:lnTo>
                    <a:pt x="60" y="38"/>
                  </a:lnTo>
                  <a:lnTo>
                    <a:pt x="58" y="36"/>
                  </a:lnTo>
                  <a:lnTo>
                    <a:pt x="56" y="28"/>
                  </a:lnTo>
                  <a:lnTo>
                    <a:pt x="54" y="22"/>
                  </a:lnTo>
                  <a:lnTo>
                    <a:pt x="52" y="20"/>
                  </a:lnTo>
                  <a:lnTo>
                    <a:pt x="52" y="18"/>
                  </a:lnTo>
                  <a:lnTo>
                    <a:pt x="48" y="14"/>
                  </a:lnTo>
                  <a:lnTo>
                    <a:pt x="46" y="12"/>
                  </a:lnTo>
                  <a:lnTo>
                    <a:pt x="44" y="10"/>
                  </a:lnTo>
                  <a:lnTo>
                    <a:pt x="44" y="8"/>
                  </a:lnTo>
                  <a:lnTo>
                    <a:pt x="46" y="6"/>
                  </a:lnTo>
                  <a:lnTo>
                    <a:pt x="48" y="6"/>
                  </a:lnTo>
                  <a:lnTo>
                    <a:pt x="50" y="4"/>
                  </a:lnTo>
                  <a:lnTo>
                    <a:pt x="48" y="2"/>
                  </a:lnTo>
                  <a:lnTo>
                    <a:pt x="44" y="0"/>
                  </a:lnTo>
                  <a:lnTo>
                    <a:pt x="42" y="0"/>
                  </a:lnTo>
                  <a:lnTo>
                    <a:pt x="42" y="2"/>
                  </a:lnTo>
                  <a:lnTo>
                    <a:pt x="40" y="2"/>
                  </a:lnTo>
                  <a:lnTo>
                    <a:pt x="36" y="6"/>
                  </a:lnTo>
                  <a:lnTo>
                    <a:pt x="34" y="8"/>
                  </a:lnTo>
                  <a:lnTo>
                    <a:pt x="32" y="10"/>
                  </a:lnTo>
                  <a:lnTo>
                    <a:pt x="26" y="12"/>
                  </a:lnTo>
                  <a:lnTo>
                    <a:pt x="22" y="14"/>
                  </a:lnTo>
                  <a:lnTo>
                    <a:pt x="20" y="12"/>
                  </a:lnTo>
                  <a:lnTo>
                    <a:pt x="18" y="10"/>
                  </a:lnTo>
                  <a:lnTo>
                    <a:pt x="16" y="8"/>
                  </a:lnTo>
                  <a:lnTo>
                    <a:pt x="14" y="6"/>
                  </a:lnTo>
                  <a:lnTo>
                    <a:pt x="12" y="2"/>
                  </a:lnTo>
                  <a:lnTo>
                    <a:pt x="10" y="6"/>
                  </a:lnTo>
                  <a:lnTo>
                    <a:pt x="8" y="6"/>
                  </a:lnTo>
                  <a:lnTo>
                    <a:pt x="6" y="4"/>
                  </a:lnTo>
                  <a:lnTo>
                    <a:pt x="4" y="4"/>
                  </a:lnTo>
                  <a:lnTo>
                    <a:pt x="2" y="6"/>
                  </a:lnTo>
                  <a:lnTo>
                    <a:pt x="0" y="10"/>
                  </a:lnTo>
                  <a:lnTo>
                    <a:pt x="2" y="12"/>
                  </a:lnTo>
                  <a:lnTo>
                    <a:pt x="2" y="14"/>
                  </a:lnTo>
                  <a:lnTo>
                    <a:pt x="2" y="16"/>
                  </a:lnTo>
                  <a:lnTo>
                    <a:pt x="2" y="18"/>
                  </a:lnTo>
                  <a:lnTo>
                    <a:pt x="0" y="20"/>
                  </a:lnTo>
                  <a:lnTo>
                    <a:pt x="0" y="26"/>
                  </a:lnTo>
                  <a:lnTo>
                    <a:pt x="2" y="30"/>
                  </a:lnTo>
                  <a:lnTo>
                    <a:pt x="4" y="32"/>
                  </a:lnTo>
                  <a:lnTo>
                    <a:pt x="6" y="36"/>
                  </a:lnTo>
                  <a:lnTo>
                    <a:pt x="6" y="40"/>
                  </a:lnTo>
                  <a:lnTo>
                    <a:pt x="4" y="40"/>
                  </a:lnTo>
                  <a:lnTo>
                    <a:pt x="6" y="46"/>
                  </a:lnTo>
                  <a:lnTo>
                    <a:pt x="6" y="50"/>
                  </a:lnTo>
                  <a:lnTo>
                    <a:pt x="8" y="52"/>
                  </a:lnTo>
                  <a:lnTo>
                    <a:pt x="8" y="54"/>
                  </a:lnTo>
                  <a:lnTo>
                    <a:pt x="10" y="56"/>
                  </a:lnTo>
                  <a:lnTo>
                    <a:pt x="10" y="58"/>
                  </a:lnTo>
                  <a:lnTo>
                    <a:pt x="12" y="60"/>
                  </a:lnTo>
                  <a:lnTo>
                    <a:pt x="14" y="60"/>
                  </a:lnTo>
                  <a:lnTo>
                    <a:pt x="16" y="62"/>
                  </a:lnTo>
                  <a:lnTo>
                    <a:pt x="18" y="62"/>
                  </a:lnTo>
                  <a:lnTo>
                    <a:pt x="20" y="62"/>
                  </a:lnTo>
                  <a:lnTo>
                    <a:pt x="24" y="64"/>
                  </a:lnTo>
                  <a:lnTo>
                    <a:pt x="26" y="62"/>
                  </a:lnTo>
                  <a:lnTo>
                    <a:pt x="26" y="64"/>
                  </a:lnTo>
                  <a:lnTo>
                    <a:pt x="28" y="64"/>
                  </a:lnTo>
                  <a:lnTo>
                    <a:pt x="26" y="66"/>
                  </a:lnTo>
                  <a:lnTo>
                    <a:pt x="22" y="66"/>
                  </a:lnTo>
                  <a:lnTo>
                    <a:pt x="22" y="68"/>
                  </a:lnTo>
                  <a:lnTo>
                    <a:pt x="22" y="72"/>
                  </a:lnTo>
                  <a:lnTo>
                    <a:pt x="22" y="74"/>
                  </a:lnTo>
                  <a:lnTo>
                    <a:pt x="20" y="76"/>
                  </a:lnTo>
                  <a:lnTo>
                    <a:pt x="18" y="76"/>
                  </a:lnTo>
                  <a:lnTo>
                    <a:pt x="18" y="74"/>
                  </a:lnTo>
                  <a:lnTo>
                    <a:pt x="18" y="76"/>
                  </a:lnTo>
                  <a:lnTo>
                    <a:pt x="18" y="78"/>
                  </a:lnTo>
                  <a:lnTo>
                    <a:pt x="18" y="80"/>
                  </a:lnTo>
                  <a:lnTo>
                    <a:pt x="16" y="80"/>
                  </a:lnTo>
                  <a:lnTo>
                    <a:pt x="16" y="82"/>
                  </a:lnTo>
                  <a:lnTo>
                    <a:pt x="18" y="84"/>
                  </a:lnTo>
                  <a:lnTo>
                    <a:pt x="20" y="88"/>
                  </a:lnTo>
                  <a:lnTo>
                    <a:pt x="22" y="92"/>
                  </a:lnTo>
                  <a:lnTo>
                    <a:pt x="24" y="96"/>
                  </a:lnTo>
                  <a:lnTo>
                    <a:pt x="24" y="98"/>
                  </a:lnTo>
                  <a:lnTo>
                    <a:pt x="30" y="100"/>
                  </a:lnTo>
                  <a:lnTo>
                    <a:pt x="34" y="106"/>
                  </a:lnTo>
                  <a:lnTo>
                    <a:pt x="34" y="108"/>
                  </a:lnTo>
                  <a:lnTo>
                    <a:pt x="32" y="108"/>
                  </a:lnTo>
                  <a:lnTo>
                    <a:pt x="34" y="108"/>
                  </a:lnTo>
                  <a:lnTo>
                    <a:pt x="38" y="108"/>
                  </a:lnTo>
                  <a:lnTo>
                    <a:pt x="40" y="110"/>
                  </a:lnTo>
                  <a:lnTo>
                    <a:pt x="44" y="118"/>
                  </a:lnTo>
                  <a:lnTo>
                    <a:pt x="46" y="120"/>
                  </a:lnTo>
                  <a:lnTo>
                    <a:pt x="46" y="124"/>
                  </a:lnTo>
                  <a:lnTo>
                    <a:pt x="46" y="128"/>
                  </a:lnTo>
                  <a:lnTo>
                    <a:pt x="48" y="134"/>
                  </a:lnTo>
                  <a:lnTo>
                    <a:pt x="50" y="134"/>
                  </a:lnTo>
                  <a:lnTo>
                    <a:pt x="50" y="140"/>
                  </a:lnTo>
                  <a:lnTo>
                    <a:pt x="54" y="142"/>
                  </a:lnTo>
                  <a:lnTo>
                    <a:pt x="58" y="146"/>
                  </a:lnTo>
                  <a:lnTo>
                    <a:pt x="64" y="148"/>
                  </a:lnTo>
                  <a:lnTo>
                    <a:pt x="68" y="144"/>
                  </a:lnTo>
                  <a:lnTo>
                    <a:pt x="78" y="166"/>
                  </a:lnTo>
                  <a:lnTo>
                    <a:pt x="80" y="168"/>
                  </a:lnTo>
                  <a:lnTo>
                    <a:pt x="80" y="172"/>
                  </a:lnTo>
                  <a:lnTo>
                    <a:pt x="80" y="174"/>
                  </a:lnTo>
                  <a:lnTo>
                    <a:pt x="84" y="174"/>
                  </a:lnTo>
                  <a:lnTo>
                    <a:pt x="86" y="176"/>
                  </a:lnTo>
                  <a:lnTo>
                    <a:pt x="86" y="180"/>
                  </a:lnTo>
                  <a:lnTo>
                    <a:pt x="86" y="182"/>
                  </a:lnTo>
                  <a:lnTo>
                    <a:pt x="92" y="186"/>
                  </a:lnTo>
                  <a:lnTo>
                    <a:pt x="92" y="188"/>
                  </a:lnTo>
                  <a:lnTo>
                    <a:pt x="92" y="192"/>
                  </a:lnTo>
                  <a:lnTo>
                    <a:pt x="102" y="198"/>
                  </a:lnTo>
                  <a:lnTo>
                    <a:pt x="106" y="200"/>
                  </a:lnTo>
                  <a:lnTo>
                    <a:pt x="114" y="202"/>
                  </a:lnTo>
                  <a:lnTo>
                    <a:pt x="120" y="202"/>
                  </a:lnTo>
                  <a:lnTo>
                    <a:pt x="138" y="194"/>
                  </a:lnTo>
                  <a:lnTo>
                    <a:pt x="136" y="192"/>
                  </a:lnTo>
                  <a:lnTo>
                    <a:pt x="138" y="192"/>
                  </a:lnTo>
                  <a:lnTo>
                    <a:pt x="140" y="192"/>
                  </a:lnTo>
                  <a:lnTo>
                    <a:pt x="144" y="194"/>
                  </a:lnTo>
                  <a:lnTo>
                    <a:pt x="146" y="196"/>
                  </a:lnTo>
                  <a:lnTo>
                    <a:pt x="148" y="200"/>
                  </a:lnTo>
                  <a:lnTo>
                    <a:pt x="148" y="204"/>
                  </a:lnTo>
                  <a:lnTo>
                    <a:pt x="148" y="208"/>
                  </a:lnTo>
                  <a:lnTo>
                    <a:pt x="150" y="212"/>
                  </a:lnTo>
                  <a:lnTo>
                    <a:pt x="154" y="216"/>
                  </a:lnTo>
                  <a:lnTo>
                    <a:pt x="158" y="216"/>
                  </a:lnTo>
                  <a:lnTo>
                    <a:pt x="168" y="218"/>
                  </a:lnTo>
                  <a:lnTo>
                    <a:pt x="178" y="218"/>
                  </a:lnTo>
                  <a:lnTo>
                    <a:pt x="186" y="218"/>
                  </a:lnTo>
                  <a:lnTo>
                    <a:pt x="190" y="222"/>
                  </a:lnTo>
                  <a:lnTo>
                    <a:pt x="194" y="222"/>
                  </a:lnTo>
                  <a:close/>
                  <a:moveTo>
                    <a:pt x="10" y="26"/>
                  </a:moveTo>
                  <a:lnTo>
                    <a:pt x="10" y="26"/>
                  </a:lnTo>
                  <a:lnTo>
                    <a:pt x="16" y="28"/>
                  </a:lnTo>
                  <a:lnTo>
                    <a:pt x="20" y="34"/>
                  </a:lnTo>
                  <a:lnTo>
                    <a:pt x="24" y="46"/>
                  </a:lnTo>
                  <a:lnTo>
                    <a:pt x="18" y="50"/>
                  </a:lnTo>
                  <a:lnTo>
                    <a:pt x="10" y="36"/>
                  </a:lnTo>
                  <a:lnTo>
                    <a:pt x="10" y="34"/>
                  </a:lnTo>
                  <a:lnTo>
                    <a:pt x="10" y="32"/>
                  </a:lnTo>
                  <a:lnTo>
                    <a:pt x="12" y="30"/>
                  </a:lnTo>
                  <a:lnTo>
                    <a:pt x="10" y="30"/>
                  </a:lnTo>
                  <a:lnTo>
                    <a:pt x="8" y="28"/>
                  </a:lnTo>
                  <a:lnTo>
                    <a:pt x="8" y="26"/>
                  </a:lnTo>
                  <a:lnTo>
                    <a:pt x="6" y="26"/>
                  </a:lnTo>
                  <a:lnTo>
                    <a:pt x="10" y="2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0" name="Google Shape;370;p60"/>
            <p:cNvSpPr/>
            <p:nvPr/>
          </p:nvSpPr>
          <p:spPr>
            <a:xfrm>
              <a:off x="9493660" y="4431265"/>
              <a:ext cx="847289" cy="338720"/>
            </a:xfrm>
            <a:custGeom>
              <a:rect b="b" l="l" r="r" t="t"/>
              <a:pathLst>
                <a:path extrusionOk="0" h="240" w="514">
                  <a:moveTo>
                    <a:pt x="514" y="216"/>
                  </a:moveTo>
                  <a:lnTo>
                    <a:pt x="514" y="186"/>
                  </a:lnTo>
                  <a:lnTo>
                    <a:pt x="512" y="182"/>
                  </a:lnTo>
                  <a:lnTo>
                    <a:pt x="514" y="178"/>
                  </a:lnTo>
                  <a:lnTo>
                    <a:pt x="512" y="126"/>
                  </a:lnTo>
                  <a:lnTo>
                    <a:pt x="512" y="124"/>
                  </a:lnTo>
                  <a:lnTo>
                    <a:pt x="510" y="122"/>
                  </a:lnTo>
                  <a:lnTo>
                    <a:pt x="504" y="122"/>
                  </a:lnTo>
                  <a:lnTo>
                    <a:pt x="498" y="122"/>
                  </a:lnTo>
                  <a:lnTo>
                    <a:pt x="494" y="120"/>
                  </a:lnTo>
                  <a:lnTo>
                    <a:pt x="488" y="116"/>
                  </a:lnTo>
                  <a:lnTo>
                    <a:pt x="482" y="112"/>
                  </a:lnTo>
                  <a:lnTo>
                    <a:pt x="476" y="112"/>
                  </a:lnTo>
                  <a:lnTo>
                    <a:pt x="474" y="116"/>
                  </a:lnTo>
                  <a:lnTo>
                    <a:pt x="472" y="120"/>
                  </a:lnTo>
                  <a:lnTo>
                    <a:pt x="468" y="120"/>
                  </a:lnTo>
                  <a:lnTo>
                    <a:pt x="464" y="122"/>
                  </a:lnTo>
                  <a:lnTo>
                    <a:pt x="462" y="128"/>
                  </a:lnTo>
                  <a:lnTo>
                    <a:pt x="460" y="132"/>
                  </a:lnTo>
                  <a:lnTo>
                    <a:pt x="456" y="132"/>
                  </a:lnTo>
                  <a:lnTo>
                    <a:pt x="450" y="134"/>
                  </a:lnTo>
                  <a:lnTo>
                    <a:pt x="446" y="122"/>
                  </a:lnTo>
                  <a:lnTo>
                    <a:pt x="444" y="124"/>
                  </a:lnTo>
                  <a:lnTo>
                    <a:pt x="442" y="124"/>
                  </a:lnTo>
                  <a:lnTo>
                    <a:pt x="440" y="118"/>
                  </a:lnTo>
                  <a:lnTo>
                    <a:pt x="440" y="112"/>
                  </a:lnTo>
                  <a:lnTo>
                    <a:pt x="442" y="100"/>
                  </a:lnTo>
                  <a:lnTo>
                    <a:pt x="434" y="96"/>
                  </a:lnTo>
                  <a:lnTo>
                    <a:pt x="430" y="98"/>
                  </a:lnTo>
                  <a:lnTo>
                    <a:pt x="424" y="96"/>
                  </a:lnTo>
                  <a:lnTo>
                    <a:pt x="422" y="94"/>
                  </a:lnTo>
                  <a:lnTo>
                    <a:pt x="418" y="94"/>
                  </a:lnTo>
                  <a:lnTo>
                    <a:pt x="416" y="98"/>
                  </a:lnTo>
                  <a:lnTo>
                    <a:pt x="416" y="100"/>
                  </a:lnTo>
                  <a:lnTo>
                    <a:pt x="410" y="100"/>
                  </a:lnTo>
                  <a:lnTo>
                    <a:pt x="406" y="100"/>
                  </a:lnTo>
                  <a:lnTo>
                    <a:pt x="406" y="106"/>
                  </a:lnTo>
                  <a:lnTo>
                    <a:pt x="406" y="110"/>
                  </a:lnTo>
                  <a:lnTo>
                    <a:pt x="410" y="110"/>
                  </a:lnTo>
                  <a:lnTo>
                    <a:pt x="416" y="110"/>
                  </a:lnTo>
                  <a:lnTo>
                    <a:pt x="416" y="114"/>
                  </a:lnTo>
                  <a:lnTo>
                    <a:pt x="416" y="118"/>
                  </a:lnTo>
                  <a:lnTo>
                    <a:pt x="434" y="118"/>
                  </a:lnTo>
                  <a:lnTo>
                    <a:pt x="436" y="118"/>
                  </a:lnTo>
                  <a:lnTo>
                    <a:pt x="436" y="120"/>
                  </a:lnTo>
                  <a:lnTo>
                    <a:pt x="434" y="122"/>
                  </a:lnTo>
                  <a:lnTo>
                    <a:pt x="416" y="124"/>
                  </a:lnTo>
                  <a:lnTo>
                    <a:pt x="428" y="126"/>
                  </a:lnTo>
                  <a:lnTo>
                    <a:pt x="424" y="128"/>
                  </a:lnTo>
                  <a:lnTo>
                    <a:pt x="418" y="128"/>
                  </a:lnTo>
                  <a:lnTo>
                    <a:pt x="416" y="128"/>
                  </a:lnTo>
                  <a:lnTo>
                    <a:pt x="420" y="126"/>
                  </a:lnTo>
                  <a:lnTo>
                    <a:pt x="430" y="140"/>
                  </a:lnTo>
                  <a:lnTo>
                    <a:pt x="430" y="136"/>
                  </a:lnTo>
                  <a:lnTo>
                    <a:pt x="432" y="134"/>
                  </a:lnTo>
                  <a:lnTo>
                    <a:pt x="434" y="134"/>
                  </a:lnTo>
                  <a:lnTo>
                    <a:pt x="436" y="136"/>
                  </a:lnTo>
                  <a:lnTo>
                    <a:pt x="440" y="138"/>
                  </a:lnTo>
                  <a:lnTo>
                    <a:pt x="444" y="140"/>
                  </a:lnTo>
                  <a:lnTo>
                    <a:pt x="446" y="142"/>
                  </a:lnTo>
                  <a:lnTo>
                    <a:pt x="446" y="144"/>
                  </a:lnTo>
                  <a:lnTo>
                    <a:pt x="446" y="146"/>
                  </a:lnTo>
                  <a:lnTo>
                    <a:pt x="446" y="148"/>
                  </a:lnTo>
                  <a:lnTo>
                    <a:pt x="452" y="148"/>
                  </a:lnTo>
                  <a:lnTo>
                    <a:pt x="458" y="150"/>
                  </a:lnTo>
                  <a:lnTo>
                    <a:pt x="464" y="150"/>
                  </a:lnTo>
                  <a:lnTo>
                    <a:pt x="470" y="152"/>
                  </a:lnTo>
                  <a:lnTo>
                    <a:pt x="470" y="156"/>
                  </a:lnTo>
                  <a:lnTo>
                    <a:pt x="470" y="160"/>
                  </a:lnTo>
                  <a:lnTo>
                    <a:pt x="472" y="160"/>
                  </a:lnTo>
                  <a:lnTo>
                    <a:pt x="472" y="158"/>
                  </a:lnTo>
                  <a:lnTo>
                    <a:pt x="474" y="158"/>
                  </a:lnTo>
                  <a:lnTo>
                    <a:pt x="484" y="162"/>
                  </a:lnTo>
                  <a:lnTo>
                    <a:pt x="488" y="180"/>
                  </a:lnTo>
                  <a:lnTo>
                    <a:pt x="492" y="198"/>
                  </a:lnTo>
                  <a:lnTo>
                    <a:pt x="488" y="198"/>
                  </a:lnTo>
                  <a:lnTo>
                    <a:pt x="484" y="198"/>
                  </a:lnTo>
                  <a:lnTo>
                    <a:pt x="482" y="202"/>
                  </a:lnTo>
                  <a:lnTo>
                    <a:pt x="478" y="206"/>
                  </a:lnTo>
                  <a:lnTo>
                    <a:pt x="490" y="204"/>
                  </a:lnTo>
                  <a:lnTo>
                    <a:pt x="490" y="202"/>
                  </a:lnTo>
                  <a:lnTo>
                    <a:pt x="498" y="202"/>
                  </a:lnTo>
                  <a:lnTo>
                    <a:pt x="506" y="202"/>
                  </a:lnTo>
                  <a:lnTo>
                    <a:pt x="512" y="216"/>
                  </a:lnTo>
                  <a:lnTo>
                    <a:pt x="514" y="216"/>
                  </a:lnTo>
                  <a:close/>
                  <a:moveTo>
                    <a:pt x="144" y="26"/>
                  </a:moveTo>
                  <a:lnTo>
                    <a:pt x="144" y="26"/>
                  </a:lnTo>
                  <a:lnTo>
                    <a:pt x="144" y="28"/>
                  </a:lnTo>
                  <a:lnTo>
                    <a:pt x="144" y="30"/>
                  </a:lnTo>
                  <a:lnTo>
                    <a:pt x="146" y="32"/>
                  </a:lnTo>
                  <a:lnTo>
                    <a:pt x="148" y="28"/>
                  </a:lnTo>
                  <a:lnTo>
                    <a:pt x="148" y="26"/>
                  </a:lnTo>
                  <a:lnTo>
                    <a:pt x="144" y="26"/>
                  </a:lnTo>
                  <a:close/>
                  <a:moveTo>
                    <a:pt x="8" y="42"/>
                  </a:moveTo>
                  <a:lnTo>
                    <a:pt x="10" y="46"/>
                  </a:lnTo>
                  <a:lnTo>
                    <a:pt x="12" y="46"/>
                  </a:lnTo>
                  <a:lnTo>
                    <a:pt x="12" y="44"/>
                  </a:lnTo>
                  <a:lnTo>
                    <a:pt x="8" y="42"/>
                  </a:lnTo>
                  <a:close/>
                  <a:moveTo>
                    <a:pt x="374" y="52"/>
                  </a:moveTo>
                  <a:lnTo>
                    <a:pt x="374" y="52"/>
                  </a:lnTo>
                  <a:lnTo>
                    <a:pt x="376" y="56"/>
                  </a:lnTo>
                  <a:lnTo>
                    <a:pt x="376" y="60"/>
                  </a:lnTo>
                  <a:lnTo>
                    <a:pt x="380" y="60"/>
                  </a:lnTo>
                  <a:lnTo>
                    <a:pt x="380" y="56"/>
                  </a:lnTo>
                  <a:lnTo>
                    <a:pt x="378" y="52"/>
                  </a:lnTo>
                  <a:lnTo>
                    <a:pt x="374" y="52"/>
                  </a:lnTo>
                  <a:close/>
                  <a:moveTo>
                    <a:pt x="76" y="52"/>
                  </a:moveTo>
                  <a:lnTo>
                    <a:pt x="76" y="56"/>
                  </a:lnTo>
                  <a:lnTo>
                    <a:pt x="76" y="54"/>
                  </a:lnTo>
                  <a:lnTo>
                    <a:pt x="76" y="52"/>
                  </a:lnTo>
                  <a:close/>
                  <a:moveTo>
                    <a:pt x="368" y="56"/>
                  </a:moveTo>
                  <a:lnTo>
                    <a:pt x="368" y="56"/>
                  </a:lnTo>
                  <a:lnTo>
                    <a:pt x="364" y="64"/>
                  </a:lnTo>
                  <a:lnTo>
                    <a:pt x="364" y="68"/>
                  </a:lnTo>
                  <a:lnTo>
                    <a:pt x="362" y="72"/>
                  </a:lnTo>
                  <a:lnTo>
                    <a:pt x="366" y="76"/>
                  </a:lnTo>
                  <a:lnTo>
                    <a:pt x="368" y="82"/>
                  </a:lnTo>
                  <a:lnTo>
                    <a:pt x="374" y="82"/>
                  </a:lnTo>
                  <a:lnTo>
                    <a:pt x="376" y="82"/>
                  </a:lnTo>
                  <a:lnTo>
                    <a:pt x="378" y="82"/>
                  </a:lnTo>
                  <a:lnTo>
                    <a:pt x="378" y="80"/>
                  </a:lnTo>
                  <a:lnTo>
                    <a:pt x="374" y="80"/>
                  </a:lnTo>
                  <a:lnTo>
                    <a:pt x="374" y="78"/>
                  </a:lnTo>
                  <a:lnTo>
                    <a:pt x="376" y="76"/>
                  </a:lnTo>
                  <a:lnTo>
                    <a:pt x="380" y="74"/>
                  </a:lnTo>
                  <a:lnTo>
                    <a:pt x="382" y="72"/>
                  </a:lnTo>
                  <a:lnTo>
                    <a:pt x="380" y="70"/>
                  </a:lnTo>
                  <a:lnTo>
                    <a:pt x="374" y="68"/>
                  </a:lnTo>
                  <a:lnTo>
                    <a:pt x="374" y="70"/>
                  </a:lnTo>
                  <a:lnTo>
                    <a:pt x="374" y="74"/>
                  </a:lnTo>
                  <a:lnTo>
                    <a:pt x="370" y="74"/>
                  </a:lnTo>
                  <a:lnTo>
                    <a:pt x="372" y="70"/>
                  </a:lnTo>
                  <a:lnTo>
                    <a:pt x="372" y="66"/>
                  </a:lnTo>
                  <a:lnTo>
                    <a:pt x="372" y="60"/>
                  </a:lnTo>
                  <a:lnTo>
                    <a:pt x="372" y="56"/>
                  </a:lnTo>
                  <a:lnTo>
                    <a:pt x="368" y="56"/>
                  </a:lnTo>
                  <a:close/>
                  <a:moveTo>
                    <a:pt x="82" y="60"/>
                  </a:moveTo>
                  <a:lnTo>
                    <a:pt x="84" y="64"/>
                  </a:lnTo>
                  <a:lnTo>
                    <a:pt x="86" y="64"/>
                  </a:lnTo>
                  <a:lnTo>
                    <a:pt x="86" y="62"/>
                  </a:lnTo>
                  <a:lnTo>
                    <a:pt x="82" y="60"/>
                  </a:lnTo>
                  <a:close/>
                  <a:moveTo>
                    <a:pt x="22" y="62"/>
                  </a:moveTo>
                  <a:lnTo>
                    <a:pt x="22" y="62"/>
                  </a:lnTo>
                  <a:lnTo>
                    <a:pt x="32" y="70"/>
                  </a:lnTo>
                  <a:lnTo>
                    <a:pt x="32" y="68"/>
                  </a:lnTo>
                  <a:lnTo>
                    <a:pt x="28" y="62"/>
                  </a:lnTo>
                  <a:lnTo>
                    <a:pt x="22" y="62"/>
                  </a:lnTo>
                  <a:close/>
                  <a:moveTo>
                    <a:pt x="334" y="64"/>
                  </a:moveTo>
                  <a:lnTo>
                    <a:pt x="334" y="64"/>
                  </a:lnTo>
                  <a:lnTo>
                    <a:pt x="332" y="68"/>
                  </a:lnTo>
                  <a:lnTo>
                    <a:pt x="328" y="72"/>
                  </a:lnTo>
                  <a:lnTo>
                    <a:pt x="324" y="74"/>
                  </a:lnTo>
                  <a:lnTo>
                    <a:pt x="318" y="74"/>
                  </a:lnTo>
                  <a:lnTo>
                    <a:pt x="310" y="74"/>
                  </a:lnTo>
                  <a:lnTo>
                    <a:pt x="296" y="72"/>
                  </a:lnTo>
                  <a:lnTo>
                    <a:pt x="296" y="68"/>
                  </a:lnTo>
                  <a:lnTo>
                    <a:pt x="290" y="70"/>
                  </a:lnTo>
                  <a:lnTo>
                    <a:pt x="286" y="74"/>
                  </a:lnTo>
                  <a:lnTo>
                    <a:pt x="284" y="74"/>
                  </a:lnTo>
                  <a:lnTo>
                    <a:pt x="284" y="72"/>
                  </a:lnTo>
                  <a:lnTo>
                    <a:pt x="282" y="72"/>
                  </a:lnTo>
                  <a:lnTo>
                    <a:pt x="282" y="76"/>
                  </a:lnTo>
                  <a:lnTo>
                    <a:pt x="278" y="80"/>
                  </a:lnTo>
                  <a:lnTo>
                    <a:pt x="276" y="84"/>
                  </a:lnTo>
                  <a:lnTo>
                    <a:pt x="278" y="88"/>
                  </a:lnTo>
                  <a:lnTo>
                    <a:pt x="280" y="94"/>
                  </a:lnTo>
                  <a:lnTo>
                    <a:pt x="276" y="96"/>
                  </a:lnTo>
                  <a:lnTo>
                    <a:pt x="274" y="98"/>
                  </a:lnTo>
                  <a:lnTo>
                    <a:pt x="274" y="104"/>
                  </a:lnTo>
                  <a:lnTo>
                    <a:pt x="274" y="110"/>
                  </a:lnTo>
                  <a:lnTo>
                    <a:pt x="272" y="118"/>
                  </a:lnTo>
                  <a:lnTo>
                    <a:pt x="268" y="124"/>
                  </a:lnTo>
                  <a:lnTo>
                    <a:pt x="268" y="130"/>
                  </a:lnTo>
                  <a:lnTo>
                    <a:pt x="268" y="132"/>
                  </a:lnTo>
                  <a:lnTo>
                    <a:pt x="272" y="132"/>
                  </a:lnTo>
                  <a:lnTo>
                    <a:pt x="276" y="134"/>
                  </a:lnTo>
                  <a:lnTo>
                    <a:pt x="272" y="162"/>
                  </a:lnTo>
                  <a:lnTo>
                    <a:pt x="284" y="160"/>
                  </a:lnTo>
                  <a:lnTo>
                    <a:pt x="288" y="156"/>
                  </a:lnTo>
                  <a:lnTo>
                    <a:pt x="288" y="148"/>
                  </a:lnTo>
                  <a:lnTo>
                    <a:pt x="284" y="144"/>
                  </a:lnTo>
                  <a:lnTo>
                    <a:pt x="284" y="142"/>
                  </a:lnTo>
                  <a:lnTo>
                    <a:pt x="286" y="140"/>
                  </a:lnTo>
                  <a:lnTo>
                    <a:pt x="286" y="142"/>
                  </a:lnTo>
                  <a:lnTo>
                    <a:pt x="288" y="132"/>
                  </a:lnTo>
                  <a:lnTo>
                    <a:pt x="290" y="128"/>
                  </a:lnTo>
                  <a:lnTo>
                    <a:pt x="292" y="128"/>
                  </a:lnTo>
                  <a:lnTo>
                    <a:pt x="294" y="132"/>
                  </a:lnTo>
                  <a:lnTo>
                    <a:pt x="298" y="144"/>
                  </a:lnTo>
                  <a:lnTo>
                    <a:pt x="300" y="154"/>
                  </a:lnTo>
                  <a:lnTo>
                    <a:pt x="304" y="154"/>
                  </a:lnTo>
                  <a:lnTo>
                    <a:pt x="306" y="154"/>
                  </a:lnTo>
                  <a:lnTo>
                    <a:pt x="306" y="148"/>
                  </a:lnTo>
                  <a:lnTo>
                    <a:pt x="316" y="146"/>
                  </a:lnTo>
                  <a:lnTo>
                    <a:pt x="318" y="146"/>
                  </a:lnTo>
                  <a:lnTo>
                    <a:pt x="318" y="144"/>
                  </a:lnTo>
                  <a:lnTo>
                    <a:pt x="312" y="140"/>
                  </a:lnTo>
                  <a:lnTo>
                    <a:pt x="308" y="136"/>
                  </a:lnTo>
                  <a:lnTo>
                    <a:pt x="308" y="134"/>
                  </a:lnTo>
                  <a:lnTo>
                    <a:pt x="310" y="132"/>
                  </a:lnTo>
                  <a:lnTo>
                    <a:pt x="312" y="132"/>
                  </a:lnTo>
                  <a:lnTo>
                    <a:pt x="310" y="130"/>
                  </a:lnTo>
                  <a:lnTo>
                    <a:pt x="306" y="128"/>
                  </a:lnTo>
                  <a:lnTo>
                    <a:pt x="304" y="126"/>
                  </a:lnTo>
                  <a:lnTo>
                    <a:pt x="302" y="122"/>
                  </a:lnTo>
                  <a:lnTo>
                    <a:pt x="302" y="118"/>
                  </a:lnTo>
                  <a:lnTo>
                    <a:pt x="294" y="116"/>
                  </a:lnTo>
                  <a:lnTo>
                    <a:pt x="294" y="112"/>
                  </a:lnTo>
                  <a:lnTo>
                    <a:pt x="300" y="112"/>
                  </a:lnTo>
                  <a:lnTo>
                    <a:pt x="304" y="112"/>
                  </a:lnTo>
                  <a:lnTo>
                    <a:pt x="308" y="108"/>
                  </a:lnTo>
                  <a:lnTo>
                    <a:pt x="310" y="106"/>
                  </a:lnTo>
                  <a:lnTo>
                    <a:pt x="312" y="106"/>
                  </a:lnTo>
                  <a:lnTo>
                    <a:pt x="312" y="110"/>
                  </a:lnTo>
                  <a:lnTo>
                    <a:pt x="316" y="110"/>
                  </a:lnTo>
                  <a:lnTo>
                    <a:pt x="320" y="108"/>
                  </a:lnTo>
                  <a:lnTo>
                    <a:pt x="316" y="106"/>
                  </a:lnTo>
                  <a:lnTo>
                    <a:pt x="314" y="104"/>
                  </a:lnTo>
                  <a:lnTo>
                    <a:pt x="320" y="96"/>
                  </a:lnTo>
                  <a:lnTo>
                    <a:pt x="308" y="96"/>
                  </a:lnTo>
                  <a:lnTo>
                    <a:pt x="298" y="96"/>
                  </a:lnTo>
                  <a:lnTo>
                    <a:pt x="296" y="98"/>
                  </a:lnTo>
                  <a:lnTo>
                    <a:pt x="294" y="100"/>
                  </a:lnTo>
                  <a:lnTo>
                    <a:pt x="292" y="100"/>
                  </a:lnTo>
                  <a:lnTo>
                    <a:pt x="292" y="96"/>
                  </a:lnTo>
                  <a:lnTo>
                    <a:pt x="286" y="96"/>
                  </a:lnTo>
                  <a:lnTo>
                    <a:pt x="288" y="80"/>
                  </a:lnTo>
                  <a:lnTo>
                    <a:pt x="312" y="82"/>
                  </a:lnTo>
                  <a:lnTo>
                    <a:pt x="322" y="84"/>
                  </a:lnTo>
                  <a:lnTo>
                    <a:pt x="332" y="80"/>
                  </a:lnTo>
                  <a:lnTo>
                    <a:pt x="338" y="70"/>
                  </a:lnTo>
                  <a:lnTo>
                    <a:pt x="340" y="64"/>
                  </a:lnTo>
                  <a:lnTo>
                    <a:pt x="338" y="62"/>
                  </a:lnTo>
                  <a:lnTo>
                    <a:pt x="334" y="64"/>
                  </a:lnTo>
                  <a:close/>
                  <a:moveTo>
                    <a:pt x="398" y="88"/>
                  </a:moveTo>
                  <a:lnTo>
                    <a:pt x="398" y="88"/>
                  </a:lnTo>
                  <a:lnTo>
                    <a:pt x="394" y="92"/>
                  </a:lnTo>
                  <a:lnTo>
                    <a:pt x="406" y="92"/>
                  </a:lnTo>
                  <a:lnTo>
                    <a:pt x="408" y="92"/>
                  </a:lnTo>
                  <a:lnTo>
                    <a:pt x="402" y="90"/>
                  </a:lnTo>
                  <a:lnTo>
                    <a:pt x="398" y="88"/>
                  </a:lnTo>
                  <a:close/>
                  <a:moveTo>
                    <a:pt x="364" y="94"/>
                  </a:moveTo>
                  <a:lnTo>
                    <a:pt x="364" y="98"/>
                  </a:lnTo>
                  <a:lnTo>
                    <a:pt x="368" y="98"/>
                  </a:lnTo>
                  <a:lnTo>
                    <a:pt x="364" y="94"/>
                  </a:lnTo>
                  <a:close/>
                  <a:moveTo>
                    <a:pt x="42" y="100"/>
                  </a:moveTo>
                  <a:lnTo>
                    <a:pt x="42" y="100"/>
                  </a:lnTo>
                  <a:lnTo>
                    <a:pt x="42" y="104"/>
                  </a:lnTo>
                  <a:lnTo>
                    <a:pt x="44" y="110"/>
                  </a:lnTo>
                  <a:lnTo>
                    <a:pt x="48" y="110"/>
                  </a:lnTo>
                  <a:lnTo>
                    <a:pt x="50" y="108"/>
                  </a:lnTo>
                  <a:lnTo>
                    <a:pt x="48" y="106"/>
                  </a:lnTo>
                  <a:lnTo>
                    <a:pt x="46" y="102"/>
                  </a:lnTo>
                  <a:lnTo>
                    <a:pt x="46" y="100"/>
                  </a:lnTo>
                  <a:lnTo>
                    <a:pt x="44" y="100"/>
                  </a:lnTo>
                  <a:lnTo>
                    <a:pt x="42" y="100"/>
                  </a:lnTo>
                  <a:close/>
                  <a:moveTo>
                    <a:pt x="400" y="104"/>
                  </a:moveTo>
                  <a:lnTo>
                    <a:pt x="402" y="106"/>
                  </a:lnTo>
                  <a:lnTo>
                    <a:pt x="404" y="108"/>
                  </a:lnTo>
                  <a:lnTo>
                    <a:pt x="406" y="106"/>
                  </a:lnTo>
                  <a:lnTo>
                    <a:pt x="404" y="104"/>
                  </a:lnTo>
                  <a:lnTo>
                    <a:pt x="400" y="104"/>
                  </a:lnTo>
                  <a:close/>
                  <a:moveTo>
                    <a:pt x="116" y="108"/>
                  </a:moveTo>
                  <a:lnTo>
                    <a:pt x="116" y="108"/>
                  </a:lnTo>
                  <a:lnTo>
                    <a:pt x="118" y="112"/>
                  </a:lnTo>
                  <a:lnTo>
                    <a:pt x="116" y="116"/>
                  </a:lnTo>
                  <a:lnTo>
                    <a:pt x="122" y="116"/>
                  </a:lnTo>
                  <a:lnTo>
                    <a:pt x="124" y="122"/>
                  </a:lnTo>
                  <a:lnTo>
                    <a:pt x="124" y="124"/>
                  </a:lnTo>
                  <a:lnTo>
                    <a:pt x="128" y="126"/>
                  </a:lnTo>
                  <a:lnTo>
                    <a:pt x="130" y="126"/>
                  </a:lnTo>
                  <a:lnTo>
                    <a:pt x="130" y="120"/>
                  </a:lnTo>
                  <a:lnTo>
                    <a:pt x="128" y="114"/>
                  </a:lnTo>
                  <a:lnTo>
                    <a:pt x="126" y="110"/>
                  </a:lnTo>
                  <a:lnTo>
                    <a:pt x="122" y="110"/>
                  </a:lnTo>
                  <a:lnTo>
                    <a:pt x="116" y="108"/>
                  </a:lnTo>
                  <a:close/>
                  <a:moveTo>
                    <a:pt x="330" y="108"/>
                  </a:moveTo>
                  <a:lnTo>
                    <a:pt x="330" y="108"/>
                  </a:lnTo>
                  <a:lnTo>
                    <a:pt x="328" y="112"/>
                  </a:lnTo>
                  <a:lnTo>
                    <a:pt x="336" y="112"/>
                  </a:lnTo>
                  <a:lnTo>
                    <a:pt x="330" y="108"/>
                  </a:lnTo>
                  <a:close/>
                  <a:moveTo>
                    <a:pt x="394" y="108"/>
                  </a:moveTo>
                  <a:lnTo>
                    <a:pt x="394" y="108"/>
                  </a:lnTo>
                  <a:lnTo>
                    <a:pt x="394" y="112"/>
                  </a:lnTo>
                  <a:lnTo>
                    <a:pt x="396" y="114"/>
                  </a:lnTo>
                  <a:lnTo>
                    <a:pt x="398" y="114"/>
                  </a:lnTo>
                  <a:lnTo>
                    <a:pt x="398" y="112"/>
                  </a:lnTo>
                  <a:lnTo>
                    <a:pt x="394" y="108"/>
                  </a:lnTo>
                  <a:close/>
                  <a:moveTo>
                    <a:pt x="56" y="120"/>
                  </a:moveTo>
                  <a:lnTo>
                    <a:pt x="58" y="124"/>
                  </a:lnTo>
                  <a:lnTo>
                    <a:pt x="58" y="122"/>
                  </a:lnTo>
                  <a:lnTo>
                    <a:pt x="56" y="120"/>
                  </a:lnTo>
                  <a:close/>
                  <a:moveTo>
                    <a:pt x="142" y="120"/>
                  </a:moveTo>
                  <a:lnTo>
                    <a:pt x="142" y="120"/>
                  </a:lnTo>
                  <a:lnTo>
                    <a:pt x="142" y="130"/>
                  </a:lnTo>
                  <a:lnTo>
                    <a:pt x="146" y="130"/>
                  </a:lnTo>
                  <a:lnTo>
                    <a:pt x="150" y="122"/>
                  </a:lnTo>
                  <a:lnTo>
                    <a:pt x="146" y="122"/>
                  </a:lnTo>
                  <a:lnTo>
                    <a:pt x="142" y="120"/>
                  </a:lnTo>
                  <a:close/>
                  <a:moveTo>
                    <a:pt x="374" y="128"/>
                  </a:moveTo>
                  <a:lnTo>
                    <a:pt x="374" y="128"/>
                  </a:lnTo>
                  <a:lnTo>
                    <a:pt x="372" y="134"/>
                  </a:lnTo>
                  <a:lnTo>
                    <a:pt x="382" y="132"/>
                  </a:lnTo>
                  <a:lnTo>
                    <a:pt x="390" y="134"/>
                  </a:lnTo>
                  <a:lnTo>
                    <a:pt x="396" y="136"/>
                  </a:lnTo>
                  <a:lnTo>
                    <a:pt x="400" y="136"/>
                  </a:lnTo>
                  <a:lnTo>
                    <a:pt x="400" y="134"/>
                  </a:lnTo>
                  <a:lnTo>
                    <a:pt x="402" y="134"/>
                  </a:lnTo>
                  <a:lnTo>
                    <a:pt x="390" y="130"/>
                  </a:lnTo>
                  <a:lnTo>
                    <a:pt x="374" y="128"/>
                  </a:lnTo>
                  <a:close/>
                  <a:moveTo>
                    <a:pt x="348" y="130"/>
                  </a:moveTo>
                  <a:lnTo>
                    <a:pt x="354" y="138"/>
                  </a:lnTo>
                  <a:lnTo>
                    <a:pt x="358" y="138"/>
                  </a:lnTo>
                  <a:lnTo>
                    <a:pt x="360" y="136"/>
                  </a:lnTo>
                  <a:lnTo>
                    <a:pt x="362" y="134"/>
                  </a:lnTo>
                  <a:lnTo>
                    <a:pt x="362" y="130"/>
                  </a:lnTo>
                  <a:lnTo>
                    <a:pt x="348" y="130"/>
                  </a:lnTo>
                  <a:close/>
                  <a:moveTo>
                    <a:pt x="318" y="148"/>
                  </a:moveTo>
                  <a:lnTo>
                    <a:pt x="318" y="148"/>
                  </a:lnTo>
                  <a:lnTo>
                    <a:pt x="316" y="150"/>
                  </a:lnTo>
                  <a:lnTo>
                    <a:pt x="316" y="154"/>
                  </a:lnTo>
                  <a:lnTo>
                    <a:pt x="314" y="152"/>
                  </a:lnTo>
                  <a:lnTo>
                    <a:pt x="312" y="150"/>
                  </a:lnTo>
                  <a:lnTo>
                    <a:pt x="312" y="154"/>
                  </a:lnTo>
                  <a:lnTo>
                    <a:pt x="310" y="158"/>
                  </a:lnTo>
                  <a:lnTo>
                    <a:pt x="314" y="160"/>
                  </a:lnTo>
                  <a:lnTo>
                    <a:pt x="316" y="162"/>
                  </a:lnTo>
                  <a:lnTo>
                    <a:pt x="320" y="162"/>
                  </a:lnTo>
                  <a:lnTo>
                    <a:pt x="320" y="160"/>
                  </a:lnTo>
                  <a:lnTo>
                    <a:pt x="320" y="156"/>
                  </a:lnTo>
                  <a:lnTo>
                    <a:pt x="320" y="150"/>
                  </a:lnTo>
                  <a:lnTo>
                    <a:pt x="320" y="148"/>
                  </a:lnTo>
                  <a:lnTo>
                    <a:pt x="318" y="148"/>
                  </a:lnTo>
                  <a:close/>
                  <a:moveTo>
                    <a:pt x="124" y="162"/>
                  </a:moveTo>
                  <a:lnTo>
                    <a:pt x="124" y="162"/>
                  </a:lnTo>
                  <a:lnTo>
                    <a:pt x="116" y="178"/>
                  </a:lnTo>
                  <a:lnTo>
                    <a:pt x="130" y="180"/>
                  </a:lnTo>
                  <a:lnTo>
                    <a:pt x="128" y="182"/>
                  </a:lnTo>
                  <a:lnTo>
                    <a:pt x="126" y="184"/>
                  </a:lnTo>
                  <a:lnTo>
                    <a:pt x="128" y="186"/>
                  </a:lnTo>
                  <a:lnTo>
                    <a:pt x="132" y="186"/>
                  </a:lnTo>
                  <a:lnTo>
                    <a:pt x="136" y="186"/>
                  </a:lnTo>
                  <a:lnTo>
                    <a:pt x="138" y="184"/>
                  </a:lnTo>
                  <a:lnTo>
                    <a:pt x="144" y="186"/>
                  </a:lnTo>
                  <a:lnTo>
                    <a:pt x="144" y="188"/>
                  </a:lnTo>
                  <a:lnTo>
                    <a:pt x="148" y="190"/>
                  </a:lnTo>
                  <a:lnTo>
                    <a:pt x="152" y="190"/>
                  </a:lnTo>
                  <a:lnTo>
                    <a:pt x="158" y="190"/>
                  </a:lnTo>
                  <a:lnTo>
                    <a:pt x="162" y="188"/>
                  </a:lnTo>
                  <a:lnTo>
                    <a:pt x="168" y="188"/>
                  </a:lnTo>
                  <a:lnTo>
                    <a:pt x="176" y="192"/>
                  </a:lnTo>
                  <a:lnTo>
                    <a:pt x="184" y="196"/>
                  </a:lnTo>
                  <a:lnTo>
                    <a:pt x="190" y="196"/>
                  </a:lnTo>
                  <a:lnTo>
                    <a:pt x="196" y="196"/>
                  </a:lnTo>
                  <a:lnTo>
                    <a:pt x="208" y="196"/>
                  </a:lnTo>
                  <a:lnTo>
                    <a:pt x="212" y="200"/>
                  </a:lnTo>
                  <a:lnTo>
                    <a:pt x="214" y="202"/>
                  </a:lnTo>
                  <a:lnTo>
                    <a:pt x="220" y="204"/>
                  </a:lnTo>
                  <a:lnTo>
                    <a:pt x="224" y="204"/>
                  </a:lnTo>
                  <a:lnTo>
                    <a:pt x="220" y="198"/>
                  </a:lnTo>
                  <a:lnTo>
                    <a:pt x="220" y="194"/>
                  </a:lnTo>
                  <a:lnTo>
                    <a:pt x="222" y="188"/>
                  </a:lnTo>
                  <a:lnTo>
                    <a:pt x="216" y="186"/>
                  </a:lnTo>
                  <a:lnTo>
                    <a:pt x="202" y="186"/>
                  </a:lnTo>
                  <a:lnTo>
                    <a:pt x="204" y="182"/>
                  </a:lnTo>
                  <a:lnTo>
                    <a:pt x="204" y="178"/>
                  </a:lnTo>
                  <a:lnTo>
                    <a:pt x="202" y="174"/>
                  </a:lnTo>
                  <a:lnTo>
                    <a:pt x="192" y="172"/>
                  </a:lnTo>
                  <a:lnTo>
                    <a:pt x="184" y="172"/>
                  </a:lnTo>
                  <a:lnTo>
                    <a:pt x="182" y="170"/>
                  </a:lnTo>
                  <a:lnTo>
                    <a:pt x="180" y="168"/>
                  </a:lnTo>
                  <a:lnTo>
                    <a:pt x="176" y="174"/>
                  </a:lnTo>
                  <a:lnTo>
                    <a:pt x="166" y="174"/>
                  </a:lnTo>
                  <a:lnTo>
                    <a:pt x="160" y="172"/>
                  </a:lnTo>
                  <a:lnTo>
                    <a:pt x="156" y="168"/>
                  </a:lnTo>
                  <a:lnTo>
                    <a:pt x="152" y="164"/>
                  </a:lnTo>
                  <a:lnTo>
                    <a:pt x="148" y="162"/>
                  </a:lnTo>
                  <a:lnTo>
                    <a:pt x="140" y="164"/>
                  </a:lnTo>
                  <a:lnTo>
                    <a:pt x="134" y="166"/>
                  </a:lnTo>
                  <a:lnTo>
                    <a:pt x="128" y="164"/>
                  </a:lnTo>
                  <a:lnTo>
                    <a:pt x="124" y="162"/>
                  </a:lnTo>
                  <a:close/>
                  <a:moveTo>
                    <a:pt x="440" y="164"/>
                  </a:moveTo>
                  <a:lnTo>
                    <a:pt x="440" y="164"/>
                  </a:lnTo>
                  <a:lnTo>
                    <a:pt x="440" y="170"/>
                  </a:lnTo>
                  <a:lnTo>
                    <a:pt x="440" y="178"/>
                  </a:lnTo>
                  <a:lnTo>
                    <a:pt x="438" y="178"/>
                  </a:lnTo>
                  <a:lnTo>
                    <a:pt x="436" y="180"/>
                  </a:lnTo>
                  <a:lnTo>
                    <a:pt x="438" y="186"/>
                  </a:lnTo>
                  <a:lnTo>
                    <a:pt x="442" y="186"/>
                  </a:lnTo>
                  <a:lnTo>
                    <a:pt x="442" y="184"/>
                  </a:lnTo>
                  <a:lnTo>
                    <a:pt x="442" y="182"/>
                  </a:lnTo>
                  <a:lnTo>
                    <a:pt x="440" y="178"/>
                  </a:lnTo>
                  <a:lnTo>
                    <a:pt x="442" y="178"/>
                  </a:lnTo>
                  <a:lnTo>
                    <a:pt x="444" y="178"/>
                  </a:lnTo>
                  <a:lnTo>
                    <a:pt x="446" y="168"/>
                  </a:lnTo>
                  <a:lnTo>
                    <a:pt x="440" y="164"/>
                  </a:lnTo>
                  <a:close/>
                  <a:moveTo>
                    <a:pt x="206" y="176"/>
                  </a:moveTo>
                  <a:lnTo>
                    <a:pt x="214" y="178"/>
                  </a:lnTo>
                  <a:lnTo>
                    <a:pt x="216" y="176"/>
                  </a:lnTo>
                  <a:lnTo>
                    <a:pt x="206" y="176"/>
                  </a:lnTo>
                  <a:close/>
                  <a:moveTo>
                    <a:pt x="408" y="188"/>
                  </a:moveTo>
                  <a:lnTo>
                    <a:pt x="408" y="188"/>
                  </a:lnTo>
                  <a:lnTo>
                    <a:pt x="406" y="196"/>
                  </a:lnTo>
                  <a:lnTo>
                    <a:pt x="406" y="198"/>
                  </a:lnTo>
                  <a:lnTo>
                    <a:pt x="406" y="200"/>
                  </a:lnTo>
                  <a:lnTo>
                    <a:pt x="410" y="192"/>
                  </a:lnTo>
                  <a:lnTo>
                    <a:pt x="410" y="188"/>
                  </a:lnTo>
                  <a:lnTo>
                    <a:pt x="408" y="188"/>
                  </a:lnTo>
                  <a:close/>
                  <a:moveTo>
                    <a:pt x="486" y="188"/>
                  </a:moveTo>
                  <a:lnTo>
                    <a:pt x="488" y="192"/>
                  </a:lnTo>
                  <a:lnTo>
                    <a:pt x="488" y="190"/>
                  </a:lnTo>
                  <a:lnTo>
                    <a:pt x="486" y="188"/>
                  </a:lnTo>
                  <a:close/>
                  <a:moveTo>
                    <a:pt x="224" y="196"/>
                  </a:moveTo>
                  <a:lnTo>
                    <a:pt x="224" y="196"/>
                  </a:lnTo>
                  <a:lnTo>
                    <a:pt x="228" y="202"/>
                  </a:lnTo>
                  <a:lnTo>
                    <a:pt x="228" y="204"/>
                  </a:lnTo>
                  <a:lnTo>
                    <a:pt x="228" y="206"/>
                  </a:lnTo>
                  <a:lnTo>
                    <a:pt x="230" y="206"/>
                  </a:lnTo>
                  <a:lnTo>
                    <a:pt x="230" y="204"/>
                  </a:lnTo>
                  <a:lnTo>
                    <a:pt x="232" y="204"/>
                  </a:lnTo>
                  <a:lnTo>
                    <a:pt x="232" y="202"/>
                  </a:lnTo>
                  <a:lnTo>
                    <a:pt x="232" y="200"/>
                  </a:lnTo>
                  <a:lnTo>
                    <a:pt x="234" y="198"/>
                  </a:lnTo>
                  <a:lnTo>
                    <a:pt x="232" y="198"/>
                  </a:lnTo>
                  <a:lnTo>
                    <a:pt x="230" y="198"/>
                  </a:lnTo>
                  <a:lnTo>
                    <a:pt x="230" y="200"/>
                  </a:lnTo>
                  <a:lnTo>
                    <a:pt x="228" y="200"/>
                  </a:lnTo>
                  <a:lnTo>
                    <a:pt x="226" y="198"/>
                  </a:lnTo>
                  <a:lnTo>
                    <a:pt x="224" y="196"/>
                  </a:lnTo>
                  <a:close/>
                  <a:moveTo>
                    <a:pt x="348" y="196"/>
                  </a:moveTo>
                  <a:lnTo>
                    <a:pt x="348" y="196"/>
                  </a:lnTo>
                  <a:lnTo>
                    <a:pt x="348" y="200"/>
                  </a:lnTo>
                  <a:lnTo>
                    <a:pt x="358" y="198"/>
                  </a:lnTo>
                  <a:lnTo>
                    <a:pt x="348" y="196"/>
                  </a:lnTo>
                  <a:close/>
                  <a:moveTo>
                    <a:pt x="244" y="198"/>
                  </a:moveTo>
                  <a:lnTo>
                    <a:pt x="244" y="198"/>
                  </a:lnTo>
                  <a:lnTo>
                    <a:pt x="242" y="200"/>
                  </a:lnTo>
                  <a:lnTo>
                    <a:pt x="240" y="202"/>
                  </a:lnTo>
                  <a:lnTo>
                    <a:pt x="238" y="206"/>
                  </a:lnTo>
                  <a:lnTo>
                    <a:pt x="246" y="206"/>
                  </a:lnTo>
                  <a:lnTo>
                    <a:pt x="246" y="204"/>
                  </a:lnTo>
                  <a:lnTo>
                    <a:pt x="246" y="200"/>
                  </a:lnTo>
                  <a:lnTo>
                    <a:pt x="246" y="198"/>
                  </a:lnTo>
                  <a:lnTo>
                    <a:pt x="244" y="198"/>
                  </a:lnTo>
                  <a:close/>
                  <a:moveTo>
                    <a:pt x="258" y="200"/>
                  </a:moveTo>
                  <a:lnTo>
                    <a:pt x="258" y="200"/>
                  </a:lnTo>
                  <a:lnTo>
                    <a:pt x="258" y="202"/>
                  </a:lnTo>
                  <a:lnTo>
                    <a:pt x="256" y="202"/>
                  </a:lnTo>
                  <a:lnTo>
                    <a:pt x="260" y="204"/>
                  </a:lnTo>
                  <a:lnTo>
                    <a:pt x="262" y="206"/>
                  </a:lnTo>
                  <a:lnTo>
                    <a:pt x="260" y="208"/>
                  </a:lnTo>
                  <a:lnTo>
                    <a:pt x="256" y="208"/>
                  </a:lnTo>
                  <a:lnTo>
                    <a:pt x="250" y="204"/>
                  </a:lnTo>
                  <a:lnTo>
                    <a:pt x="248" y="214"/>
                  </a:lnTo>
                  <a:lnTo>
                    <a:pt x="274" y="210"/>
                  </a:lnTo>
                  <a:lnTo>
                    <a:pt x="272" y="208"/>
                  </a:lnTo>
                  <a:lnTo>
                    <a:pt x="272" y="206"/>
                  </a:lnTo>
                  <a:lnTo>
                    <a:pt x="272" y="204"/>
                  </a:lnTo>
                  <a:lnTo>
                    <a:pt x="266" y="204"/>
                  </a:lnTo>
                  <a:lnTo>
                    <a:pt x="264" y="204"/>
                  </a:lnTo>
                  <a:lnTo>
                    <a:pt x="264" y="202"/>
                  </a:lnTo>
                  <a:lnTo>
                    <a:pt x="258" y="200"/>
                  </a:lnTo>
                  <a:close/>
                  <a:moveTo>
                    <a:pt x="286" y="202"/>
                  </a:moveTo>
                  <a:lnTo>
                    <a:pt x="286" y="202"/>
                  </a:lnTo>
                  <a:lnTo>
                    <a:pt x="282" y="202"/>
                  </a:lnTo>
                  <a:lnTo>
                    <a:pt x="280" y="204"/>
                  </a:lnTo>
                  <a:lnTo>
                    <a:pt x="280" y="206"/>
                  </a:lnTo>
                  <a:lnTo>
                    <a:pt x="282" y="206"/>
                  </a:lnTo>
                  <a:lnTo>
                    <a:pt x="286" y="210"/>
                  </a:lnTo>
                  <a:lnTo>
                    <a:pt x="292" y="212"/>
                  </a:lnTo>
                  <a:lnTo>
                    <a:pt x="296" y="212"/>
                  </a:lnTo>
                  <a:lnTo>
                    <a:pt x="300" y="210"/>
                  </a:lnTo>
                  <a:lnTo>
                    <a:pt x="308" y="208"/>
                  </a:lnTo>
                  <a:lnTo>
                    <a:pt x="312" y="208"/>
                  </a:lnTo>
                  <a:lnTo>
                    <a:pt x="316" y="210"/>
                  </a:lnTo>
                  <a:lnTo>
                    <a:pt x="316" y="202"/>
                  </a:lnTo>
                  <a:lnTo>
                    <a:pt x="306" y="204"/>
                  </a:lnTo>
                  <a:lnTo>
                    <a:pt x="296" y="204"/>
                  </a:lnTo>
                  <a:lnTo>
                    <a:pt x="286" y="202"/>
                  </a:lnTo>
                  <a:close/>
                  <a:moveTo>
                    <a:pt x="358" y="204"/>
                  </a:moveTo>
                  <a:lnTo>
                    <a:pt x="358" y="204"/>
                  </a:lnTo>
                  <a:lnTo>
                    <a:pt x="348" y="210"/>
                  </a:lnTo>
                  <a:lnTo>
                    <a:pt x="344" y="210"/>
                  </a:lnTo>
                  <a:lnTo>
                    <a:pt x="340" y="208"/>
                  </a:lnTo>
                  <a:lnTo>
                    <a:pt x="336" y="210"/>
                  </a:lnTo>
                  <a:lnTo>
                    <a:pt x="336" y="216"/>
                  </a:lnTo>
                  <a:lnTo>
                    <a:pt x="332" y="216"/>
                  </a:lnTo>
                  <a:lnTo>
                    <a:pt x="330" y="218"/>
                  </a:lnTo>
                  <a:lnTo>
                    <a:pt x="330" y="220"/>
                  </a:lnTo>
                  <a:lnTo>
                    <a:pt x="324" y="222"/>
                  </a:lnTo>
                  <a:lnTo>
                    <a:pt x="322" y="226"/>
                  </a:lnTo>
                  <a:lnTo>
                    <a:pt x="320" y="230"/>
                  </a:lnTo>
                  <a:lnTo>
                    <a:pt x="316" y="232"/>
                  </a:lnTo>
                  <a:lnTo>
                    <a:pt x="312" y="232"/>
                  </a:lnTo>
                  <a:lnTo>
                    <a:pt x="312" y="234"/>
                  </a:lnTo>
                  <a:lnTo>
                    <a:pt x="312" y="236"/>
                  </a:lnTo>
                  <a:lnTo>
                    <a:pt x="310" y="238"/>
                  </a:lnTo>
                  <a:lnTo>
                    <a:pt x="314" y="238"/>
                  </a:lnTo>
                  <a:lnTo>
                    <a:pt x="314" y="240"/>
                  </a:lnTo>
                  <a:lnTo>
                    <a:pt x="322" y="232"/>
                  </a:lnTo>
                  <a:lnTo>
                    <a:pt x="332" y="228"/>
                  </a:lnTo>
                  <a:lnTo>
                    <a:pt x="334" y="228"/>
                  </a:lnTo>
                  <a:lnTo>
                    <a:pt x="338" y="228"/>
                  </a:lnTo>
                  <a:lnTo>
                    <a:pt x="340" y="224"/>
                  </a:lnTo>
                  <a:lnTo>
                    <a:pt x="342" y="220"/>
                  </a:lnTo>
                  <a:lnTo>
                    <a:pt x="356" y="212"/>
                  </a:lnTo>
                  <a:lnTo>
                    <a:pt x="364" y="206"/>
                  </a:lnTo>
                  <a:lnTo>
                    <a:pt x="362" y="204"/>
                  </a:lnTo>
                  <a:lnTo>
                    <a:pt x="358" y="204"/>
                  </a:lnTo>
                  <a:close/>
                  <a:moveTo>
                    <a:pt x="276" y="220"/>
                  </a:moveTo>
                  <a:lnTo>
                    <a:pt x="276" y="220"/>
                  </a:lnTo>
                  <a:lnTo>
                    <a:pt x="274" y="226"/>
                  </a:lnTo>
                  <a:lnTo>
                    <a:pt x="282" y="228"/>
                  </a:lnTo>
                  <a:lnTo>
                    <a:pt x="292" y="230"/>
                  </a:lnTo>
                  <a:lnTo>
                    <a:pt x="292" y="226"/>
                  </a:lnTo>
                  <a:lnTo>
                    <a:pt x="276" y="220"/>
                  </a:lnTo>
                  <a:close/>
                  <a:moveTo>
                    <a:pt x="82" y="66"/>
                  </a:moveTo>
                  <a:lnTo>
                    <a:pt x="82" y="66"/>
                  </a:lnTo>
                  <a:lnTo>
                    <a:pt x="84" y="70"/>
                  </a:lnTo>
                  <a:lnTo>
                    <a:pt x="86" y="70"/>
                  </a:lnTo>
                  <a:lnTo>
                    <a:pt x="84" y="68"/>
                  </a:lnTo>
                  <a:lnTo>
                    <a:pt x="82" y="66"/>
                  </a:lnTo>
                  <a:close/>
                  <a:moveTo>
                    <a:pt x="166" y="56"/>
                  </a:moveTo>
                  <a:lnTo>
                    <a:pt x="166" y="56"/>
                  </a:lnTo>
                  <a:lnTo>
                    <a:pt x="158" y="68"/>
                  </a:lnTo>
                  <a:lnTo>
                    <a:pt x="156" y="74"/>
                  </a:lnTo>
                  <a:lnTo>
                    <a:pt x="158" y="82"/>
                  </a:lnTo>
                  <a:lnTo>
                    <a:pt x="160" y="96"/>
                  </a:lnTo>
                  <a:lnTo>
                    <a:pt x="162" y="98"/>
                  </a:lnTo>
                  <a:lnTo>
                    <a:pt x="160" y="102"/>
                  </a:lnTo>
                  <a:lnTo>
                    <a:pt x="164" y="100"/>
                  </a:lnTo>
                  <a:lnTo>
                    <a:pt x="168" y="98"/>
                  </a:lnTo>
                  <a:lnTo>
                    <a:pt x="174" y="124"/>
                  </a:lnTo>
                  <a:lnTo>
                    <a:pt x="184" y="126"/>
                  </a:lnTo>
                  <a:lnTo>
                    <a:pt x="190" y="124"/>
                  </a:lnTo>
                  <a:lnTo>
                    <a:pt x="192" y="124"/>
                  </a:lnTo>
                  <a:lnTo>
                    <a:pt x="192" y="130"/>
                  </a:lnTo>
                  <a:lnTo>
                    <a:pt x="200" y="132"/>
                  </a:lnTo>
                  <a:lnTo>
                    <a:pt x="204" y="128"/>
                  </a:lnTo>
                  <a:lnTo>
                    <a:pt x="218" y="128"/>
                  </a:lnTo>
                  <a:lnTo>
                    <a:pt x="224" y="132"/>
                  </a:lnTo>
                  <a:lnTo>
                    <a:pt x="222" y="132"/>
                  </a:lnTo>
                  <a:lnTo>
                    <a:pt x="224" y="134"/>
                  </a:lnTo>
                  <a:lnTo>
                    <a:pt x="232" y="130"/>
                  </a:lnTo>
                  <a:lnTo>
                    <a:pt x="238" y="130"/>
                  </a:lnTo>
                  <a:lnTo>
                    <a:pt x="240" y="126"/>
                  </a:lnTo>
                  <a:lnTo>
                    <a:pt x="240" y="120"/>
                  </a:lnTo>
                  <a:lnTo>
                    <a:pt x="244" y="116"/>
                  </a:lnTo>
                  <a:lnTo>
                    <a:pt x="250" y="116"/>
                  </a:lnTo>
                  <a:lnTo>
                    <a:pt x="246" y="106"/>
                  </a:lnTo>
                  <a:lnTo>
                    <a:pt x="248" y="104"/>
                  </a:lnTo>
                  <a:lnTo>
                    <a:pt x="250" y="102"/>
                  </a:lnTo>
                  <a:lnTo>
                    <a:pt x="252" y="100"/>
                  </a:lnTo>
                  <a:lnTo>
                    <a:pt x="252" y="80"/>
                  </a:lnTo>
                  <a:lnTo>
                    <a:pt x="260" y="74"/>
                  </a:lnTo>
                  <a:lnTo>
                    <a:pt x="266" y="74"/>
                  </a:lnTo>
                  <a:lnTo>
                    <a:pt x="266" y="72"/>
                  </a:lnTo>
                  <a:lnTo>
                    <a:pt x="266" y="68"/>
                  </a:lnTo>
                  <a:lnTo>
                    <a:pt x="260" y="66"/>
                  </a:lnTo>
                  <a:lnTo>
                    <a:pt x="258" y="66"/>
                  </a:lnTo>
                  <a:lnTo>
                    <a:pt x="256" y="64"/>
                  </a:lnTo>
                  <a:lnTo>
                    <a:pt x="256" y="56"/>
                  </a:lnTo>
                  <a:lnTo>
                    <a:pt x="256" y="50"/>
                  </a:lnTo>
                  <a:lnTo>
                    <a:pt x="252" y="42"/>
                  </a:lnTo>
                  <a:lnTo>
                    <a:pt x="252" y="38"/>
                  </a:lnTo>
                  <a:lnTo>
                    <a:pt x="252" y="36"/>
                  </a:lnTo>
                  <a:lnTo>
                    <a:pt x="254" y="34"/>
                  </a:lnTo>
                  <a:lnTo>
                    <a:pt x="254" y="36"/>
                  </a:lnTo>
                  <a:lnTo>
                    <a:pt x="252" y="30"/>
                  </a:lnTo>
                  <a:lnTo>
                    <a:pt x="244" y="30"/>
                  </a:lnTo>
                  <a:lnTo>
                    <a:pt x="236" y="28"/>
                  </a:lnTo>
                  <a:lnTo>
                    <a:pt x="234" y="32"/>
                  </a:lnTo>
                  <a:lnTo>
                    <a:pt x="232" y="40"/>
                  </a:lnTo>
                  <a:lnTo>
                    <a:pt x="230" y="44"/>
                  </a:lnTo>
                  <a:lnTo>
                    <a:pt x="226" y="48"/>
                  </a:lnTo>
                  <a:lnTo>
                    <a:pt x="224" y="50"/>
                  </a:lnTo>
                  <a:lnTo>
                    <a:pt x="220" y="52"/>
                  </a:lnTo>
                  <a:lnTo>
                    <a:pt x="220" y="56"/>
                  </a:lnTo>
                  <a:lnTo>
                    <a:pt x="218" y="62"/>
                  </a:lnTo>
                  <a:lnTo>
                    <a:pt x="216" y="66"/>
                  </a:lnTo>
                  <a:lnTo>
                    <a:pt x="212" y="68"/>
                  </a:lnTo>
                  <a:lnTo>
                    <a:pt x="204" y="68"/>
                  </a:lnTo>
                  <a:lnTo>
                    <a:pt x="202" y="66"/>
                  </a:lnTo>
                  <a:lnTo>
                    <a:pt x="196" y="68"/>
                  </a:lnTo>
                  <a:lnTo>
                    <a:pt x="194" y="70"/>
                  </a:lnTo>
                  <a:lnTo>
                    <a:pt x="186" y="72"/>
                  </a:lnTo>
                  <a:lnTo>
                    <a:pt x="180" y="72"/>
                  </a:lnTo>
                  <a:lnTo>
                    <a:pt x="176" y="72"/>
                  </a:lnTo>
                  <a:lnTo>
                    <a:pt x="172" y="70"/>
                  </a:lnTo>
                  <a:lnTo>
                    <a:pt x="168" y="68"/>
                  </a:lnTo>
                  <a:lnTo>
                    <a:pt x="166" y="62"/>
                  </a:lnTo>
                  <a:lnTo>
                    <a:pt x="166" y="56"/>
                  </a:lnTo>
                  <a:close/>
                  <a:moveTo>
                    <a:pt x="2" y="0"/>
                  </a:moveTo>
                  <a:lnTo>
                    <a:pt x="2" y="0"/>
                  </a:lnTo>
                  <a:lnTo>
                    <a:pt x="0" y="4"/>
                  </a:lnTo>
                  <a:lnTo>
                    <a:pt x="0" y="10"/>
                  </a:lnTo>
                  <a:lnTo>
                    <a:pt x="4" y="16"/>
                  </a:lnTo>
                  <a:lnTo>
                    <a:pt x="10" y="22"/>
                  </a:lnTo>
                  <a:lnTo>
                    <a:pt x="20" y="32"/>
                  </a:lnTo>
                  <a:lnTo>
                    <a:pt x="24" y="36"/>
                  </a:lnTo>
                  <a:lnTo>
                    <a:pt x="26" y="42"/>
                  </a:lnTo>
                  <a:lnTo>
                    <a:pt x="32" y="52"/>
                  </a:lnTo>
                  <a:lnTo>
                    <a:pt x="38" y="54"/>
                  </a:lnTo>
                  <a:lnTo>
                    <a:pt x="44" y="58"/>
                  </a:lnTo>
                  <a:lnTo>
                    <a:pt x="44" y="64"/>
                  </a:lnTo>
                  <a:lnTo>
                    <a:pt x="46" y="68"/>
                  </a:lnTo>
                  <a:lnTo>
                    <a:pt x="46" y="74"/>
                  </a:lnTo>
                  <a:lnTo>
                    <a:pt x="48" y="80"/>
                  </a:lnTo>
                  <a:lnTo>
                    <a:pt x="54" y="86"/>
                  </a:lnTo>
                  <a:lnTo>
                    <a:pt x="62" y="94"/>
                  </a:lnTo>
                  <a:lnTo>
                    <a:pt x="64" y="100"/>
                  </a:lnTo>
                  <a:lnTo>
                    <a:pt x="68" y="108"/>
                  </a:lnTo>
                  <a:lnTo>
                    <a:pt x="70" y="116"/>
                  </a:lnTo>
                  <a:lnTo>
                    <a:pt x="74" y="122"/>
                  </a:lnTo>
                  <a:lnTo>
                    <a:pt x="80" y="130"/>
                  </a:lnTo>
                  <a:lnTo>
                    <a:pt x="84" y="142"/>
                  </a:lnTo>
                  <a:lnTo>
                    <a:pt x="86" y="146"/>
                  </a:lnTo>
                  <a:lnTo>
                    <a:pt x="88" y="150"/>
                  </a:lnTo>
                  <a:lnTo>
                    <a:pt x="94" y="152"/>
                  </a:lnTo>
                  <a:lnTo>
                    <a:pt x="100" y="154"/>
                  </a:lnTo>
                  <a:lnTo>
                    <a:pt x="100" y="158"/>
                  </a:lnTo>
                  <a:lnTo>
                    <a:pt x="104" y="160"/>
                  </a:lnTo>
                  <a:lnTo>
                    <a:pt x="110" y="162"/>
                  </a:lnTo>
                  <a:lnTo>
                    <a:pt x="108" y="160"/>
                  </a:lnTo>
                  <a:lnTo>
                    <a:pt x="110" y="160"/>
                  </a:lnTo>
                  <a:lnTo>
                    <a:pt x="112" y="158"/>
                  </a:lnTo>
                  <a:lnTo>
                    <a:pt x="122" y="160"/>
                  </a:lnTo>
                  <a:lnTo>
                    <a:pt x="122" y="150"/>
                  </a:lnTo>
                  <a:lnTo>
                    <a:pt x="122" y="146"/>
                  </a:lnTo>
                  <a:lnTo>
                    <a:pt x="118" y="144"/>
                  </a:lnTo>
                  <a:lnTo>
                    <a:pt x="118" y="142"/>
                  </a:lnTo>
                  <a:lnTo>
                    <a:pt x="124" y="140"/>
                  </a:lnTo>
                  <a:lnTo>
                    <a:pt x="126" y="130"/>
                  </a:lnTo>
                  <a:lnTo>
                    <a:pt x="120" y="124"/>
                  </a:lnTo>
                  <a:lnTo>
                    <a:pt x="120" y="118"/>
                  </a:lnTo>
                  <a:lnTo>
                    <a:pt x="114" y="118"/>
                  </a:lnTo>
                  <a:lnTo>
                    <a:pt x="110" y="118"/>
                  </a:lnTo>
                  <a:lnTo>
                    <a:pt x="108" y="114"/>
                  </a:lnTo>
                  <a:lnTo>
                    <a:pt x="108" y="108"/>
                  </a:lnTo>
                  <a:lnTo>
                    <a:pt x="108" y="100"/>
                  </a:lnTo>
                  <a:lnTo>
                    <a:pt x="96" y="98"/>
                  </a:lnTo>
                  <a:lnTo>
                    <a:pt x="98" y="90"/>
                  </a:lnTo>
                  <a:lnTo>
                    <a:pt x="98" y="92"/>
                  </a:lnTo>
                  <a:lnTo>
                    <a:pt x="100" y="94"/>
                  </a:lnTo>
                  <a:lnTo>
                    <a:pt x="100" y="86"/>
                  </a:lnTo>
                  <a:lnTo>
                    <a:pt x="98" y="80"/>
                  </a:lnTo>
                  <a:lnTo>
                    <a:pt x="92" y="78"/>
                  </a:lnTo>
                  <a:lnTo>
                    <a:pt x="92" y="74"/>
                  </a:lnTo>
                  <a:lnTo>
                    <a:pt x="88" y="74"/>
                  </a:lnTo>
                  <a:lnTo>
                    <a:pt x="90" y="72"/>
                  </a:lnTo>
                  <a:lnTo>
                    <a:pt x="90" y="70"/>
                  </a:lnTo>
                  <a:lnTo>
                    <a:pt x="90" y="66"/>
                  </a:lnTo>
                  <a:lnTo>
                    <a:pt x="82" y="74"/>
                  </a:lnTo>
                  <a:lnTo>
                    <a:pt x="82" y="68"/>
                  </a:lnTo>
                  <a:lnTo>
                    <a:pt x="80" y="64"/>
                  </a:lnTo>
                  <a:lnTo>
                    <a:pt x="76" y="62"/>
                  </a:lnTo>
                  <a:lnTo>
                    <a:pt x="74" y="60"/>
                  </a:lnTo>
                  <a:lnTo>
                    <a:pt x="72" y="56"/>
                  </a:lnTo>
                  <a:lnTo>
                    <a:pt x="70" y="52"/>
                  </a:lnTo>
                  <a:lnTo>
                    <a:pt x="68" y="50"/>
                  </a:lnTo>
                  <a:lnTo>
                    <a:pt x="68" y="52"/>
                  </a:lnTo>
                  <a:lnTo>
                    <a:pt x="68" y="54"/>
                  </a:lnTo>
                  <a:lnTo>
                    <a:pt x="64" y="52"/>
                  </a:lnTo>
                  <a:lnTo>
                    <a:pt x="62" y="50"/>
                  </a:lnTo>
                  <a:lnTo>
                    <a:pt x="60" y="46"/>
                  </a:lnTo>
                  <a:lnTo>
                    <a:pt x="62" y="40"/>
                  </a:lnTo>
                  <a:lnTo>
                    <a:pt x="56" y="40"/>
                  </a:lnTo>
                  <a:lnTo>
                    <a:pt x="56" y="36"/>
                  </a:lnTo>
                  <a:lnTo>
                    <a:pt x="48" y="32"/>
                  </a:lnTo>
                  <a:lnTo>
                    <a:pt x="46" y="28"/>
                  </a:lnTo>
                  <a:lnTo>
                    <a:pt x="46" y="24"/>
                  </a:lnTo>
                  <a:lnTo>
                    <a:pt x="34" y="18"/>
                  </a:lnTo>
                  <a:lnTo>
                    <a:pt x="34" y="12"/>
                  </a:lnTo>
                  <a:lnTo>
                    <a:pt x="32" y="8"/>
                  </a:lnTo>
                  <a:lnTo>
                    <a:pt x="28" y="6"/>
                  </a:lnTo>
                  <a:lnTo>
                    <a:pt x="22" y="6"/>
                  </a:lnTo>
                  <a:lnTo>
                    <a:pt x="12" y="6"/>
                  </a:lnTo>
                  <a:lnTo>
                    <a:pt x="8" y="0"/>
                  </a:lnTo>
                  <a:lnTo>
                    <a:pt x="6"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1" name="Google Shape;371;p60"/>
            <p:cNvSpPr/>
            <p:nvPr/>
          </p:nvSpPr>
          <p:spPr>
            <a:xfrm>
              <a:off x="8994515" y="3814759"/>
              <a:ext cx="547382" cy="577078"/>
            </a:xfrm>
            <a:custGeom>
              <a:rect b="b" l="l" r="r" t="t"/>
              <a:pathLst>
                <a:path extrusionOk="0" h="410" w="332">
                  <a:moveTo>
                    <a:pt x="232" y="224"/>
                  </a:moveTo>
                  <a:lnTo>
                    <a:pt x="232" y="224"/>
                  </a:lnTo>
                  <a:lnTo>
                    <a:pt x="228" y="220"/>
                  </a:lnTo>
                  <a:lnTo>
                    <a:pt x="226" y="220"/>
                  </a:lnTo>
                  <a:lnTo>
                    <a:pt x="222" y="218"/>
                  </a:lnTo>
                  <a:lnTo>
                    <a:pt x="222" y="222"/>
                  </a:lnTo>
                  <a:lnTo>
                    <a:pt x="216" y="226"/>
                  </a:lnTo>
                  <a:lnTo>
                    <a:pt x="214" y="232"/>
                  </a:lnTo>
                  <a:lnTo>
                    <a:pt x="212" y="232"/>
                  </a:lnTo>
                  <a:lnTo>
                    <a:pt x="210" y="232"/>
                  </a:lnTo>
                  <a:lnTo>
                    <a:pt x="212" y="232"/>
                  </a:lnTo>
                  <a:lnTo>
                    <a:pt x="214" y="234"/>
                  </a:lnTo>
                  <a:lnTo>
                    <a:pt x="214" y="238"/>
                  </a:lnTo>
                  <a:lnTo>
                    <a:pt x="206" y="244"/>
                  </a:lnTo>
                  <a:lnTo>
                    <a:pt x="198" y="250"/>
                  </a:lnTo>
                  <a:lnTo>
                    <a:pt x="194" y="250"/>
                  </a:lnTo>
                  <a:lnTo>
                    <a:pt x="190" y="250"/>
                  </a:lnTo>
                  <a:lnTo>
                    <a:pt x="192" y="254"/>
                  </a:lnTo>
                  <a:lnTo>
                    <a:pt x="186" y="256"/>
                  </a:lnTo>
                  <a:lnTo>
                    <a:pt x="182" y="262"/>
                  </a:lnTo>
                  <a:lnTo>
                    <a:pt x="178" y="272"/>
                  </a:lnTo>
                  <a:lnTo>
                    <a:pt x="174" y="274"/>
                  </a:lnTo>
                  <a:lnTo>
                    <a:pt x="170" y="274"/>
                  </a:lnTo>
                  <a:lnTo>
                    <a:pt x="170" y="276"/>
                  </a:lnTo>
                  <a:lnTo>
                    <a:pt x="170" y="280"/>
                  </a:lnTo>
                  <a:lnTo>
                    <a:pt x="164" y="280"/>
                  </a:lnTo>
                  <a:lnTo>
                    <a:pt x="162" y="280"/>
                  </a:lnTo>
                  <a:lnTo>
                    <a:pt x="160" y="282"/>
                  </a:lnTo>
                  <a:lnTo>
                    <a:pt x="158" y="284"/>
                  </a:lnTo>
                  <a:lnTo>
                    <a:pt x="158" y="286"/>
                  </a:lnTo>
                  <a:lnTo>
                    <a:pt x="156" y="292"/>
                  </a:lnTo>
                  <a:lnTo>
                    <a:pt x="154" y="294"/>
                  </a:lnTo>
                  <a:lnTo>
                    <a:pt x="152" y="294"/>
                  </a:lnTo>
                  <a:lnTo>
                    <a:pt x="146" y="296"/>
                  </a:lnTo>
                  <a:lnTo>
                    <a:pt x="144" y="300"/>
                  </a:lnTo>
                  <a:lnTo>
                    <a:pt x="142" y="302"/>
                  </a:lnTo>
                  <a:lnTo>
                    <a:pt x="138" y="302"/>
                  </a:lnTo>
                  <a:lnTo>
                    <a:pt x="134" y="302"/>
                  </a:lnTo>
                  <a:lnTo>
                    <a:pt x="132" y="306"/>
                  </a:lnTo>
                  <a:lnTo>
                    <a:pt x="132" y="308"/>
                  </a:lnTo>
                  <a:lnTo>
                    <a:pt x="134" y="316"/>
                  </a:lnTo>
                  <a:lnTo>
                    <a:pt x="132" y="320"/>
                  </a:lnTo>
                  <a:lnTo>
                    <a:pt x="130" y="328"/>
                  </a:lnTo>
                  <a:lnTo>
                    <a:pt x="132" y="340"/>
                  </a:lnTo>
                  <a:lnTo>
                    <a:pt x="134" y="350"/>
                  </a:lnTo>
                  <a:lnTo>
                    <a:pt x="132" y="356"/>
                  </a:lnTo>
                  <a:lnTo>
                    <a:pt x="128" y="362"/>
                  </a:lnTo>
                  <a:lnTo>
                    <a:pt x="128" y="368"/>
                  </a:lnTo>
                  <a:lnTo>
                    <a:pt x="130" y="384"/>
                  </a:lnTo>
                  <a:lnTo>
                    <a:pt x="126" y="384"/>
                  </a:lnTo>
                  <a:lnTo>
                    <a:pt x="124" y="384"/>
                  </a:lnTo>
                  <a:lnTo>
                    <a:pt x="122" y="386"/>
                  </a:lnTo>
                  <a:lnTo>
                    <a:pt x="120" y="390"/>
                  </a:lnTo>
                  <a:lnTo>
                    <a:pt x="118" y="398"/>
                  </a:lnTo>
                  <a:lnTo>
                    <a:pt x="114" y="400"/>
                  </a:lnTo>
                  <a:lnTo>
                    <a:pt x="112" y="400"/>
                  </a:lnTo>
                  <a:lnTo>
                    <a:pt x="106" y="410"/>
                  </a:lnTo>
                  <a:lnTo>
                    <a:pt x="102" y="410"/>
                  </a:lnTo>
                  <a:lnTo>
                    <a:pt x="100" y="406"/>
                  </a:lnTo>
                  <a:lnTo>
                    <a:pt x="96" y="400"/>
                  </a:lnTo>
                  <a:lnTo>
                    <a:pt x="90" y="392"/>
                  </a:lnTo>
                  <a:lnTo>
                    <a:pt x="90" y="388"/>
                  </a:lnTo>
                  <a:lnTo>
                    <a:pt x="92" y="386"/>
                  </a:lnTo>
                  <a:lnTo>
                    <a:pt x="92" y="382"/>
                  </a:lnTo>
                  <a:lnTo>
                    <a:pt x="88" y="382"/>
                  </a:lnTo>
                  <a:lnTo>
                    <a:pt x="86" y="376"/>
                  </a:lnTo>
                  <a:lnTo>
                    <a:pt x="84" y="368"/>
                  </a:lnTo>
                  <a:lnTo>
                    <a:pt x="78" y="360"/>
                  </a:lnTo>
                  <a:lnTo>
                    <a:pt x="74" y="354"/>
                  </a:lnTo>
                  <a:lnTo>
                    <a:pt x="72" y="346"/>
                  </a:lnTo>
                  <a:lnTo>
                    <a:pt x="70" y="338"/>
                  </a:lnTo>
                  <a:lnTo>
                    <a:pt x="68" y="324"/>
                  </a:lnTo>
                  <a:lnTo>
                    <a:pt x="62" y="312"/>
                  </a:lnTo>
                  <a:lnTo>
                    <a:pt x="60" y="306"/>
                  </a:lnTo>
                  <a:lnTo>
                    <a:pt x="58" y="300"/>
                  </a:lnTo>
                  <a:lnTo>
                    <a:pt x="58" y="290"/>
                  </a:lnTo>
                  <a:lnTo>
                    <a:pt x="52" y="268"/>
                  </a:lnTo>
                  <a:lnTo>
                    <a:pt x="52" y="262"/>
                  </a:lnTo>
                  <a:lnTo>
                    <a:pt x="52" y="260"/>
                  </a:lnTo>
                  <a:lnTo>
                    <a:pt x="52" y="258"/>
                  </a:lnTo>
                  <a:lnTo>
                    <a:pt x="48" y="246"/>
                  </a:lnTo>
                  <a:lnTo>
                    <a:pt x="48" y="242"/>
                  </a:lnTo>
                  <a:lnTo>
                    <a:pt x="50" y="238"/>
                  </a:lnTo>
                  <a:lnTo>
                    <a:pt x="52" y="232"/>
                  </a:lnTo>
                  <a:lnTo>
                    <a:pt x="52" y="228"/>
                  </a:lnTo>
                  <a:lnTo>
                    <a:pt x="52" y="226"/>
                  </a:lnTo>
                  <a:lnTo>
                    <a:pt x="50" y="224"/>
                  </a:lnTo>
                  <a:lnTo>
                    <a:pt x="50" y="220"/>
                  </a:lnTo>
                  <a:lnTo>
                    <a:pt x="50" y="218"/>
                  </a:lnTo>
                  <a:lnTo>
                    <a:pt x="48" y="216"/>
                  </a:lnTo>
                  <a:lnTo>
                    <a:pt x="48" y="212"/>
                  </a:lnTo>
                  <a:lnTo>
                    <a:pt x="50" y="206"/>
                  </a:lnTo>
                  <a:lnTo>
                    <a:pt x="44" y="210"/>
                  </a:lnTo>
                  <a:lnTo>
                    <a:pt x="44" y="216"/>
                  </a:lnTo>
                  <a:lnTo>
                    <a:pt x="44" y="222"/>
                  </a:lnTo>
                  <a:lnTo>
                    <a:pt x="42" y="226"/>
                  </a:lnTo>
                  <a:lnTo>
                    <a:pt x="36" y="228"/>
                  </a:lnTo>
                  <a:lnTo>
                    <a:pt x="26" y="232"/>
                  </a:lnTo>
                  <a:lnTo>
                    <a:pt x="18" y="224"/>
                  </a:lnTo>
                  <a:lnTo>
                    <a:pt x="10" y="214"/>
                  </a:lnTo>
                  <a:lnTo>
                    <a:pt x="10" y="212"/>
                  </a:lnTo>
                  <a:lnTo>
                    <a:pt x="10" y="208"/>
                  </a:lnTo>
                  <a:lnTo>
                    <a:pt x="16" y="208"/>
                  </a:lnTo>
                  <a:lnTo>
                    <a:pt x="22" y="206"/>
                  </a:lnTo>
                  <a:lnTo>
                    <a:pt x="24" y="204"/>
                  </a:lnTo>
                  <a:lnTo>
                    <a:pt x="26" y="200"/>
                  </a:lnTo>
                  <a:lnTo>
                    <a:pt x="30" y="192"/>
                  </a:lnTo>
                  <a:lnTo>
                    <a:pt x="24" y="198"/>
                  </a:lnTo>
                  <a:lnTo>
                    <a:pt x="18" y="200"/>
                  </a:lnTo>
                  <a:lnTo>
                    <a:pt x="12" y="198"/>
                  </a:lnTo>
                  <a:lnTo>
                    <a:pt x="4" y="196"/>
                  </a:lnTo>
                  <a:lnTo>
                    <a:pt x="4" y="190"/>
                  </a:lnTo>
                  <a:lnTo>
                    <a:pt x="2" y="186"/>
                  </a:lnTo>
                  <a:lnTo>
                    <a:pt x="0" y="184"/>
                  </a:lnTo>
                  <a:lnTo>
                    <a:pt x="4" y="180"/>
                  </a:lnTo>
                  <a:lnTo>
                    <a:pt x="6" y="174"/>
                  </a:lnTo>
                  <a:lnTo>
                    <a:pt x="12" y="172"/>
                  </a:lnTo>
                  <a:lnTo>
                    <a:pt x="20" y="170"/>
                  </a:lnTo>
                  <a:lnTo>
                    <a:pt x="18" y="162"/>
                  </a:lnTo>
                  <a:lnTo>
                    <a:pt x="12" y="156"/>
                  </a:lnTo>
                  <a:lnTo>
                    <a:pt x="12" y="154"/>
                  </a:lnTo>
                  <a:lnTo>
                    <a:pt x="16" y="148"/>
                  </a:lnTo>
                  <a:lnTo>
                    <a:pt x="10" y="140"/>
                  </a:lnTo>
                  <a:lnTo>
                    <a:pt x="14" y="136"/>
                  </a:lnTo>
                  <a:lnTo>
                    <a:pt x="18" y="132"/>
                  </a:lnTo>
                  <a:lnTo>
                    <a:pt x="20" y="128"/>
                  </a:lnTo>
                  <a:lnTo>
                    <a:pt x="24" y="132"/>
                  </a:lnTo>
                  <a:lnTo>
                    <a:pt x="28" y="126"/>
                  </a:lnTo>
                  <a:lnTo>
                    <a:pt x="34" y="122"/>
                  </a:lnTo>
                  <a:lnTo>
                    <a:pt x="36" y="116"/>
                  </a:lnTo>
                  <a:lnTo>
                    <a:pt x="40" y="110"/>
                  </a:lnTo>
                  <a:lnTo>
                    <a:pt x="46" y="108"/>
                  </a:lnTo>
                  <a:lnTo>
                    <a:pt x="50" y="104"/>
                  </a:lnTo>
                  <a:lnTo>
                    <a:pt x="52" y="98"/>
                  </a:lnTo>
                  <a:lnTo>
                    <a:pt x="58" y="94"/>
                  </a:lnTo>
                  <a:lnTo>
                    <a:pt x="58" y="88"/>
                  </a:lnTo>
                  <a:lnTo>
                    <a:pt x="60" y="80"/>
                  </a:lnTo>
                  <a:lnTo>
                    <a:pt x="64" y="76"/>
                  </a:lnTo>
                  <a:lnTo>
                    <a:pt x="66" y="70"/>
                  </a:lnTo>
                  <a:lnTo>
                    <a:pt x="66" y="66"/>
                  </a:lnTo>
                  <a:lnTo>
                    <a:pt x="62" y="60"/>
                  </a:lnTo>
                  <a:lnTo>
                    <a:pt x="58" y="56"/>
                  </a:lnTo>
                  <a:lnTo>
                    <a:pt x="56" y="54"/>
                  </a:lnTo>
                  <a:lnTo>
                    <a:pt x="54" y="44"/>
                  </a:lnTo>
                  <a:lnTo>
                    <a:pt x="50" y="40"/>
                  </a:lnTo>
                  <a:lnTo>
                    <a:pt x="50" y="36"/>
                  </a:lnTo>
                  <a:lnTo>
                    <a:pt x="56" y="32"/>
                  </a:lnTo>
                  <a:lnTo>
                    <a:pt x="60" y="32"/>
                  </a:lnTo>
                  <a:lnTo>
                    <a:pt x="64" y="32"/>
                  </a:lnTo>
                  <a:lnTo>
                    <a:pt x="66" y="30"/>
                  </a:lnTo>
                  <a:lnTo>
                    <a:pt x="68" y="28"/>
                  </a:lnTo>
                  <a:lnTo>
                    <a:pt x="72" y="26"/>
                  </a:lnTo>
                  <a:lnTo>
                    <a:pt x="80" y="24"/>
                  </a:lnTo>
                  <a:lnTo>
                    <a:pt x="86" y="20"/>
                  </a:lnTo>
                  <a:lnTo>
                    <a:pt x="88" y="16"/>
                  </a:lnTo>
                  <a:lnTo>
                    <a:pt x="92" y="12"/>
                  </a:lnTo>
                  <a:lnTo>
                    <a:pt x="96" y="6"/>
                  </a:lnTo>
                  <a:lnTo>
                    <a:pt x="100" y="2"/>
                  </a:lnTo>
                  <a:lnTo>
                    <a:pt x="104" y="0"/>
                  </a:lnTo>
                  <a:lnTo>
                    <a:pt x="108" y="0"/>
                  </a:lnTo>
                  <a:lnTo>
                    <a:pt x="112" y="2"/>
                  </a:lnTo>
                  <a:lnTo>
                    <a:pt x="118" y="2"/>
                  </a:lnTo>
                  <a:lnTo>
                    <a:pt x="120" y="6"/>
                  </a:lnTo>
                  <a:lnTo>
                    <a:pt x="124" y="10"/>
                  </a:lnTo>
                  <a:lnTo>
                    <a:pt x="126" y="16"/>
                  </a:lnTo>
                  <a:lnTo>
                    <a:pt x="122" y="18"/>
                  </a:lnTo>
                  <a:lnTo>
                    <a:pt x="122" y="22"/>
                  </a:lnTo>
                  <a:lnTo>
                    <a:pt x="120" y="26"/>
                  </a:lnTo>
                  <a:lnTo>
                    <a:pt x="116" y="28"/>
                  </a:lnTo>
                  <a:lnTo>
                    <a:pt x="114" y="34"/>
                  </a:lnTo>
                  <a:lnTo>
                    <a:pt x="112" y="36"/>
                  </a:lnTo>
                  <a:lnTo>
                    <a:pt x="110" y="42"/>
                  </a:lnTo>
                  <a:lnTo>
                    <a:pt x="114" y="44"/>
                  </a:lnTo>
                  <a:lnTo>
                    <a:pt x="116" y="48"/>
                  </a:lnTo>
                  <a:lnTo>
                    <a:pt x="116" y="56"/>
                  </a:lnTo>
                  <a:lnTo>
                    <a:pt x="120" y="58"/>
                  </a:lnTo>
                  <a:lnTo>
                    <a:pt x="122" y="58"/>
                  </a:lnTo>
                  <a:lnTo>
                    <a:pt x="122" y="62"/>
                  </a:lnTo>
                  <a:lnTo>
                    <a:pt x="120" y="68"/>
                  </a:lnTo>
                  <a:lnTo>
                    <a:pt x="122" y="72"/>
                  </a:lnTo>
                  <a:lnTo>
                    <a:pt x="120" y="74"/>
                  </a:lnTo>
                  <a:lnTo>
                    <a:pt x="122" y="80"/>
                  </a:lnTo>
                  <a:lnTo>
                    <a:pt x="126" y="82"/>
                  </a:lnTo>
                  <a:lnTo>
                    <a:pt x="132" y="86"/>
                  </a:lnTo>
                  <a:lnTo>
                    <a:pt x="138" y="86"/>
                  </a:lnTo>
                  <a:lnTo>
                    <a:pt x="142" y="90"/>
                  </a:lnTo>
                  <a:lnTo>
                    <a:pt x="146" y="94"/>
                  </a:lnTo>
                  <a:lnTo>
                    <a:pt x="138" y="98"/>
                  </a:lnTo>
                  <a:lnTo>
                    <a:pt x="134" y="106"/>
                  </a:lnTo>
                  <a:lnTo>
                    <a:pt x="136" y="112"/>
                  </a:lnTo>
                  <a:lnTo>
                    <a:pt x="142" y="114"/>
                  </a:lnTo>
                  <a:lnTo>
                    <a:pt x="144" y="120"/>
                  </a:lnTo>
                  <a:lnTo>
                    <a:pt x="150" y="122"/>
                  </a:lnTo>
                  <a:lnTo>
                    <a:pt x="156" y="124"/>
                  </a:lnTo>
                  <a:lnTo>
                    <a:pt x="164" y="128"/>
                  </a:lnTo>
                  <a:lnTo>
                    <a:pt x="170" y="128"/>
                  </a:lnTo>
                  <a:lnTo>
                    <a:pt x="176" y="132"/>
                  </a:lnTo>
                  <a:lnTo>
                    <a:pt x="178" y="136"/>
                  </a:lnTo>
                  <a:lnTo>
                    <a:pt x="184" y="136"/>
                  </a:lnTo>
                  <a:lnTo>
                    <a:pt x="188" y="142"/>
                  </a:lnTo>
                  <a:lnTo>
                    <a:pt x="198" y="142"/>
                  </a:lnTo>
                  <a:lnTo>
                    <a:pt x="208" y="146"/>
                  </a:lnTo>
                  <a:lnTo>
                    <a:pt x="214" y="148"/>
                  </a:lnTo>
                  <a:lnTo>
                    <a:pt x="220" y="148"/>
                  </a:lnTo>
                  <a:lnTo>
                    <a:pt x="224" y="148"/>
                  </a:lnTo>
                  <a:lnTo>
                    <a:pt x="226" y="144"/>
                  </a:lnTo>
                  <a:lnTo>
                    <a:pt x="228" y="142"/>
                  </a:lnTo>
                  <a:lnTo>
                    <a:pt x="224" y="138"/>
                  </a:lnTo>
                  <a:lnTo>
                    <a:pt x="226" y="134"/>
                  </a:lnTo>
                  <a:lnTo>
                    <a:pt x="226" y="128"/>
                  </a:lnTo>
                  <a:lnTo>
                    <a:pt x="230" y="126"/>
                  </a:lnTo>
                  <a:lnTo>
                    <a:pt x="234" y="126"/>
                  </a:lnTo>
                  <a:lnTo>
                    <a:pt x="238" y="132"/>
                  </a:lnTo>
                  <a:lnTo>
                    <a:pt x="238" y="134"/>
                  </a:lnTo>
                  <a:lnTo>
                    <a:pt x="244" y="140"/>
                  </a:lnTo>
                  <a:lnTo>
                    <a:pt x="248" y="138"/>
                  </a:lnTo>
                  <a:lnTo>
                    <a:pt x="254" y="138"/>
                  </a:lnTo>
                  <a:lnTo>
                    <a:pt x="260" y="140"/>
                  </a:lnTo>
                  <a:lnTo>
                    <a:pt x="270" y="138"/>
                  </a:lnTo>
                  <a:lnTo>
                    <a:pt x="274" y="138"/>
                  </a:lnTo>
                  <a:lnTo>
                    <a:pt x="274" y="132"/>
                  </a:lnTo>
                  <a:lnTo>
                    <a:pt x="272" y="124"/>
                  </a:lnTo>
                  <a:lnTo>
                    <a:pt x="278" y="122"/>
                  </a:lnTo>
                  <a:lnTo>
                    <a:pt x="284" y="120"/>
                  </a:lnTo>
                  <a:lnTo>
                    <a:pt x="288" y="116"/>
                  </a:lnTo>
                  <a:lnTo>
                    <a:pt x="294" y="116"/>
                  </a:lnTo>
                  <a:lnTo>
                    <a:pt x="298" y="116"/>
                  </a:lnTo>
                  <a:lnTo>
                    <a:pt x="302" y="114"/>
                  </a:lnTo>
                  <a:lnTo>
                    <a:pt x="306" y="114"/>
                  </a:lnTo>
                  <a:lnTo>
                    <a:pt x="312" y="116"/>
                  </a:lnTo>
                  <a:lnTo>
                    <a:pt x="312" y="122"/>
                  </a:lnTo>
                  <a:lnTo>
                    <a:pt x="314" y="126"/>
                  </a:lnTo>
                  <a:lnTo>
                    <a:pt x="318" y="124"/>
                  </a:lnTo>
                  <a:lnTo>
                    <a:pt x="322" y="126"/>
                  </a:lnTo>
                  <a:lnTo>
                    <a:pt x="326" y="126"/>
                  </a:lnTo>
                  <a:lnTo>
                    <a:pt x="330" y="128"/>
                  </a:lnTo>
                  <a:lnTo>
                    <a:pt x="332" y="132"/>
                  </a:lnTo>
                  <a:lnTo>
                    <a:pt x="332" y="136"/>
                  </a:lnTo>
                  <a:lnTo>
                    <a:pt x="332" y="142"/>
                  </a:lnTo>
                  <a:lnTo>
                    <a:pt x="328" y="150"/>
                  </a:lnTo>
                  <a:lnTo>
                    <a:pt x="324" y="148"/>
                  </a:lnTo>
                  <a:lnTo>
                    <a:pt x="318" y="150"/>
                  </a:lnTo>
                  <a:lnTo>
                    <a:pt x="314" y="158"/>
                  </a:lnTo>
                  <a:lnTo>
                    <a:pt x="314" y="160"/>
                  </a:lnTo>
                  <a:lnTo>
                    <a:pt x="308" y="166"/>
                  </a:lnTo>
                  <a:lnTo>
                    <a:pt x="306" y="170"/>
                  </a:lnTo>
                  <a:lnTo>
                    <a:pt x="300" y="172"/>
                  </a:lnTo>
                  <a:lnTo>
                    <a:pt x="298" y="174"/>
                  </a:lnTo>
                  <a:lnTo>
                    <a:pt x="302" y="176"/>
                  </a:lnTo>
                  <a:lnTo>
                    <a:pt x="302" y="180"/>
                  </a:lnTo>
                  <a:lnTo>
                    <a:pt x="298" y="186"/>
                  </a:lnTo>
                  <a:lnTo>
                    <a:pt x="296" y="194"/>
                  </a:lnTo>
                  <a:lnTo>
                    <a:pt x="288" y="188"/>
                  </a:lnTo>
                  <a:lnTo>
                    <a:pt x="288" y="200"/>
                  </a:lnTo>
                  <a:lnTo>
                    <a:pt x="290" y="204"/>
                  </a:lnTo>
                  <a:lnTo>
                    <a:pt x="290" y="210"/>
                  </a:lnTo>
                  <a:lnTo>
                    <a:pt x="290" y="214"/>
                  </a:lnTo>
                  <a:lnTo>
                    <a:pt x="288" y="216"/>
                  </a:lnTo>
                  <a:lnTo>
                    <a:pt x="286" y="220"/>
                  </a:lnTo>
                  <a:lnTo>
                    <a:pt x="282" y="216"/>
                  </a:lnTo>
                  <a:lnTo>
                    <a:pt x="280" y="218"/>
                  </a:lnTo>
                  <a:lnTo>
                    <a:pt x="278" y="212"/>
                  </a:lnTo>
                  <a:lnTo>
                    <a:pt x="278" y="206"/>
                  </a:lnTo>
                  <a:lnTo>
                    <a:pt x="274" y="198"/>
                  </a:lnTo>
                  <a:lnTo>
                    <a:pt x="272" y="204"/>
                  </a:lnTo>
                  <a:lnTo>
                    <a:pt x="266" y="204"/>
                  </a:lnTo>
                  <a:lnTo>
                    <a:pt x="266" y="200"/>
                  </a:lnTo>
                  <a:lnTo>
                    <a:pt x="268" y="190"/>
                  </a:lnTo>
                  <a:lnTo>
                    <a:pt x="270" y="186"/>
                  </a:lnTo>
                  <a:lnTo>
                    <a:pt x="272" y="182"/>
                  </a:lnTo>
                  <a:lnTo>
                    <a:pt x="274" y="180"/>
                  </a:lnTo>
                  <a:lnTo>
                    <a:pt x="272" y="174"/>
                  </a:lnTo>
                  <a:lnTo>
                    <a:pt x="278" y="170"/>
                  </a:lnTo>
                  <a:lnTo>
                    <a:pt x="270" y="170"/>
                  </a:lnTo>
                  <a:lnTo>
                    <a:pt x="264" y="172"/>
                  </a:lnTo>
                  <a:lnTo>
                    <a:pt x="258" y="172"/>
                  </a:lnTo>
                  <a:lnTo>
                    <a:pt x="250" y="172"/>
                  </a:lnTo>
                  <a:lnTo>
                    <a:pt x="246" y="172"/>
                  </a:lnTo>
                  <a:lnTo>
                    <a:pt x="244" y="162"/>
                  </a:lnTo>
                  <a:lnTo>
                    <a:pt x="246" y="156"/>
                  </a:lnTo>
                  <a:lnTo>
                    <a:pt x="242" y="154"/>
                  </a:lnTo>
                  <a:lnTo>
                    <a:pt x="236" y="154"/>
                  </a:lnTo>
                  <a:lnTo>
                    <a:pt x="230" y="150"/>
                  </a:lnTo>
                  <a:lnTo>
                    <a:pt x="226" y="154"/>
                  </a:lnTo>
                  <a:lnTo>
                    <a:pt x="232" y="160"/>
                  </a:lnTo>
                  <a:lnTo>
                    <a:pt x="230" y="166"/>
                  </a:lnTo>
                  <a:lnTo>
                    <a:pt x="224" y="168"/>
                  </a:lnTo>
                  <a:lnTo>
                    <a:pt x="220" y="170"/>
                  </a:lnTo>
                  <a:lnTo>
                    <a:pt x="222" y="178"/>
                  </a:lnTo>
                  <a:lnTo>
                    <a:pt x="222" y="182"/>
                  </a:lnTo>
                  <a:lnTo>
                    <a:pt x="230" y="186"/>
                  </a:lnTo>
                  <a:lnTo>
                    <a:pt x="232" y="190"/>
                  </a:lnTo>
                  <a:lnTo>
                    <a:pt x="230" y="198"/>
                  </a:lnTo>
                  <a:lnTo>
                    <a:pt x="234" y="202"/>
                  </a:lnTo>
                  <a:lnTo>
                    <a:pt x="234" y="210"/>
                  </a:lnTo>
                  <a:lnTo>
                    <a:pt x="232" y="214"/>
                  </a:lnTo>
                  <a:lnTo>
                    <a:pt x="232" y="22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2" name="Google Shape;372;p60"/>
            <p:cNvSpPr/>
            <p:nvPr/>
          </p:nvSpPr>
          <p:spPr>
            <a:xfrm>
              <a:off x="7272672" y="3056672"/>
              <a:ext cx="195044" cy="84232"/>
            </a:xfrm>
            <a:custGeom>
              <a:rect b="b" l="l" r="r" t="t"/>
              <a:pathLst>
                <a:path extrusionOk="0" h="60" w="118">
                  <a:moveTo>
                    <a:pt x="88" y="2"/>
                  </a:moveTo>
                  <a:lnTo>
                    <a:pt x="88" y="2"/>
                  </a:lnTo>
                  <a:lnTo>
                    <a:pt x="88" y="8"/>
                  </a:lnTo>
                  <a:lnTo>
                    <a:pt x="82" y="8"/>
                  </a:lnTo>
                  <a:lnTo>
                    <a:pt x="78" y="6"/>
                  </a:lnTo>
                  <a:lnTo>
                    <a:pt x="78" y="10"/>
                  </a:lnTo>
                  <a:lnTo>
                    <a:pt x="72" y="12"/>
                  </a:lnTo>
                  <a:lnTo>
                    <a:pt x="70" y="10"/>
                  </a:lnTo>
                  <a:lnTo>
                    <a:pt x="66" y="8"/>
                  </a:lnTo>
                  <a:lnTo>
                    <a:pt x="68" y="16"/>
                  </a:lnTo>
                  <a:lnTo>
                    <a:pt x="62" y="14"/>
                  </a:lnTo>
                  <a:lnTo>
                    <a:pt x="60" y="6"/>
                  </a:lnTo>
                  <a:lnTo>
                    <a:pt x="60" y="8"/>
                  </a:lnTo>
                  <a:lnTo>
                    <a:pt x="56" y="8"/>
                  </a:lnTo>
                  <a:lnTo>
                    <a:pt x="54" y="8"/>
                  </a:lnTo>
                  <a:lnTo>
                    <a:pt x="54" y="10"/>
                  </a:lnTo>
                  <a:lnTo>
                    <a:pt x="52" y="12"/>
                  </a:lnTo>
                  <a:lnTo>
                    <a:pt x="52" y="16"/>
                  </a:lnTo>
                  <a:lnTo>
                    <a:pt x="48" y="16"/>
                  </a:lnTo>
                  <a:lnTo>
                    <a:pt x="48" y="12"/>
                  </a:lnTo>
                  <a:lnTo>
                    <a:pt x="46" y="8"/>
                  </a:lnTo>
                  <a:lnTo>
                    <a:pt x="44" y="8"/>
                  </a:lnTo>
                  <a:lnTo>
                    <a:pt x="44" y="14"/>
                  </a:lnTo>
                  <a:lnTo>
                    <a:pt x="44" y="20"/>
                  </a:lnTo>
                  <a:lnTo>
                    <a:pt x="36" y="20"/>
                  </a:lnTo>
                  <a:lnTo>
                    <a:pt x="38" y="22"/>
                  </a:lnTo>
                  <a:lnTo>
                    <a:pt x="36" y="24"/>
                  </a:lnTo>
                  <a:lnTo>
                    <a:pt x="32" y="26"/>
                  </a:lnTo>
                  <a:lnTo>
                    <a:pt x="32" y="22"/>
                  </a:lnTo>
                  <a:lnTo>
                    <a:pt x="32" y="20"/>
                  </a:lnTo>
                  <a:lnTo>
                    <a:pt x="32" y="18"/>
                  </a:lnTo>
                  <a:lnTo>
                    <a:pt x="32" y="12"/>
                  </a:lnTo>
                  <a:lnTo>
                    <a:pt x="30" y="12"/>
                  </a:lnTo>
                  <a:lnTo>
                    <a:pt x="26" y="6"/>
                  </a:lnTo>
                  <a:lnTo>
                    <a:pt x="18" y="6"/>
                  </a:lnTo>
                  <a:lnTo>
                    <a:pt x="24" y="12"/>
                  </a:lnTo>
                  <a:lnTo>
                    <a:pt x="24" y="14"/>
                  </a:lnTo>
                  <a:lnTo>
                    <a:pt x="24" y="16"/>
                  </a:lnTo>
                  <a:lnTo>
                    <a:pt x="22" y="16"/>
                  </a:lnTo>
                  <a:lnTo>
                    <a:pt x="18" y="12"/>
                  </a:lnTo>
                  <a:lnTo>
                    <a:pt x="14" y="12"/>
                  </a:lnTo>
                  <a:lnTo>
                    <a:pt x="12" y="14"/>
                  </a:lnTo>
                  <a:lnTo>
                    <a:pt x="10" y="14"/>
                  </a:lnTo>
                  <a:lnTo>
                    <a:pt x="12" y="18"/>
                  </a:lnTo>
                  <a:lnTo>
                    <a:pt x="8" y="20"/>
                  </a:lnTo>
                  <a:lnTo>
                    <a:pt x="4" y="20"/>
                  </a:lnTo>
                  <a:lnTo>
                    <a:pt x="2" y="22"/>
                  </a:lnTo>
                  <a:lnTo>
                    <a:pt x="0" y="24"/>
                  </a:lnTo>
                  <a:lnTo>
                    <a:pt x="4" y="26"/>
                  </a:lnTo>
                  <a:lnTo>
                    <a:pt x="8" y="26"/>
                  </a:lnTo>
                  <a:lnTo>
                    <a:pt x="14" y="22"/>
                  </a:lnTo>
                  <a:lnTo>
                    <a:pt x="18" y="18"/>
                  </a:lnTo>
                  <a:lnTo>
                    <a:pt x="22" y="20"/>
                  </a:lnTo>
                  <a:lnTo>
                    <a:pt x="20" y="22"/>
                  </a:lnTo>
                  <a:lnTo>
                    <a:pt x="20" y="26"/>
                  </a:lnTo>
                  <a:lnTo>
                    <a:pt x="20" y="28"/>
                  </a:lnTo>
                  <a:lnTo>
                    <a:pt x="24" y="30"/>
                  </a:lnTo>
                  <a:lnTo>
                    <a:pt x="14" y="30"/>
                  </a:lnTo>
                  <a:lnTo>
                    <a:pt x="12" y="32"/>
                  </a:lnTo>
                  <a:lnTo>
                    <a:pt x="4" y="34"/>
                  </a:lnTo>
                  <a:lnTo>
                    <a:pt x="4" y="38"/>
                  </a:lnTo>
                  <a:lnTo>
                    <a:pt x="12" y="36"/>
                  </a:lnTo>
                  <a:lnTo>
                    <a:pt x="16" y="36"/>
                  </a:lnTo>
                  <a:lnTo>
                    <a:pt x="20" y="36"/>
                  </a:lnTo>
                  <a:lnTo>
                    <a:pt x="26" y="40"/>
                  </a:lnTo>
                  <a:lnTo>
                    <a:pt x="30" y="46"/>
                  </a:lnTo>
                  <a:lnTo>
                    <a:pt x="18" y="48"/>
                  </a:lnTo>
                  <a:lnTo>
                    <a:pt x="20" y="54"/>
                  </a:lnTo>
                  <a:lnTo>
                    <a:pt x="24" y="52"/>
                  </a:lnTo>
                  <a:lnTo>
                    <a:pt x="28" y="52"/>
                  </a:lnTo>
                  <a:lnTo>
                    <a:pt x="30" y="50"/>
                  </a:lnTo>
                  <a:lnTo>
                    <a:pt x="34" y="50"/>
                  </a:lnTo>
                  <a:lnTo>
                    <a:pt x="46" y="54"/>
                  </a:lnTo>
                  <a:lnTo>
                    <a:pt x="46" y="56"/>
                  </a:lnTo>
                  <a:lnTo>
                    <a:pt x="46" y="58"/>
                  </a:lnTo>
                  <a:lnTo>
                    <a:pt x="44" y="60"/>
                  </a:lnTo>
                  <a:lnTo>
                    <a:pt x="68" y="60"/>
                  </a:lnTo>
                  <a:lnTo>
                    <a:pt x="70" y="58"/>
                  </a:lnTo>
                  <a:lnTo>
                    <a:pt x="72" y="56"/>
                  </a:lnTo>
                  <a:lnTo>
                    <a:pt x="70" y="56"/>
                  </a:lnTo>
                  <a:lnTo>
                    <a:pt x="68" y="50"/>
                  </a:lnTo>
                  <a:lnTo>
                    <a:pt x="72" y="52"/>
                  </a:lnTo>
                  <a:lnTo>
                    <a:pt x="78" y="54"/>
                  </a:lnTo>
                  <a:lnTo>
                    <a:pt x="80" y="52"/>
                  </a:lnTo>
                  <a:lnTo>
                    <a:pt x="84" y="50"/>
                  </a:lnTo>
                  <a:lnTo>
                    <a:pt x="84" y="52"/>
                  </a:lnTo>
                  <a:lnTo>
                    <a:pt x="86" y="52"/>
                  </a:lnTo>
                  <a:lnTo>
                    <a:pt x="92" y="48"/>
                  </a:lnTo>
                  <a:lnTo>
                    <a:pt x="96" y="46"/>
                  </a:lnTo>
                  <a:lnTo>
                    <a:pt x="100" y="46"/>
                  </a:lnTo>
                  <a:lnTo>
                    <a:pt x="108" y="38"/>
                  </a:lnTo>
                  <a:lnTo>
                    <a:pt x="114" y="32"/>
                  </a:lnTo>
                  <a:lnTo>
                    <a:pt x="112" y="32"/>
                  </a:lnTo>
                  <a:lnTo>
                    <a:pt x="114" y="32"/>
                  </a:lnTo>
                  <a:lnTo>
                    <a:pt x="114" y="34"/>
                  </a:lnTo>
                  <a:lnTo>
                    <a:pt x="116" y="34"/>
                  </a:lnTo>
                  <a:lnTo>
                    <a:pt x="118" y="32"/>
                  </a:lnTo>
                  <a:lnTo>
                    <a:pt x="116" y="20"/>
                  </a:lnTo>
                  <a:lnTo>
                    <a:pt x="112" y="18"/>
                  </a:lnTo>
                  <a:lnTo>
                    <a:pt x="110" y="18"/>
                  </a:lnTo>
                  <a:lnTo>
                    <a:pt x="106" y="20"/>
                  </a:lnTo>
                  <a:lnTo>
                    <a:pt x="104" y="20"/>
                  </a:lnTo>
                  <a:lnTo>
                    <a:pt x="104" y="18"/>
                  </a:lnTo>
                  <a:lnTo>
                    <a:pt x="106" y="16"/>
                  </a:lnTo>
                  <a:lnTo>
                    <a:pt x="106" y="14"/>
                  </a:lnTo>
                  <a:lnTo>
                    <a:pt x="106" y="12"/>
                  </a:lnTo>
                  <a:lnTo>
                    <a:pt x="102" y="10"/>
                  </a:lnTo>
                  <a:lnTo>
                    <a:pt x="108" y="6"/>
                  </a:lnTo>
                  <a:lnTo>
                    <a:pt x="108" y="4"/>
                  </a:lnTo>
                  <a:lnTo>
                    <a:pt x="100" y="6"/>
                  </a:lnTo>
                  <a:lnTo>
                    <a:pt x="102" y="8"/>
                  </a:lnTo>
                  <a:lnTo>
                    <a:pt x="100" y="8"/>
                  </a:lnTo>
                  <a:lnTo>
                    <a:pt x="96" y="6"/>
                  </a:lnTo>
                  <a:lnTo>
                    <a:pt x="96" y="4"/>
                  </a:lnTo>
                  <a:lnTo>
                    <a:pt x="94" y="2"/>
                  </a:lnTo>
                  <a:lnTo>
                    <a:pt x="88" y="2"/>
                  </a:lnTo>
                  <a:close/>
                  <a:moveTo>
                    <a:pt x="14" y="0"/>
                  </a:moveTo>
                  <a:lnTo>
                    <a:pt x="14" y="4"/>
                  </a:lnTo>
                  <a:lnTo>
                    <a:pt x="24" y="4"/>
                  </a:lnTo>
                  <a:lnTo>
                    <a:pt x="22" y="0"/>
                  </a:lnTo>
                  <a:lnTo>
                    <a:pt x="1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3" name="Google Shape;373;p60"/>
            <p:cNvSpPr/>
            <p:nvPr/>
          </p:nvSpPr>
          <p:spPr>
            <a:xfrm>
              <a:off x="8025585" y="3529804"/>
              <a:ext cx="134224" cy="78855"/>
            </a:xfrm>
            <a:custGeom>
              <a:rect b="b" l="l" r="r" t="t"/>
              <a:pathLst>
                <a:path extrusionOk="0" h="56" w="82">
                  <a:moveTo>
                    <a:pt x="56" y="48"/>
                  </a:moveTo>
                  <a:lnTo>
                    <a:pt x="56" y="48"/>
                  </a:lnTo>
                  <a:lnTo>
                    <a:pt x="60" y="48"/>
                  </a:lnTo>
                  <a:lnTo>
                    <a:pt x="62" y="46"/>
                  </a:lnTo>
                  <a:lnTo>
                    <a:pt x="64" y="44"/>
                  </a:lnTo>
                  <a:lnTo>
                    <a:pt x="68" y="40"/>
                  </a:lnTo>
                  <a:lnTo>
                    <a:pt x="70" y="36"/>
                  </a:lnTo>
                  <a:lnTo>
                    <a:pt x="70" y="30"/>
                  </a:lnTo>
                  <a:lnTo>
                    <a:pt x="70" y="24"/>
                  </a:lnTo>
                  <a:lnTo>
                    <a:pt x="72" y="20"/>
                  </a:lnTo>
                  <a:lnTo>
                    <a:pt x="78" y="18"/>
                  </a:lnTo>
                  <a:lnTo>
                    <a:pt x="80" y="14"/>
                  </a:lnTo>
                  <a:lnTo>
                    <a:pt x="82" y="4"/>
                  </a:lnTo>
                  <a:lnTo>
                    <a:pt x="80" y="4"/>
                  </a:lnTo>
                  <a:lnTo>
                    <a:pt x="76" y="2"/>
                  </a:lnTo>
                  <a:lnTo>
                    <a:pt x="72" y="0"/>
                  </a:lnTo>
                  <a:lnTo>
                    <a:pt x="68" y="2"/>
                  </a:lnTo>
                  <a:lnTo>
                    <a:pt x="62" y="2"/>
                  </a:lnTo>
                  <a:lnTo>
                    <a:pt x="58" y="2"/>
                  </a:lnTo>
                  <a:lnTo>
                    <a:pt x="54" y="4"/>
                  </a:lnTo>
                  <a:lnTo>
                    <a:pt x="52" y="6"/>
                  </a:lnTo>
                  <a:lnTo>
                    <a:pt x="48" y="4"/>
                  </a:lnTo>
                  <a:lnTo>
                    <a:pt x="46" y="4"/>
                  </a:lnTo>
                  <a:lnTo>
                    <a:pt x="40" y="6"/>
                  </a:lnTo>
                  <a:lnTo>
                    <a:pt x="34" y="6"/>
                  </a:lnTo>
                  <a:lnTo>
                    <a:pt x="32" y="6"/>
                  </a:lnTo>
                  <a:lnTo>
                    <a:pt x="34" y="10"/>
                  </a:lnTo>
                  <a:lnTo>
                    <a:pt x="34" y="12"/>
                  </a:lnTo>
                  <a:lnTo>
                    <a:pt x="28" y="10"/>
                  </a:lnTo>
                  <a:lnTo>
                    <a:pt x="22" y="10"/>
                  </a:lnTo>
                  <a:lnTo>
                    <a:pt x="18" y="10"/>
                  </a:lnTo>
                  <a:lnTo>
                    <a:pt x="12" y="8"/>
                  </a:lnTo>
                  <a:lnTo>
                    <a:pt x="10" y="6"/>
                  </a:lnTo>
                  <a:lnTo>
                    <a:pt x="8" y="6"/>
                  </a:lnTo>
                  <a:lnTo>
                    <a:pt x="8" y="8"/>
                  </a:lnTo>
                  <a:lnTo>
                    <a:pt x="8" y="10"/>
                  </a:lnTo>
                  <a:lnTo>
                    <a:pt x="8" y="14"/>
                  </a:lnTo>
                  <a:lnTo>
                    <a:pt x="6" y="18"/>
                  </a:lnTo>
                  <a:lnTo>
                    <a:pt x="4" y="18"/>
                  </a:lnTo>
                  <a:lnTo>
                    <a:pt x="2" y="18"/>
                  </a:lnTo>
                  <a:lnTo>
                    <a:pt x="0" y="22"/>
                  </a:lnTo>
                  <a:lnTo>
                    <a:pt x="2" y="22"/>
                  </a:lnTo>
                  <a:lnTo>
                    <a:pt x="4" y="26"/>
                  </a:lnTo>
                  <a:lnTo>
                    <a:pt x="4" y="28"/>
                  </a:lnTo>
                  <a:lnTo>
                    <a:pt x="2" y="30"/>
                  </a:lnTo>
                  <a:lnTo>
                    <a:pt x="6" y="32"/>
                  </a:lnTo>
                  <a:lnTo>
                    <a:pt x="8" y="34"/>
                  </a:lnTo>
                  <a:lnTo>
                    <a:pt x="10" y="38"/>
                  </a:lnTo>
                  <a:lnTo>
                    <a:pt x="12" y="42"/>
                  </a:lnTo>
                  <a:lnTo>
                    <a:pt x="18" y="48"/>
                  </a:lnTo>
                  <a:lnTo>
                    <a:pt x="28" y="54"/>
                  </a:lnTo>
                  <a:lnTo>
                    <a:pt x="32" y="56"/>
                  </a:lnTo>
                  <a:lnTo>
                    <a:pt x="36" y="54"/>
                  </a:lnTo>
                  <a:lnTo>
                    <a:pt x="38" y="54"/>
                  </a:lnTo>
                  <a:lnTo>
                    <a:pt x="40" y="52"/>
                  </a:lnTo>
                  <a:lnTo>
                    <a:pt x="42" y="50"/>
                  </a:lnTo>
                  <a:lnTo>
                    <a:pt x="46" y="48"/>
                  </a:lnTo>
                  <a:lnTo>
                    <a:pt x="50" y="48"/>
                  </a:lnTo>
                  <a:lnTo>
                    <a:pt x="56" y="4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4" name="Google Shape;374;p60"/>
            <p:cNvSpPr/>
            <p:nvPr/>
          </p:nvSpPr>
          <p:spPr>
            <a:xfrm>
              <a:off x="6054169" y="4228750"/>
              <a:ext cx="115349" cy="57349"/>
            </a:xfrm>
            <a:custGeom>
              <a:rect b="b" l="l" r="r" t="t"/>
              <a:pathLst>
                <a:path extrusionOk="0" h="40" w="70">
                  <a:moveTo>
                    <a:pt x="70" y="14"/>
                  </a:moveTo>
                  <a:lnTo>
                    <a:pt x="70" y="14"/>
                  </a:lnTo>
                  <a:lnTo>
                    <a:pt x="62" y="12"/>
                  </a:lnTo>
                  <a:lnTo>
                    <a:pt x="60" y="8"/>
                  </a:lnTo>
                  <a:lnTo>
                    <a:pt x="58" y="4"/>
                  </a:lnTo>
                  <a:lnTo>
                    <a:pt x="42" y="0"/>
                  </a:lnTo>
                  <a:lnTo>
                    <a:pt x="34" y="2"/>
                  </a:lnTo>
                  <a:lnTo>
                    <a:pt x="28" y="6"/>
                  </a:lnTo>
                  <a:lnTo>
                    <a:pt x="10" y="4"/>
                  </a:lnTo>
                  <a:lnTo>
                    <a:pt x="10" y="6"/>
                  </a:lnTo>
                  <a:lnTo>
                    <a:pt x="6" y="8"/>
                  </a:lnTo>
                  <a:lnTo>
                    <a:pt x="2" y="8"/>
                  </a:lnTo>
                  <a:lnTo>
                    <a:pt x="2" y="12"/>
                  </a:lnTo>
                  <a:lnTo>
                    <a:pt x="0" y="16"/>
                  </a:lnTo>
                  <a:lnTo>
                    <a:pt x="0" y="20"/>
                  </a:lnTo>
                  <a:lnTo>
                    <a:pt x="4" y="20"/>
                  </a:lnTo>
                  <a:lnTo>
                    <a:pt x="10" y="22"/>
                  </a:lnTo>
                  <a:lnTo>
                    <a:pt x="12" y="24"/>
                  </a:lnTo>
                  <a:lnTo>
                    <a:pt x="16" y="26"/>
                  </a:lnTo>
                  <a:lnTo>
                    <a:pt x="20" y="28"/>
                  </a:lnTo>
                  <a:lnTo>
                    <a:pt x="22" y="28"/>
                  </a:lnTo>
                  <a:lnTo>
                    <a:pt x="22" y="36"/>
                  </a:lnTo>
                  <a:lnTo>
                    <a:pt x="24" y="36"/>
                  </a:lnTo>
                  <a:lnTo>
                    <a:pt x="24" y="40"/>
                  </a:lnTo>
                  <a:lnTo>
                    <a:pt x="26" y="40"/>
                  </a:lnTo>
                  <a:lnTo>
                    <a:pt x="28" y="38"/>
                  </a:lnTo>
                  <a:lnTo>
                    <a:pt x="28" y="32"/>
                  </a:lnTo>
                  <a:lnTo>
                    <a:pt x="28" y="28"/>
                  </a:lnTo>
                  <a:lnTo>
                    <a:pt x="36" y="24"/>
                  </a:lnTo>
                  <a:lnTo>
                    <a:pt x="40" y="24"/>
                  </a:lnTo>
                  <a:lnTo>
                    <a:pt x="42" y="26"/>
                  </a:lnTo>
                  <a:lnTo>
                    <a:pt x="46" y="26"/>
                  </a:lnTo>
                  <a:lnTo>
                    <a:pt x="48" y="26"/>
                  </a:lnTo>
                  <a:lnTo>
                    <a:pt x="54" y="24"/>
                  </a:lnTo>
                  <a:lnTo>
                    <a:pt x="56" y="22"/>
                  </a:lnTo>
                  <a:lnTo>
                    <a:pt x="58" y="20"/>
                  </a:lnTo>
                  <a:lnTo>
                    <a:pt x="62" y="18"/>
                  </a:lnTo>
                  <a:lnTo>
                    <a:pt x="70" y="16"/>
                  </a:lnTo>
                  <a:lnTo>
                    <a:pt x="70" y="1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5" name="Google Shape;375;p60"/>
            <p:cNvSpPr/>
            <p:nvPr/>
          </p:nvSpPr>
          <p:spPr>
            <a:xfrm>
              <a:off x="4730803" y="4105090"/>
              <a:ext cx="6723786" cy="68102"/>
            </a:xfrm>
            <a:custGeom>
              <a:rect b="b" l="l" r="r" t="t"/>
              <a:pathLst>
                <a:path extrusionOk="0" h="48" w="4078">
                  <a:moveTo>
                    <a:pt x="4074" y="14"/>
                  </a:moveTo>
                  <a:lnTo>
                    <a:pt x="4074" y="14"/>
                  </a:lnTo>
                  <a:lnTo>
                    <a:pt x="4074" y="16"/>
                  </a:lnTo>
                  <a:lnTo>
                    <a:pt x="4076" y="18"/>
                  </a:lnTo>
                  <a:lnTo>
                    <a:pt x="4078" y="16"/>
                  </a:lnTo>
                  <a:lnTo>
                    <a:pt x="4076" y="14"/>
                  </a:lnTo>
                  <a:lnTo>
                    <a:pt x="4074" y="14"/>
                  </a:lnTo>
                  <a:close/>
                  <a:moveTo>
                    <a:pt x="50" y="34"/>
                  </a:moveTo>
                  <a:lnTo>
                    <a:pt x="50" y="34"/>
                  </a:lnTo>
                  <a:lnTo>
                    <a:pt x="48" y="36"/>
                  </a:lnTo>
                  <a:lnTo>
                    <a:pt x="46" y="38"/>
                  </a:lnTo>
                  <a:lnTo>
                    <a:pt x="46" y="40"/>
                  </a:lnTo>
                  <a:lnTo>
                    <a:pt x="46" y="44"/>
                  </a:lnTo>
                  <a:lnTo>
                    <a:pt x="48" y="46"/>
                  </a:lnTo>
                  <a:lnTo>
                    <a:pt x="50" y="48"/>
                  </a:lnTo>
                  <a:lnTo>
                    <a:pt x="50" y="46"/>
                  </a:lnTo>
                  <a:lnTo>
                    <a:pt x="58" y="40"/>
                  </a:lnTo>
                  <a:lnTo>
                    <a:pt x="56" y="38"/>
                  </a:lnTo>
                  <a:lnTo>
                    <a:pt x="54" y="34"/>
                  </a:lnTo>
                  <a:lnTo>
                    <a:pt x="50" y="34"/>
                  </a:lnTo>
                  <a:close/>
                  <a:moveTo>
                    <a:pt x="40" y="18"/>
                  </a:moveTo>
                  <a:lnTo>
                    <a:pt x="40" y="18"/>
                  </a:lnTo>
                  <a:lnTo>
                    <a:pt x="42" y="24"/>
                  </a:lnTo>
                  <a:lnTo>
                    <a:pt x="44" y="22"/>
                  </a:lnTo>
                  <a:lnTo>
                    <a:pt x="44" y="20"/>
                  </a:lnTo>
                  <a:lnTo>
                    <a:pt x="40" y="18"/>
                  </a:lnTo>
                  <a:close/>
                  <a:moveTo>
                    <a:pt x="22" y="6"/>
                  </a:moveTo>
                  <a:lnTo>
                    <a:pt x="22" y="6"/>
                  </a:lnTo>
                  <a:lnTo>
                    <a:pt x="20" y="8"/>
                  </a:lnTo>
                  <a:lnTo>
                    <a:pt x="20" y="10"/>
                  </a:lnTo>
                  <a:lnTo>
                    <a:pt x="24" y="12"/>
                  </a:lnTo>
                  <a:lnTo>
                    <a:pt x="26" y="12"/>
                  </a:lnTo>
                  <a:lnTo>
                    <a:pt x="26" y="10"/>
                  </a:lnTo>
                  <a:lnTo>
                    <a:pt x="22" y="6"/>
                  </a:lnTo>
                  <a:close/>
                  <a:moveTo>
                    <a:pt x="2" y="0"/>
                  </a:moveTo>
                  <a:lnTo>
                    <a:pt x="2" y="0"/>
                  </a:lnTo>
                  <a:lnTo>
                    <a:pt x="0" y="4"/>
                  </a:lnTo>
                  <a:lnTo>
                    <a:pt x="6" y="6"/>
                  </a:lnTo>
                  <a:lnTo>
                    <a:pt x="4" y="4"/>
                  </a:lnTo>
                  <a:lnTo>
                    <a:pt x="6" y="2"/>
                  </a:lnTo>
                  <a:lnTo>
                    <a:pt x="4"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6" name="Google Shape;376;p60"/>
            <p:cNvSpPr/>
            <p:nvPr/>
          </p:nvSpPr>
          <p:spPr>
            <a:xfrm>
              <a:off x="6331006" y="4155271"/>
              <a:ext cx="52431" cy="32259"/>
            </a:xfrm>
            <a:custGeom>
              <a:rect b="b" l="l" r="r" t="t"/>
              <a:pathLst>
                <a:path extrusionOk="0" h="22" w="32">
                  <a:moveTo>
                    <a:pt x="32" y="22"/>
                  </a:moveTo>
                  <a:lnTo>
                    <a:pt x="32" y="22"/>
                  </a:lnTo>
                  <a:lnTo>
                    <a:pt x="32" y="18"/>
                  </a:lnTo>
                  <a:lnTo>
                    <a:pt x="28" y="14"/>
                  </a:lnTo>
                  <a:lnTo>
                    <a:pt x="30" y="12"/>
                  </a:lnTo>
                  <a:lnTo>
                    <a:pt x="30" y="8"/>
                  </a:lnTo>
                  <a:lnTo>
                    <a:pt x="30" y="0"/>
                  </a:lnTo>
                  <a:lnTo>
                    <a:pt x="16" y="0"/>
                  </a:lnTo>
                  <a:lnTo>
                    <a:pt x="20" y="2"/>
                  </a:lnTo>
                  <a:lnTo>
                    <a:pt x="18" y="6"/>
                  </a:lnTo>
                  <a:lnTo>
                    <a:pt x="20" y="12"/>
                  </a:lnTo>
                  <a:lnTo>
                    <a:pt x="24" y="12"/>
                  </a:lnTo>
                  <a:lnTo>
                    <a:pt x="24" y="14"/>
                  </a:lnTo>
                  <a:lnTo>
                    <a:pt x="22" y="18"/>
                  </a:lnTo>
                  <a:lnTo>
                    <a:pt x="10" y="16"/>
                  </a:lnTo>
                  <a:lnTo>
                    <a:pt x="6" y="16"/>
                  </a:lnTo>
                  <a:lnTo>
                    <a:pt x="2" y="14"/>
                  </a:lnTo>
                  <a:lnTo>
                    <a:pt x="0" y="20"/>
                  </a:lnTo>
                  <a:lnTo>
                    <a:pt x="2" y="22"/>
                  </a:lnTo>
                  <a:lnTo>
                    <a:pt x="4" y="22"/>
                  </a:lnTo>
                  <a:lnTo>
                    <a:pt x="32" y="2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7" name="Google Shape;377;p60"/>
            <p:cNvSpPr/>
            <p:nvPr/>
          </p:nvSpPr>
          <p:spPr>
            <a:xfrm>
              <a:off x="6563801" y="4381084"/>
              <a:ext cx="90182" cy="152334"/>
            </a:xfrm>
            <a:custGeom>
              <a:rect b="b" l="l" r="r" t="t"/>
              <a:pathLst>
                <a:path extrusionOk="0" h="108" w="54">
                  <a:moveTo>
                    <a:pt x="54" y="36"/>
                  </a:moveTo>
                  <a:lnTo>
                    <a:pt x="54" y="36"/>
                  </a:lnTo>
                  <a:lnTo>
                    <a:pt x="54" y="30"/>
                  </a:lnTo>
                  <a:lnTo>
                    <a:pt x="54" y="28"/>
                  </a:lnTo>
                  <a:lnTo>
                    <a:pt x="54" y="26"/>
                  </a:lnTo>
                  <a:lnTo>
                    <a:pt x="50" y="26"/>
                  </a:lnTo>
                  <a:lnTo>
                    <a:pt x="48" y="26"/>
                  </a:lnTo>
                  <a:lnTo>
                    <a:pt x="44" y="20"/>
                  </a:lnTo>
                  <a:lnTo>
                    <a:pt x="40" y="22"/>
                  </a:lnTo>
                  <a:lnTo>
                    <a:pt x="38" y="22"/>
                  </a:lnTo>
                  <a:lnTo>
                    <a:pt x="38" y="30"/>
                  </a:lnTo>
                  <a:lnTo>
                    <a:pt x="36" y="30"/>
                  </a:lnTo>
                  <a:lnTo>
                    <a:pt x="34" y="28"/>
                  </a:lnTo>
                  <a:lnTo>
                    <a:pt x="32" y="30"/>
                  </a:lnTo>
                  <a:lnTo>
                    <a:pt x="36" y="20"/>
                  </a:lnTo>
                  <a:lnTo>
                    <a:pt x="38" y="10"/>
                  </a:lnTo>
                  <a:lnTo>
                    <a:pt x="34" y="10"/>
                  </a:lnTo>
                  <a:lnTo>
                    <a:pt x="32" y="10"/>
                  </a:lnTo>
                  <a:lnTo>
                    <a:pt x="32" y="6"/>
                  </a:lnTo>
                  <a:lnTo>
                    <a:pt x="26" y="6"/>
                  </a:lnTo>
                  <a:lnTo>
                    <a:pt x="26" y="2"/>
                  </a:lnTo>
                  <a:lnTo>
                    <a:pt x="24" y="0"/>
                  </a:lnTo>
                  <a:lnTo>
                    <a:pt x="20" y="0"/>
                  </a:lnTo>
                  <a:lnTo>
                    <a:pt x="20" y="4"/>
                  </a:lnTo>
                  <a:lnTo>
                    <a:pt x="18" y="6"/>
                  </a:lnTo>
                  <a:lnTo>
                    <a:pt x="12" y="8"/>
                  </a:lnTo>
                  <a:lnTo>
                    <a:pt x="8" y="10"/>
                  </a:lnTo>
                  <a:lnTo>
                    <a:pt x="8" y="12"/>
                  </a:lnTo>
                  <a:lnTo>
                    <a:pt x="10" y="14"/>
                  </a:lnTo>
                  <a:lnTo>
                    <a:pt x="12" y="16"/>
                  </a:lnTo>
                  <a:lnTo>
                    <a:pt x="12" y="20"/>
                  </a:lnTo>
                  <a:lnTo>
                    <a:pt x="14" y="20"/>
                  </a:lnTo>
                  <a:lnTo>
                    <a:pt x="16" y="20"/>
                  </a:lnTo>
                  <a:lnTo>
                    <a:pt x="16" y="22"/>
                  </a:lnTo>
                  <a:lnTo>
                    <a:pt x="14" y="24"/>
                  </a:lnTo>
                  <a:lnTo>
                    <a:pt x="12" y="26"/>
                  </a:lnTo>
                  <a:lnTo>
                    <a:pt x="6" y="26"/>
                  </a:lnTo>
                  <a:lnTo>
                    <a:pt x="4" y="26"/>
                  </a:lnTo>
                  <a:lnTo>
                    <a:pt x="4" y="28"/>
                  </a:lnTo>
                  <a:lnTo>
                    <a:pt x="6" y="32"/>
                  </a:lnTo>
                  <a:lnTo>
                    <a:pt x="0" y="34"/>
                  </a:lnTo>
                  <a:lnTo>
                    <a:pt x="10" y="48"/>
                  </a:lnTo>
                  <a:lnTo>
                    <a:pt x="14" y="50"/>
                  </a:lnTo>
                  <a:lnTo>
                    <a:pt x="20" y="50"/>
                  </a:lnTo>
                  <a:lnTo>
                    <a:pt x="22" y="52"/>
                  </a:lnTo>
                  <a:lnTo>
                    <a:pt x="22" y="54"/>
                  </a:lnTo>
                  <a:lnTo>
                    <a:pt x="18" y="58"/>
                  </a:lnTo>
                  <a:lnTo>
                    <a:pt x="24" y="60"/>
                  </a:lnTo>
                  <a:lnTo>
                    <a:pt x="26" y="60"/>
                  </a:lnTo>
                  <a:lnTo>
                    <a:pt x="24" y="62"/>
                  </a:lnTo>
                  <a:lnTo>
                    <a:pt x="24" y="64"/>
                  </a:lnTo>
                  <a:lnTo>
                    <a:pt x="24" y="66"/>
                  </a:lnTo>
                  <a:lnTo>
                    <a:pt x="26" y="68"/>
                  </a:lnTo>
                  <a:lnTo>
                    <a:pt x="24" y="70"/>
                  </a:lnTo>
                  <a:lnTo>
                    <a:pt x="18" y="74"/>
                  </a:lnTo>
                  <a:lnTo>
                    <a:pt x="18" y="82"/>
                  </a:lnTo>
                  <a:lnTo>
                    <a:pt x="18" y="92"/>
                  </a:lnTo>
                  <a:lnTo>
                    <a:pt x="18" y="94"/>
                  </a:lnTo>
                  <a:lnTo>
                    <a:pt x="18" y="96"/>
                  </a:lnTo>
                  <a:lnTo>
                    <a:pt x="20" y="100"/>
                  </a:lnTo>
                  <a:lnTo>
                    <a:pt x="24" y="102"/>
                  </a:lnTo>
                  <a:lnTo>
                    <a:pt x="26" y="104"/>
                  </a:lnTo>
                  <a:lnTo>
                    <a:pt x="28" y="106"/>
                  </a:lnTo>
                  <a:lnTo>
                    <a:pt x="30" y="108"/>
                  </a:lnTo>
                  <a:lnTo>
                    <a:pt x="34" y="106"/>
                  </a:lnTo>
                  <a:lnTo>
                    <a:pt x="34" y="104"/>
                  </a:lnTo>
                  <a:lnTo>
                    <a:pt x="36" y="104"/>
                  </a:lnTo>
                  <a:lnTo>
                    <a:pt x="38" y="104"/>
                  </a:lnTo>
                  <a:lnTo>
                    <a:pt x="38" y="102"/>
                  </a:lnTo>
                  <a:lnTo>
                    <a:pt x="38" y="100"/>
                  </a:lnTo>
                  <a:lnTo>
                    <a:pt x="40" y="100"/>
                  </a:lnTo>
                  <a:lnTo>
                    <a:pt x="42" y="98"/>
                  </a:lnTo>
                  <a:lnTo>
                    <a:pt x="44" y="98"/>
                  </a:lnTo>
                  <a:lnTo>
                    <a:pt x="48" y="98"/>
                  </a:lnTo>
                  <a:lnTo>
                    <a:pt x="50" y="98"/>
                  </a:lnTo>
                  <a:lnTo>
                    <a:pt x="48" y="92"/>
                  </a:lnTo>
                  <a:lnTo>
                    <a:pt x="46" y="82"/>
                  </a:lnTo>
                  <a:lnTo>
                    <a:pt x="48" y="78"/>
                  </a:lnTo>
                  <a:lnTo>
                    <a:pt x="46" y="74"/>
                  </a:lnTo>
                  <a:lnTo>
                    <a:pt x="44" y="72"/>
                  </a:lnTo>
                  <a:lnTo>
                    <a:pt x="44" y="64"/>
                  </a:lnTo>
                  <a:lnTo>
                    <a:pt x="44" y="58"/>
                  </a:lnTo>
                  <a:lnTo>
                    <a:pt x="42" y="56"/>
                  </a:lnTo>
                  <a:lnTo>
                    <a:pt x="44" y="56"/>
                  </a:lnTo>
                  <a:lnTo>
                    <a:pt x="46" y="52"/>
                  </a:lnTo>
                  <a:lnTo>
                    <a:pt x="50" y="50"/>
                  </a:lnTo>
                  <a:lnTo>
                    <a:pt x="50" y="42"/>
                  </a:lnTo>
                  <a:lnTo>
                    <a:pt x="54" y="3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8" name="Google Shape;378;p60"/>
            <p:cNvSpPr/>
            <p:nvPr/>
          </p:nvSpPr>
          <p:spPr>
            <a:xfrm>
              <a:off x="7408993" y="4293268"/>
              <a:ext cx="52431" cy="37636"/>
            </a:xfrm>
            <a:custGeom>
              <a:rect b="b" l="l" r="r" t="t"/>
              <a:pathLst>
                <a:path extrusionOk="0" h="26" w="32">
                  <a:moveTo>
                    <a:pt x="2" y="8"/>
                  </a:moveTo>
                  <a:lnTo>
                    <a:pt x="2" y="12"/>
                  </a:lnTo>
                  <a:lnTo>
                    <a:pt x="6" y="14"/>
                  </a:lnTo>
                  <a:lnTo>
                    <a:pt x="10" y="14"/>
                  </a:lnTo>
                  <a:lnTo>
                    <a:pt x="12" y="20"/>
                  </a:lnTo>
                  <a:lnTo>
                    <a:pt x="12" y="24"/>
                  </a:lnTo>
                  <a:lnTo>
                    <a:pt x="16" y="24"/>
                  </a:lnTo>
                  <a:lnTo>
                    <a:pt x="18" y="24"/>
                  </a:lnTo>
                  <a:lnTo>
                    <a:pt x="18" y="26"/>
                  </a:lnTo>
                  <a:lnTo>
                    <a:pt x="20" y="24"/>
                  </a:lnTo>
                  <a:lnTo>
                    <a:pt x="20" y="20"/>
                  </a:lnTo>
                  <a:lnTo>
                    <a:pt x="24" y="20"/>
                  </a:lnTo>
                  <a:lnTo>
                    <a:pt x="28" y="18"/>
                  </a:lnTo>
                  <a:lnTo>
                    <a:pt x="30" y="16"/>
                  </a:lnTo>
                  <a:lnTo>
                    <a:pt x="30" y="14"/>
                  </a:lnTo>
                  <a:lnTo>
                    <a:pt x="30" y="12"/>
                  </a:lnTo>
                  <a:lnTo>
                    <a:pt x="28" y="8"/>
                  </a:lnTo>
                  <a:lnTo>
                    <a:pt x="32" y="8"/>
                  </a:lnTo>
                  <a:lnTo>
                    <a:pt x="32" y="6"/>
                  </a:lnTo>
                  <a:lnTo>
                    <a:pt x="32" y="4"/>
                  </a:lnTo>
                  <a:lnTo>
                    <a:pt x="32" y="0"/>
                  </a:lnTo>
                  <a:lnTo>
                    <a:pt x="14" y="0"/>
                  </a:lnTo>
                  <a:lnTo>
                    <a:pt x="8" y="4"/>
                  </a:lnTo>
                  <a:lnTo>
                    <a:pt x="0" y="6"/>
                  </a:lnTo>
                  <a:lnTo>
                    <a:pt x="2"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79" name="Google Shape;379;p60"/>
            <p:cNvSpPr/>
            <p:nvPr/>
          </p:nvSpPr>
          <p:spPr>
            <a:xfrm>
              <a:off x="7438354" y="4293268"/>
              <a:ext cx="142613" cy="107530"/>
            </a:xfrm>
            <a:custGeom>
              <a:rect b="b" l="l" r="r" t="t"/>
              <a:pathLst>
                <a:path extrusionOk="0" h="76" w="86">
                  <a:moveTo>
                    <a:pt x="18" y="54"/>
                  </a:moveTo>
                  <a:lnTo>
                    <a:pt x="18" y="54"/>
                  </a:lnTo>
                  <a:lnTo>
                    <a:pt x="22" y="52"/>
                  </a:lnTo>
                  <a:lnTo>
                    <a:pt x="24" y="50"/>
                  </a:lnTo>
                  <a:lnTo>
                    <a:pt x="24" y="48"/>
                  </a:lnTo>
                  <a:lnTo>
                    <a:pt x="26" y="44"/>
                  </a:lnTo>
                  <a:lnTo>
                    <a:pt x="28" y="38"/>
                  </a:lnTo>
                  <a:lnTo>
                    <a:pt x="30" y="36"/>
                  </a:lnTo>
                  <a:lnTo>
                    <a:pt x="36" y="38"/>
                  </a:lnTo>
                  <a:lnTo>
                    <a:pt x="40" y="38"/>
                  </a:lnTo>
                  <a:lnTo>
                    <a:pt x="42" y="38"/>
                  </a:lnTo>
                  <a:lnTo>
                    <a:pt x="46" y="40"/>
                  </a:lnTo>
                  <a:lnTo>
                    <a:pt x="46" y="44"/>
                  </a:lnTo>
                  <a:lnTo>
                    <a:pt x="46" y="46"/>
                  </a:lnTo>
                  <a:lnTo>
                    <a:pt x="48" y="46"/>
                  </a:lnTo>
                  <a:lnTo>
                    <a:pt x="50" y="50"/>
                  </a:lnTo>
                  <a:lnTo>
                    <a:pt x="52" y="54"/>
                  </a:lnTo>
                  <a:lnTo>
                    <a:pt x="52" y="58"/>
                  </a:lnTo>
                  <a:lnTo>
                    <a:pt x="50" y="62"/>
                  </a:lnTo>
                  <a:lnTo>
                    <a:pt x="56" y="60"/>
                  </a:lnTo>
                  <a:lnTo>
                    <a:pt x="58" y="60"/>
                  </a:lnTo>
                  <a:lnTo>
                    <a:pt x="60" y="60"/>
                  </a:lnTo>
                  <a:lnTo>
                    <a:pt x="62" y="58"/>
                  </a:lnTo>
                  <a:lnTo>
                    <a:pt x="62" y="56"/>
                  </a:lnTo>
                  <a:lnTo>
                    <a:pt x="66" y="64"/>
                  </a:lnTo>
                  <a:lnTo>
                    <a:pt x="66" y="66"/>
                  </a:lnTo>
                  <a:lnTo>
                    <a:pt x="66" y="70"/>
                  </a:lnTo>
                  <a:lnTo>
                    <a:pt x="64" y="72"/>
                  </a:lnTo>
                  <a:lnTo>
                    <a:pt x="66" y="76"/>
                  </a:lnTo>
                  <a:lnTo>
                    <a:pt x="70" y="68"/>
                  </a:lnTo>
                  <a:lnTo>
                    <a:pt x="72" y="68"/>
                  </a:lnTo>
                  <a:lnTo>
                    <a:pt x="74" y="68"/>
                  </a:lnTo>
                  <a:lnTo>
                    <a:pt x="76" y="70"/>
                  </a:lnTo>
                  <a:lnTo>
                    <a:pt x="78" y="66"/>
                  </a:lnTo>
                  <a:lnTo>
                    <a:pt x="78" y="62"/>
                  </a:lnTo>
                  <a:lnTo>
                    <a:pt x="80" y="62"/>
                  </a:lnTo>
                  <a:lnTo>
                    <a:pt x="82" y="60"/>
                  </a:lnTo>
                  <a:lnTo>
                    <a:pt x="84" y="58"/>
                  </a:lnTo>
                  <a:lnTo>
                    <a:pt x="86" y="56"/>
                  </a:lnTo>
                  <a:lnTo>
                    <a:pt x="84" y="54"/>
                  </a:lnTo>
                  <a:lnTo>
                    <a:pt x="82" y="50"/>
                  </a:lnTo>
                  <a:lnTo>
                    <a:pt x="82" y="48"/>
                  </a:lnTo>
                  <a:lnTo>
                    <a:pt x="82" y="46"/>
                  </a:lnTo>
                  <a:lnTo>
                    <a:pt x="86" y="44"/>
                  </a:lnTo>
                  <a:lnTo>
                    <a:pt x="84" y="44"/>
                  </a:lnTo>
                  <a:lnTo>
                    <a:pt x="82" y="44"/>
                  </a:lnTo>
                  <a:lnTo>
                    <a:pt x="78" y="42"/>
                  </a:lnTo>
                  <a:lnTo>
                    <a:pt x="76" y="36"/>
                  </a:lnTo>
                  <a:lnTo>
                    <a:pt x="74" y="36"/>
                  </a:lnTo>
                  <a:lnTo>
                    <a:pt x="72" y="36"/>
                  </a:lnTo>
                  <a:lnTo>
                    <a:pt x="70" y="34"/>
                  </a:lnTo>
                  <a:lnTo>
                    <a:pt x="68" y="34"/>
                  </a:lnTo>
                  <a:lnTo>
                    <a:pt x="66" y="34"/>
                  </a:lnTo>
                  <a:lnTo>
                    <a:pt x="64" y="32"/>
                  </a:lnTo>
                  <a:lnTo>
                    <a:pt x="72" y="26"/>
                  </a:lnTo>
                  <a:lnTo>
                    <a:pt x="70" y="28"/>
                  </a:lnTo>
                  <a:lnTo>
                    <a:pt x="68" y="26"/>
                  </a:lnTo>
                  <a:lnTo>
                    <a:pt x="68" y="22"/>
                  </a:lnTo>
                  <a:lnTo>
                    <a:pt x="64" y="20"/>
                  </a:lnTo>
                  <a:lnTo>
                    <a:pt x="64" y="18"/>
                  </a:lnTo>
                  <a:lnTo>
                    <a:pt x="66" y="18"/>
                  </a:lnTo>
                  <a:lnTo>
                    <a:pt x="66" y="12"/>
                  </a:lnTo>
                  <a:lnTo>
                    <a:pt x="64" y="6"/>
                  </a:lnTo>
                  <a:lnTo>
                    <a:pt x="60" y="6"/>
                  </a:lnTo>
                  <a:lnTo>
                    <a:pt x="58" y="6"/>
                  </a:lnTo>
                  <a:lnTo>
                    <a:pt x="56" y="6"/>
                  </a:lnTo>
                  <a:lnTo>
                    <a:pt x="54" y="4"/>
                  </a:lnTo>
                  <a:lnTo>
                    <a:pt x="54" y="6"/>
                  </a:lnTo>
                  <a:lnTo>
                    <a:pt x="52" y="8"/>
                  </a:lnTo>
                  <a:lnTo>
                    <a:pt x="50" y="6"/>
                  </a:lnTo>
                  <a:lnTo>
                    <a:pt x="46" y="6"/>
                  </a:lnTo>
                  <a:lnTo>
                    <a:pt x="44" y="6"/>
                  </a:lnTo>
                  <a:lnTo>
                    <a:pt x="42" y="6"/>
                  </a:lnTo>
                  <a:lnTo>
                    <a:pt x="40" y="6"/>
                  </a:lnTo>
                  <a:lnTo>
                    <a:pt x="40" y="2"/>
                  </a:lnTo>
                  <a:lnTo>
                    <a:pt x="34" y="4"/>
                  </a:lnTo>
                  <a:lnTo>
                    <a:pt x="28" y="4"/>
                  </a:lnTo>
                  <a:lnTo>
                    <a:pt x="26" y="2"/>
                  </a:lnTo>
                  <a:lnTo>
                    <a:pt x="22" y="2"/>
                  </a:lnTo>
                  <a:lnTo>
                    <a:pt x="18" y="2"/>
                  </a:lnTo>
                  <a:lnTo>
                    <a:pt x="14" y="0"/>
                  </a:lnTo>
                  <a:lnTo>
                    <a:pt x="14" y="4"/>
                  </a:lnTo>
                  <a:lnTo>
                    <a:pt x="14" y="6"/>
                  </a:lnTo>
                  <a:lnTo>
                    <a:pt x="14" y="8"/>
                  </a:lnTo>
                  <a:lnTo>
                    <a:pt x="10" y="8"/>
                  </a:lnTo>
                  <a:lnTo>
                    <a:pt x="12" y="12"/>
                  </a:lnTo>
                  <a:lnTo>
                    <a:pt x="12" y="14"/>
                  </a:lnTo>
                  <a:lnTo>
                    <a:pt x="12" y="16"/>
                  </a:lnTo>
                  <a:lnTo>
                    <a:pt x="10" y="18"/>
                  </a:lnTo>
                  <a:lnTo>
                    <a:pt x="6" y="20"/>
                  </a:lnTo>
                  <a:lnTo>
                    <a:pt x="2" y="20"/>
                  </a:lnTo>
                  <a:lnTo>
                    <a:pt x="2" y="22"/>
                  </a:lnTo>
                  <a:lnTo>
                    <a:pt x="0" y="24"/>
                  </a:lnTo>
                  <a:lnTo>
                    <a:pt x="6" y="40"/>
                  </a:lnTo>
                  <a:lnTo>
                    <a:pt x="12" y="40"/>
                  </a:lnTo>
                  <a:lnTo>
                    <a:pt x="10" y="42"/>
                  </a:lnTo>
                  <a:lnTo>
                    <a:pt x="10" y="48"/>
                  </a:lnTo>
                  <a:lnTo>
                    <a:pt x="14" y="52"/>
                  </a:lnTo>
                  <a:lnTo>
                    <a:pt x="16" y="54"/>
                  </a:lnTo>
                  <a:lnTo>
                    <a:pt x="18" y="5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0" name="Google Shape;380;p60"/>
            <p:cNvSpPr/>
            <p:nvPr/>
          </p:nvSpPr>
          <p:spPr>
            <a:xfrm>
              <a:off x="5991251" y="4187530"/>
              <a:ext cx="79696" cy="84232"/>
            </a:xfrm>
            <a:custGeom>
              <a:rect b="b" l="l" r="r" t="t"/>
              <a:pathLst>
                <a:path extrusionOk="0" h="60" w="48">
                  <a:moveTo>
                    <a:pt x="44" y="34"/>
                  </a:moveTo>
                  <a:lnTo>
                    <a:pt x="48" y="34"/>
                  </a:lnTo>
                  <a:lnTo>
                    <a:pt x="48" y="36"/>
                  </a:lnTo>
                  <a:lnTo>
                    <a:pt x="44" y="38"/>
                  </a:lnTo>
                  <a:lnTo>
                    <a:pt x="40" y="38"/>
                  </a:lnTo>
                  <a:lnTo>
                    <a:pt x="40" y="42"/>
                  </a:lnTo>
                  <a:lnTo>
                    <a:pt x="38" y="46"/>
                  </a:lnTo>
                  <a:lnTo>
                    <a:pt x="38" y="50"/>
                  </a:lnTo>
                  <a:lnTo>
                    <a:pt x="34" y="52"/>
                  </a:lnTo>
                  <a:lnTo>
                    <a:pt x="32" y="54"/>
                  </a:lnTo>
                  <a:lnTo>
                    <a:pt x="32" y="56"/>
                  </a:lnTo>
                  <a:lnTo>
                    <a:pt x="30" y="58"/>
                  </a:lnTo>
                  <a:lnTo>
                    <a:pt x="28" y="58"/>
                  </a:lnTo>
                  <a:lnTo>
                    <a:pt x="26" y="58"/>
                  </a:lnTo>
                  <a:lnTo>
                    <a:pt x="24" y="60"/>
                  </a:lnTo>
                  <a:lnTo>
                    <a:pt x="20" y="60"/>
                  </a:lnTo>
                  <a:lnTo>
                    <a:pt x="16" y="56"/>
                  </a:lnTo>
                  <a:lnTo>
                    <a:pt x="10" y="52"/>
                  </a:lnTo>
                  <a:lnTo>
                    <a:pt x="0" y="40"/>
                  </a:lnTo>
                  <a:lnTo>
                    <a:pt x="2" y="38"/>
                  </a:lnTo>
                  <a:lnTo>
                    <a:pt x="4" y="36"/>
                  </a:lnTo>
                  <a:lnTo>
                    <a:pt x="2" y="36"/>
                  </a:lnTo>
                  <a:lnTo>
                    <a:pt x="4" y="32"/>
                  </a:lnTo>
                  <a:lnTo>
                    <a:pt x="6" y="28"/>
                  </a:lnTo>
                  <a:lnTo>
                    <a:pt x="10" y="24"/>
                  </a:lnTo>
                  <a:lnTo>
                    <a:pt x="24" y="24"/>
                  </a:lnTo>
                  <a:lnTo>
                    <a:pt x="22" y="22"/>
                  </a:lnTo>
                  <a:lnTo>
                    <a:pt x="20" y="18"/>
                  </a:lnTo>
                  <a:lnTo>
                    <a:pt x="16" y="14"/>
                  </a:lnTo>
                  <a:lnTo>
                    <a:pt x="14" y="10"/>
                  </a:lnTo>
                  <a:lnTo>
                    <a:pt x="14" y="6"/>
                  </a:lnTo>
                  <a:lnTo>
                    <a:pt x="18" y="6"/>
                  </a:lnTo>
                  <a:lnTo>
                    <a:pt x="20" y="0"/>
                  </a:lnTo>
                  <a:lnTo>
                    <a:pt x="40" y="0"/>
                  </a:lnTo>
                  <a:lnTo>
                    <a:pt x="40" y="32"/>
                  </a:lnTo>
                  <a:lnTo>
                    <a:pt x="46" y="32"/>
                  </a:lnTo>
                  <a:lnTo>
                    <a:pt x="44" y="3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1" name="Google Shape;381;p60"/>
            <p:cNvSpPr/>
            <p:nvPr/>
          </p:nvSpPr>
          <p:spPr>
            <a:xfrm>
              <a:off x="6372951" y="2501100"/>
              <a:ext cx="1124127" cy="741957"/>
            </a:xfrm>
            <a:custGeom>
              <a:rect b="b" l="l" r="r" t="t"/>
              <a:pathLst>
                <a:path extrusionOk="0" h="526" w="682">
                  <a:moveTo>
                    <a:pt x="250" y="66"/>
                  </a:moveTo>
                  <a:lnTo>
                    <a:pt x="250" y="66"/>
                  </a:lnTo>
                  <a:lnTo>
                    <a:pt x="220" y="54"/>
                  </a:lnTo>
                  <a:lnTo>
                    <a:pt x="210" y="66"/>
                  </a:lnTo>
                  <a:lnTo>
                    <a:pt x="208" y="52"/>
                  </a:lnTo>
                  <a:lnTo>
                    <a:pt x="206" y="42"/>
                  </a:lnTo>
                  <a:lnTo>
                    <a:pt x="192" y="44"/>
                  </a:lnTo>
                  <a:lnTo>
                    <a:pt x="192" y="48"/>
                  </a:lnTo>
                  <a:lnTo>
                    <a:pt x="190" y="48"/>
                  </a:lnTo>
                  <a:lnTo>
                    <a:pt x="188" y="44"/>
                  </a:lnTo>
                  <a:lnTo>
                    <a:pt x="184" y="44"/>
                  </a:lnTo>
                  <a:lnTo>
                    <a:pt x="184" y="46"/>
                  </a:lnTo>
                  <a:lnTo>
                    <a:pt x="182" y="48"/>
                  </a:lnTo>
                  <a:lnTo>
                    <a:pt x="180" y="48"/>
                  </a:lnTo>
                  <a:lnTo>
                    <a:pt x="176" y="46"/>
                  </a:lnTo>
                  <a:lnTo>
                    <a:pt x="170" y="44"/>
                  </a:lnTo>
                  <a:lnTo>
                    <a:pt x="154" y="48"/>
                  </a:lnTo>
                  <a:lnTo>
                    <a:pt x="136" y="54"/>
                  </a:lnTo>
                  <a:lnTo>
                    <a:pt x="140" y="66"/>
                  </a:lnTo>
                  <a:lnTo>
                    <a:pt x="136" y="60"/>
                  </a:lnTo>
                  <a:lnTo>
                    <a:pt x="130" y="54"/>
                  </a:lnTo>
                  <a:lnTo>
                    <a:pt x="128" y="54"/>
                  </a:lnTo>
                  <a:lnTo>
                    <a:pt x="124" y="54"/>
                  </a:lnTo>
                  <a:lnTo>
                    <a:pt x="116" y="70"/>
                  </a:lnTo>
                  <a:lnTo>
                    <a:pt x="120" y="72"/>
                  </a:lnTo>
                  <a:lnTo>
                    <a:pt x="122" y="74"/>
                  </a:lnTo>
                  <a:lnTo>
                    <a:pt x="114" y="72"/>
                  </a:lnTo>
                  <a:lnTo>
                    <a:pt x="108" y="70"/>
                  </a:lnTo>
                  <a:lnTo>
                    <a:pt x="104" y="70"/>
                  </a:lnTo>
                  <a:lnTo>
                    <a:pt x="98" y="72"/>
                  </a:lnTo>
                  <a:lnTo>
                    <a:pt x="88" y="76"/>
                  </a:lnTo>
                  <a:lnTo>
                    <a:pt x="76" y="80"/>
                  </a:lnTo>
                  <a:lnTo>
                    <a:pt x="66" y="82"/>
                  </a:lnTo>
                  <a:lnTo>
                    <a:pt x="62" y="82"/>
                  </a:lnTo>
                  <a:lnTo>
                    <a:pt x="58" y="86"/>
                  </a:lnTo>
                  <a:lnTo>
                    <a:pt x="56" y="88"/>
                  </a:lnTo>
                  <a:lnTo>
                    <a:pt x="56" y="92"/>
                  </a:lnTo>
                  <a:lnTo>
                    <a:pt x="54" y="92"/>
                  </a:lnTo>
                  <a:lnTo>
                    <a:pt x="54" y="94"/>
                  </a:lnTo>
                  <a:lnTo>
                    <a:pt x="56" y="98"/>
                  </a:lnTo>
                  <a:lnTo>
                    <a:pt x="60" y="98"/>
                  </a:lnTo>
                  <a:lnTo>
                    <a:pt x="62" y="96"/>
                  </a:lnTo>
                  <a:lnTo>
                    <a:pt x="66" y="94"/>
                  </a:lnTo>
                  <a:lnTo>
                    <a:pt x="68" y="94"/>
                  </a:lnTo>
                  <a:lnTo>
                    <a:pt x="70" y="96"/>
                  </a:lnTo>
                  <a:lnTo>
                    <a:pt x="72" y="98"/>
                  </a:lnTo>
                  <a:lnTo>
                    <a:pt x="76" y="98"/>
                  </a:lnTo>
                  <a:lnTo>
                    <a:pt x="82" y="96"/>
                  </a:lnTo>
                  <a:lnTo>
                    <a:pt x="94" y="94"/>
                  </a:lnTo>
                  <a:lnTo>
                    <a:pt x="90" y="98"/>
                  </a:lnTo>
                  <a:lnTo>
                    <a:pt x="94" y="98"/>
                  </a:lnTo>
                  <a:lnTo>
                    <a:pt x="94" y="100"/>
                  </a:lnTo>
                  <a:lnTo>
                    <a:pt x="90" y="106"/>
                  </a:lnTo>
                  <a:lnTo>
                    <a:pt x="92" y="108"/>
                  </a:lnTo>
                  <a:lnTo>
                    <a:pt x="92" y="110"/>
                  </a:lnTo>
                  <a:lnTo>
                    <a:pt x="92" y="112"/>
                  </a:lnTo>
                  <a:lnTo>
                    <a:pt x="90" y="114"/>
                  </a:lnTo>
                  <a:lnTo>
                    <a:pt x="84" y="118"/>
                  </a:lnTo>
                  <a:lnTo>
                    <a:pt x="74" y="124"/>
                  </a:lnTo>
                  <a:lnTo>
                    <a:pt x="64" y="122"/>
                  </a:lnTo>
                  <a:lnTo>
                    <a:pt x="52" y="122"/>
                  </a:lnTo>
                  <a:lnTo>
                    <a:pt x="44" y="126"/>
                  </a:lnTo>
                  <a:lnTo>
                    <a:pt x="40" y="126"/>
                  </a:lnTo>
                  <a:lnTo>
                    <a:pt x="34" y="126"/>
                  </a:lnTo>
                  <a:lnTo>
                    <a:pt x="6" y="128"/>
                  </a:lnTo>
                  <a:lnTo>
                    <a:pt x="4" y="132"/>
                  </a:lnTo>
                  <a:lnTo>
                    <a:pt x="2" y="134"/>
                  </a:lnTo>
                  <a:lnTo>
                    <a:pt x="4" y="140"/>
                  </a:lnTo>
                  <a:lnTo>
                    <a:pt x="6" y="144"/>
                  </a:lnTo>
                  <a:lnTo>
                    <a:pt x="8" y="146"/>
                  </a:lnTo>
                  <a:lnTo>
                    <a:pt x="10" y="146"/>
                  </a:lnTo>
                  <a:lnTo>
                    <a:pt x="16" y="148"/>
                  </a:lnTo>
                  <a:lnTo>
                    <a:pt x="20" y="154"/>
                  </a:lnTo>
                  <a:lnTo>
                    <a:pt x="26" y="154"/>
                  </a:lnTo>
                  <a:lnTo>
                    <a:pt x="34" y="154"/>
                  </a:lnTo>
                  <a:lnTo>
                    <a:pt x="36" y="148"/>
                  </a:lnTo>
                  <a:lnTo>
                    <a:pt x="40" y="154"/>
                  </a:lnTo>
                  <a:lnTo>
                    <a:pt x="48" y="156"/>
                  </a:lnTo>
                  <a:lnTo>
                    <a:pt x="56" y="154"/>
                  </a:lnTo>
                  <a:lnTo>
                    <a:pt x="74" y="154"/>
                  </a:lnTo>
                  <a:lnTo>
                    <a:pt x="72" y="160"/>
                  </a:lnTo>
                  <a:lnTo>
                    <a:pt x="50" y="158"/>
                  </a:lnTo>
                  <a:lnTo>
                    <a:pt x="42" y="160"/>
                  </a:lnTo>
                  <a:lnTo>
                    <a:pt x="32" y="162"/>
                  </a:lnTo>
                  <a:lnTo>
                    <a:pt x="28" y="166"/>
                  </a:lnTo>
                  <a:lnTo>
                    <a:pt x="30" y="166"/>
                  </a:lnTo>
                  <a:lnTo>
                    <a:pt x="32" y="166"/>
                  </a:lnTo>
                  <a:lnTo>
                    <a:pt x="32" y="168"/>
                  </a:lnTo>
                  <a:lnTo>
                    <a:pt x="26" y="166"/>
                  </a:lnTo>
                  <a:lnTo>
                    <a:pt x="22" y="166"/>
                  </a:lnTo>
                  <a:lnTo>
                    <a:pt x="20" y="164"/>
                  </a:lnTo>
                  <a:lnTo>
                    <a:pt x="14" y="164"/>
                  </a:lnTo>
                  <a:lnTo>
                    <a:pt x="8" y="166"/>
                  </a:lnTo>
                  <a:lnTo>
                    <a:pt x="10" y="168"/>
                  </a:lnTo>
                  <a:lnTo>
                    <a:pt x="12" y="172"/>
                  </a:lnTo>
                  <a:lnTo>
                    <a:pt x="12" y="174"/>
                  </a:lnTo>
                  <a:lnTo>
                    <a:pt x="18" y="174"/>
                  </a:lnTo>
                  <a:lnTo>
                    <a:pt x="24" y="176"/>
                  </a:lnTo>
                  <a:lnTo>
                    <a:pt x="28" y="178"/>
                  </a:lnTo>
                  <a:lnTo>
                    <a:pt x="28" y="180"/>
                  </a:lnTo>
                  <a:lnTo>
                    <a:pt x="24" y="180"/>
                  </a:lnTo>
                  <a:lnTo>
                    <a:pt x="30" y="186"/>
                  </a:lnTo>
                  <a:lnTo>
                    <a:pt x="40" y="190"/>
                  </a:lnTo>
                  <a:lnTo>
                    <a:pt x="48" y="192"/>
                  </a:lnTo>
                  <a:lnTo>
                    <a:pt x="50" y="190"/>
                  </a:lnTo>
                  <a:lnTo>
                    <a:pt x="50" y="186"/>
                  </a:lnTo>
                  <a:lnTo>
                    <a:pt x="50" y="180"/>
                  </a:lnTo>
                  <a:lnTo>
                    <a:pt x="60" y="186"/>
                  </a:lnTo>
                  <a:lnTo>
                    <a:pt x="60" y="184"/>
                  </a:lnTo>
                  <a:lnTo>
                    <a:pt x="62" y="180"/>
                  </a:lnTo>
                  <a:lnTo>
                    <a:pt x="68" y="180"/>
                  </a:lnTo>
                  <a:lnTo>
                    <a:pt x="72" y="180"/>
                  </a:lnTo>
                  <a:lnTo>
                    <a:pt x="74" y="184"/>
                  </a:lnTo>
                  <a:lnTo>
                    <a:pt x="74" y="186"/>
                  </a:lnTo>
                  <a:lnTo>
                    <a:pt x="74" y="188"/>
                  </a:lnTo>
                  <a:lnTo>
                    <a:pt x="78" y="188"/>
                  </a:lnTo>
                  <a:lnTo>
                    <a:pt x="80" y="186"/>
                  </a:lnTo>
                  <a:lnTo>
                    <a:pt x="80" y="182"/>
                  </a:lnTo>
                  <a:lnTo>
                    <a:pt x="88" y="184"/>
                  </a:lnTo>
                  <a:lnTo>
                    <a:pt x="92" y="184"/>
                  </a:lnTo>
                  <a:lnTo>
                    <a:pt x="98" y="182"/>
                  </a:lnTo>
                  <a:lnTo>
                    <a:pt x="102" y="178"/>
                  </a:lnTo>
                  <a:lnTo>
                    <a:pt x="104" y="178"/>
                  </a:lnTo>
                  <a:lnTo>
                    <a:pt x="104" y="180"/>
                  </a:lnTo>
                  <a:lnTo>
                    <a:pt x="104" y="184"/>
                  </a:lnTo>
                  <a:lnTo>
                    <a:pt x="112" y="180"/>
                  </a:lnTo>
                  <a:lnTo>
                    <a:pt x="136" y="186"/>
                  </a:lnTo>
                  <a:lnTo>
                    <a:pt x="140" y="190"/>
                  </a:lnTo>
                  <a:lnTo>
                    <a:pt x="142" y="194"/>
                  </a:lnTo>
                  <a:lnTo>
                    <a:pt x="150" y="194"/>
                  </a:lnTo>
                  <a:lnTo>
                    <a:pt x="152" y="194"/>
                  </a:lnTo>
                  <a:lnTo>
                    <a:pt x="156" y="194"/>
                  </a:lnTo>
                  <a:lnTo>
                    <a:pt x="156" y="196"/>
                  </a:lnTo>
                  <a:lnTo>
                    <a:pt x="158" y="200"/>
                  </a:lnTo>
                  <a:lnTo>
                    <a:pt x="158" y="206"/>
                  </a:lnTo>
                  <a:lnTo>
                    <a:pt x="166" y="208"/>
                  </a:lnTo>
                  <a:lnTo>
                    <a:pt x="170" y="212"/>
                  </a:lnTo>
                  <a:lnTo>
                    <a:pt x="174" y="218"/>
                  </a:lnTo>
                  <a:lnTo>
                    <a:pt x="182" y="218"/>
                  </a:lnTo>
                  <a:lnTo>
                    <a:pt x="182" y="220"/>
                  </a:lnTo>
                  <a:lnTo>
                    <a:pt x="184" y="222"/>
                  </a:lnTo>
                  <a:lnTo>
                    <a:pt x="180" y="222"/>
                  </a:lnTo>
                  <a:lnTo>
                    <a:pt x="180" y="224"/>
                  </a:lnTo>
                  <a:lnTo>
                    <a:pt x="180" y="226"/>
                  </a:lnTo>
                  <a:lnTo>
                    <a:pt x="180" y="228"/>
                  </a:lnTo>
                  <a:lnTo>
                    <a:pt x="172" y="232"/>
                  </a:lnTo>
                  <a:lnTo>
                    <a:pt x="178" y="232"/>
                  </a:lnTo>
                  <a:lnTo>
                    <a:pt x="184" y="230"/>
                  </a:lnTo>
                  <a:lnTo>
                    <a:pt x="186" y="238"/>
                  </a:lnTo>
                  <a:lnTo>
                    <a:pt x="190" y="238"/>
                  </a:lnTo>
                  <a:lnTo>
                    <a:pt x="190" y="240"/>
                  </a:lnTo>
                  <a:lnTo>
                    <a:pt x="190" y="242"/>
                  </a:lnTo>
                  <a:lnTo>
                    <a:pt x="188" y="242"/>
                  </a:lnTo>
                  <a:lnTo>
                    <a:pt x="188" y="244"/>
                  </a:lnTo>
                  <a:lnTo>
                    <a:pt x="194" y="248"/>
                  </a:lnTo>
                  <a:lnTo>
                    <a:pt x="194" y="250"/>
                  </a:lnTo>
                  <a:lnTo>
                    <a:pt x="194" y="254"/>
                  </a:lnTo>
                  <a:lnTo>
                    <a:pt x="198" y="254"/>
                  </a:lnTo>
                  <a:lnTo>
                    <a:pt x="198" y="258"/>
                  </a:lnTo>
                  <a:lnTo>
                    <a:pt x="198" y="262"/>
                  </a:lnTo>
                  <a:lnTo>
                    <a:pt x="190" y="264"/>
                  </a:lnTo>
                  <a:lnTo>
                    <a:pt x="192" y="266"/>
                  </a:lnTo>
                  <a:lnTo>
                    <a:pt x="192" y="270"/>
                  </a:lnTo>
                  <a:lnTo>
                    <a:pt x="188" y="272"/>
                  </a:lnTo>
                  <a:lnTo>
                    <a:pt x="188" y="274"/>
                  </a:lnTo>
                  <a:lnTo>
                    <a:pt x="188" y="276"/>
                  </a:lnTo>
                  <a:lnTo>
                    <a:pt x="192" y="278"/>
                  </a:lnTo>
                  <a:lnTo>
                    <a:pt x="188" y="282"/>
                  </a:lnTo>
                  <a:lnTo>
                    <a:pt x="186" y="284"/>
                  </a:lnTo>
                  <a:lnTo>
                    <a:pt x="188" y="286"/>
                  </a:lnTo>
                  <a:lnTo>
                    <a:pt x="202" y="288"/>
                  </a:lnTo>
                  <a:lnTo>
                    <a:pt x="202" y="282"/>
                  </a:lnTo>
                  <a:lnTo>
                    <a:pt x="204" y="276"/>
                  </a:lnTo>
                  <a:lnTo>
                    <a:pt x="208" y="278"/>
                  </a:lnTo>
                  <a:lnTo>
                    <a:pt x="208" y="282"/>
                  </a:lnTo>
                  <a:lnTo>
                    <a:pt x="216" y="282"/>
                  </a:lnTo>
                  <a:lnTo>
                    <a:pt x="226" y="284"/>
                  </a:lnTo>
                  <a:lnTo>
                    <a:pt x="226" y="286"/>
                  </a:lnTo>
                  <a:lnTo>
                    <a:pt x="224" y="290"/>
                  </a:lnTo>
                  <a:lnTo>
                    <a:pt x="230" y="288"/>
                  </a:lnTo>
                  <a:lnTo>
                    <a:pt x="236" y="288"/>
                  </a:lnTo>
                  <a:lnTo>
                    <a:pt x="234" y="290"/>
                  </a:lnTo>
                  <a:lnTo>
                    <a:pt x="232" y="290"/>
                  </a:lnTo>
                  <a:lnTo>
                    <a:pt x="246" y="292"/>
                  </a:lnTo>
                  <a:lnTo>
                    <a:pt x="242" y="294"/>
                  </a:lnTo>
                  <a:lnTo>
                    <a:pt x="240" y="296"/>
                  </a:lnTo>
                  <a:lnTo>
                    <a:pt x="240" y="298"/>
                  </a:lnTo>
                  <a:lnTo>
                    <a:pt x="244" y="298"/>
                  </a:lnTo>
                  <a:lnTo>
                    <a:pt x="238" y="300"/>
                  </a:lnTo>
                  <a:lnTo>
                    <a:pt x="238" y="304"/>
                  </a:lnTo>
                  <a:lnTo>
                    <a:pt x="244" y="304"/>
                  </a:lnTo>
                  <a:lnTo>
                    <a:pt x="246" y="304"/>
                  </a:lnTo>
                  <a:lnTo>
                    <a:pt x="244" y="304"/>
                  </a:lnTo>
                  <a:lnTo>
                    <a:pt x="238" y="304"/>
                  </a:lnTo>
                  <a:lnTo>
                    <a:pt x="238" y="308"/>
                  </a:lnTo>
                  <a:lnTo>
                    <a:pt x="246" y="312"/>
                  </a:lnTo>
                  <a:lnTo>
                    <a:pt x="244" y="312"/>
                  </a:lnTo>
                  <a:lnTo>
                    <a:pt x="234" y="310"/>
                  </a:lnTo>
                  <a:lnTo>
                    <a:pt x="228" y="306"/>
                  </a:lnTo>
                  <a:lnTo>
                    <a:pt x="224" y="304"/>
                  </a:lnTo>
                  <a:lnTo>
                    <a:pt x="218" y="302"/>
                  </a:lnTo>
                  <a:lnTo>
                    <a:pt x="210" y="302"/>
                  </a:lnTo>
                  <a:lnTo>
                    <a:pt x="196" y="304"/>
                  </a:lnTo>
                  <a:lnTo>
                    <a:pt x="198" y="306"/>
                  </a:lnTo>
                  <a:lnTo>
                    <a:pt x="198" y="308"/>
                  </a:lnTo>
                  <a:lnTo>
                    <a:pt x="204" y="310"/>
                  </a:lnTo>
                  <a:lnTo>
                    <a:pt x="208" y="310"/>
                  </a:lnTo>
                  <a:lnTo>
                    <a:pt x="210" y="316"/>
                  </a:lnTo>
                  <a:lnTo>
                    <a:pt x="196" y="314"/>
                  </a:lnTo>
                  <a:lnTo>
                    <a:pt x="194" y="324"/>
                  </a:lnTo>
                  <a:lnTo>
                    <a:pt x="190" y="330"/>
                  </a:lnTo>
                  <a:lnTo>
                    <a:pt x="192" y="332"/>
                  </a:lnTo>
                  <a:lnTo>
                    <a:pt x="194" y="334"/>
                  </a:lnTo>
                  <a:lnTo>
                    <a:pt x="208" y="334"/>
                  </a:lnTo>
                  <a:lnTo>
                    <a:pt x="208" y="338"/>
                  </a:lnTo>
                  <a:lnTo>
                    <a:pt x="196" y="338"/>
                  </a:lnTo>
                  <a:lnTo>
                    <a:pt x="200" y="344"/>
                  </a:lnTo>
                  <a:lnTo>
                    <a:pt x="206" y="344"/>
                  </a:lnTo>
                  <a:lnTo>
                    <a:pt x="212" y="342"/>
                  </a:lnTo>
                  <a:lnTo>
                    <a:pt x="222" y="338"/>
                  </a:lnTo>
                  <a:lnTo>
                    <a:pt x="224" y="336"/>
                  </a:lnTo>
                  <a:lnTo>
                    <a:pt x="228" y="336"/>
                  </a:lnTo>
                  <a:lnTo>
                    <a:pt x="228" y="332"/>
                  </a:lnTo>
                  <a:lnTo>
                    <a:pt x="228" y="330"/>
                  </a:lnTo>
                  <a:lnTo>
                    <a:pt x="220" y="322"/>
                  </a:lnTo>
                  <a:lnTo>
                    <a:pt x="210" y="316"/>
                  </a:lnTo>
                  <a:lnTo>
                    <a:pt x="210" y="312"/>
                  </a:lnTo>
                  <a:lnTo>
                    <a:pt x="216" y="312"/>
                  </a:lnTo>
                  <a:lnTo>
                    <a:pt x="220" y="314"/>
                  </a:lnTo>
                  <a:lnTo>
                    <a:pt x="222" y="318"/>
                  </a:lnTo>
                  <a:lnTo>
                    <a:pt x="224" y="320"/>
                  </a:lnTo>
                  <a:lnTo>
                    <a:pt x="230" y="320"/>
                  </a:lnTo>
                  <a:lnTo>
                    <a:pt x="234" y="318"/>
                  </a:lnTo>
                  <a:lnTo>
                    <a:pt x="236" y="320"/>
                  </a:lnTo>
                  <a:lnTo>
                    <a:pt x="238" y="322"/>
                  </a:lnTo>
                  <a:lnTo>
                    <a:pt x="240" y="322"/>
                  </a:lnTo>
                  <a:lnTo>
                    <a:pt x="246" y="320"/>
                  </a:lnTo>
                  <a:lnTo>
                    <a:pt x="242" y="336"/>
                  </a:lnTo>
                  <a:lnTo>
                    <a:pt x="250" y="336"/>
                  </a:lnTo>
                  <a:lnTo>
                    <a:pt x="248" y="340"/>
                  </a:lnTo>
                  <a:lnTo>
                    <a:pt x="248" y="342"/>
                  </a:lnTo>
                  <a:lnTo>
                    <a:pt x="250" y="344"/>
                  </a:lnTo>
                  <a:lnTo>
                    <a:pt x="248" y="346"/>
                  </a:lnTo>
                  <a:lnTo>
                    <a:pt x="246" y="348"/>
                  </a:lnTo>
                  <a:lnTo>
                    <a:pt x="244" y="346"/>
                  </a:lnTo>
                  <a:lnTo>
                    <a:pt x="240" y="344"/>
                  </a:lnTo>
                  <a:lnTo>
                    <a:pt x="240" y="346"/>
                  </a:lnTo>
                  <a:lnTo>
                    <a:pt x="242" y="358"/>
                  </a:lnTo>
                  <a:lnTo>
                    <a:pt x="230" y="358"/>
                  </a:lnTo>
                  <a:lnTo>
                    <a:pt x="228" y="360"/>
                  </a:lnTo>
                  <a:lnTo>
                    <a:pt x="226" y="362"/>
                  </a:lnTo>
                  <a:lnTo>
                    <a:pt x="222" y="362"/>
                  </a:lnTo>
                  <a:lnTo>
                    <a:pt x="222" y="364"/>
                  </a:lnTo>
                  <a:lnTo>
                    <a:pt x="228" y="366"/>
                  </a:lnTo>
                  <a:lnTo>
                    <a:pt x="234" y="366"/>
                  </a:lnTo>
                  <a:lnTo>
                    <a:pt x="238" y="364"/>
                  </a:lnTo>
                  <a:lnTo>
                    <a:pt x="244" y="360"/>
                  </a:lnTo>
                  <a:lnTo>
                    <a:pt x="244" y="368"/>
                  </a:lnTo>
                  <a:lnTo>
                    <a:pt x="228" y="370"/>
                  </a:lnTo>
                  <a:lnTo>
                    <a:pt x="226" y="366"/>
                  </a:lnTo>
                  <a:lnTo>
                    <a:pt x="224" y="366"/>
                  </a:lnTo>
                  <a:lnTo>
                    <a:pt x="220" y="366"/>
                  </a:lnTo>
                  <a:lnTo>
                    <a:pt x="222" y="370"/>
                  </a:lnTo>
                  <a:lnTo>
                    <a:pt x="210" y="376"/>
                  </a:lnTo>
                  <a:lnTo>
                    <a:pt x="210" y="382"/>
                  </a:lnTo>
                  <a:lnTo>
                    <a:pt x="214" y="382"/>
                  </a:lnTo>
                  <a:lnTo>
                    <a:pt x="216" y="382"/>
                  </a:lnTo>
                  <a:lnTo>
                    <a:pt x="210" y="386"/>
                  </a:lnTo>
                  <a:lnTo>
                    <a:pt x="214" y="394"/>
                  </a:lnTo>
                  <a:lnTo>
                    <a:pt x="218" y="394"/>
                  </a:lnTo>
                  <a:lnTo>
                    <a:pt x="218" y="396"/>
                  </a:lnTo>
                  <a:lnTo>
                    <a:pt x="218" y="400"/>
                  </a:lnTo>
                  <a:lnTo>
                    <a:pt x="214" y="404"/>
                  </a:lnTo>
                  <a:lnTo>
                    <a:pt x="218" y="404"/>
                  </a:lnTo>
                  <a:lnTo>
                    <a:pt x="218" y="406"/>
                  </a:lnTo>
                  <a:lnTo>
                    <a:pt x="212" y="406"/>
                  </a:lnTo>
                  <a:lnTo>
                    <a:pt x="210" y="410"/>
                  </a:lnTo>
                  <a:lnTo>
                    <a:pt x="220" y="412"/>
                  </a:lnTo>
                  <a:lnTo>
                    <a:pt x="218" y="414"/>
                  </a:lnTo>
                  <a:lnTo>
                    <a:pt x="216" y="414"/>
                  </a:lnTo>
                  <a:lnTo>
                    <a:pt x="214" y="416"/>
                  </a:lnTo>
                  <a:lnTo>
                    <a:pt x="216" y="416"/>
                  </a:lnTo>
                  <a:lnTo>
                    <a:pt x="222" y="416"/>
                  </a:lnTo>
                  <a:lnTo>
                    <a:pt x="226" y="416"/>
                  </a:lnTo>
                  <a:lnTo>
                    <a:pt x="226" y="422"/>
                  </a:lnTo>
                  <a:lnTo>
                    <a:pt x="226" y="426"/>
                  </a:lnTo>
                  <a:lnTo>
                    <a:pt x="232" y="434"/>
                  </a:lnTo>
                  <a:lnTo>
                    <a:pt x="230" y="434"/>
                  </a:lnTo>
                  <a:lnTo>
                    <a:pt x="230" y="436"/>
                  </a:lnTo>
                  <a:lnTo>
                    <a:pt x="230" y="440"/>
                  </a:lnTo>
                  <a:lnTo>
                    <a:pt x="238" y="436"/>
                  </a:lnTo>
                  <a:lnTo>
                    <a:pt x="248" y="432"/>
                  </a:lnTo>
                  <a:lnTo>
                    <a:pt x="248" y="434"/>
                  </a:lnTo>
                  <a:lnTo>
                    <a:pt x="248" y="438"/>
                  </a:lnTo>
                  <a:lnTo>
                    <a:pt x="244" y="438"/>
                  </a:lnTo>
                  <a:lnTo>
                    <a:pt x="244" y="442"/>
                  </a:lnTo>
                  <a:lnTo>
                    <a:pt x="238" y="444"/>
                  </a:lnTo>
                  <a:lnTo>
                    <a:pt x="234" y="444"/>
                  </a:lnTo>
                  <a:lnTo>
                    <a:pt x="240" y="446"/>
                  </a:lnTo>
                  <a:lnTo>
                    <a:pt x="238" y="448"/>
                  </a:lnTo>
                  <a:lnTo>
                    <a:pt x="232" y="448"/>
                  </a:lnTo>
                  <a:lnTo>
                    <a:pt x="234" y="452"/>
                  </a:lnTo>
                  <a:lnTo>
                    <a:pt x="236" y="454"/>
                  </a:lnTo>
                  <a:lnTo>
                    <a:pt x="236" y="456"/>
                  </a:lnTo>
                  <a:lnTo>
                    <a:pt x="242" y="456"/>
                  </a:lnTo>
                  <a:lnTo>
                    <a:pt x="242" y="458"/>
                  </a:lnTo>
                  <a:lnTo>
                    <a:pt x="242" y="460"/>
                  </a:lnTo>
                  <a:lnTo>
                    <a:pt x="240" y="462"/>
                  </a:lnTo>
                  <a:lnTo>
                    <a:pt x="240" y="464"/>
                  </a:lnTo>
                  <a:lnTo>
                    <a:pt x="244" y="468"/>
                  </a:lnTo>
                  <a:lnTo>
                    <a:pt x="246" y="466"/>
                  </a:lnTo>
                  <a:lnTo>
                    <a:pt x="248" y="464"/>
                  </a:lnTo>
                  <a:lnTo>
                    <a:pt x="250" y="466"/>
                  </a:lnTo>
                  <a:lnTo>
                    <a:pt x="250" y="468"/>
                  </a:lnTo>
                  <a:lnTo>
                    <a:pt x="248" y="470"/>
                  </a:lnTo>
                  <a:lnTo>
                    <a:pt x="250" y="474"/>
                  </a:lnTo>
                  <a:lnTo>
                    <a:pt x="254" y="472"/>
                  </a:lnTo>
                  <a:lnTo>
                    <a:pt x="254" y="480"/>
                  </a:lnTo>
                  <a:lnTo>
                    <a:pt x="260" y="478"/>
                  </a:lnTo>
                  <a:lnTo>
                    <a:pt x="262" y="476"/>
                  </a:lnTo>
                  <a:lnTo>
                    <a:pt x="266" y="476"/>
                  </a:lnTo>
                  <a:lnTo>
                    <a:pt x="264" y="482"/>
                  </a:lnTo>
                  <a:lnTo>
                    <a:pt x="268" y="482"/>
                  </a:lnTo>
                  <a:lnTo>
                    <a:pt x="268" y="494"/>
                  </a:lnTo>
                  <a:lnTo>
                    <a:pt x="270" y="494"/>
                  </a:lnTo>
                  <a:lnTo>
                    <a:pt x="272" y="494"/>
                  </a:lnTo>
                  <a:lnTo>
                    <a:pt x="276" y="492"/>
                  </a:lnTo>
                  <a:lnTo>
                    <a:pt x="274" y="492"/>
                  </a:lnTo>
                  <a:lnTo>
                    <a:pt x="274" y="494"/>
                  </a:lnTo>
                  <a:lnTo>
                    <a:pt x="272" y="494"/>
                  </a:lnTo>
                  <a:lnTo>
                    <a:pt x="272" y="496"/>
                  </a:lnTo>
                  <a:lnTo>
                    <a:pt x="276" y="496"/>
                  </a:lnTo>
                  <a:lnTo>
                    <a:pt x="274" y="500"/>
                  </a:lnTo>
                  <a:lnTo>
                    <a:pt x="276" y="502"/>
                  </a:lnTo>
                  <a:lnTo>
                    <a:pt x="276" y="504"/>
                  </a:lnTo>
                  <a:lnTo>
                    <a:pt x="278" y="508"/>
                  </a:lnTo>
                  <a:lnTo>
                    <a:pt x="290" y="504"/>
                  </a:lnTo>
                  <a:lnTo>
                    <a:pt x="294" y="500"/>
                  </a:lnTo>
                  <a:lnTo>
                    <a:pt x="298" y="494"/>
                  </a:lnTo>
                  <a:lnTo>
                    <a:pt x="298" y="504"/>
                  </a:lnTo>
                  <a:lnTo>
                    <a:pt x="298" y="506"/>
                  </a:lnTo>
                  <a:lnTo>
                    <a:pt x="300" y="508"/>
                  </a:lnTo>
                  <a:lnTo>
                    <a:pt x="306" y="508"/>
                  </a:lnTo>
                  <a:lnTo>
                    <a:pt x="316" y="508"/>
                  </a:lnTo>
                  <a:lnTo>
                    <a:pt x="310" y="516"/>
                  </a:lnTo>
                  <a:lnTo>
                    <a:pt x="318" y="510"/>
                  </a:lnTo>
                  <a:lnTo>
                    <a:pt x="316" y="514"/>
                  </a:lnTo>
                  <a:lnTo>
                    <a:pt x="314" y="516"/>
                  </a:lnTo>
                  <a:lnTo>
                    <a:pt x="316" y="516"/>
                  </a:lnTo>
                  <a:lnTo>
                    <a:pt x="320" y="518"/>
                  </a:lnTo>
                  <a:lnTo>
                    <a:pt x="320" y="514"/>
                  </a:lnTo>
                  <a:lnTo>
                    <a:pt x="322" y="512"/>
                  </a:lnTo>
                  <a:lnTo>
                    <a:pt x="322" y="516"/>
                  </a:lnTo>
                  <a:lnTo>
                    <a:pt x="322" y="520"/>
                  </a:lnTo>
                  <a:lnTo>
                    <a:pt x="326" y="522"/>
                  </a:lnTo>
                  <a:lnTo>
                    <a:pt x="334" y="522"/>
                  </a:lnTo>
                  <a:lnTo>
                    <a:pt x="332" y="520"/>
                  </a:lnTo>
                  <a:lnTo>
                    <a:pt x="330" y="518"/>
                  </a:lnTo>
                  <a:lnTo>
                    <a:pt x="336" y="516"/>
                  </a:lnTo>
                  <a:lnTo>
                    <a:pt x="336" y="514"/>
                  </a:lnTo>
                  <a:lnTo>
                    <a:pt x="332" y="512"/>
                  </a:lnTo>
                  <a:lnTo>
                    <a:pt x="334" y="512"/>
                  </a:lnTo>
                  <a:lnTo>
                    <a:pt x="334" y="508"/>
                  </a:lnTo>
                  <a:lnTo>
                    <a:pt x="330" y="508"/>
                  </a:lnTo>
                  <a:lnTo>
                    <a:pt x="326" y="508"/>
                  </a:lnTo>
                  <a:lnTo>
                    <a:pt x="328" y="506"/>
                  </a:lnTo>
                  <a:lnTo>
                    <a:pt x="330" y="506"/>
                  </a:lnTo>
                  <a:lnTo>
                    <a:pt x="332" y="506"/>
                  </a:lnTo>
                  <a:lnTo>
                    <a:pt x="332" y="504"/>
                  </a:lnTo>
                  <a:lnTo>
                    <a:pt x="334" y="502"/>
                  </a:lnTo>
                  <a:lnTo>
                    <a:pt x="334" y="500"/>
                  </a:lnTo>
                  <a:lnTo>
                    <a:pt x="334" y="496"/>
                  </a:lnTo>
                  <a:lnTo>
                    <a:pt x="338" y="494"/>
                  </a:lnTo>
                  <a:lnTo>
                    <a:pt x="338" y="490"/>
                  </a:lnTo>
                  <a:lnTo>
                    <a:pt x="336" y="490"/>
                  </a:lnTo>
                  <a:lnTo>
                    <a:pt x="336" y="488"/>
                  </a:lnTo>
                  <a:lnTo>
                    <a:pt x="342" y="482"/>
                  </a:lnTo>
                  <a:lnTo>
                    <a:pt x="340" y="480"/>
                  </a:lnTo>
                  <a:lnTo>
                    <a:pt x="340" y="474"/>
                  </a:lnTo>
                  <a:lnTo>
                    <a:pt x="344" y="472"/>
                  </a:lnTo>
                  <a:lnTo>
                    <a:pt x="346" y="470"/>
                  </a:lnTo>
                  <a:lnTo>
                    <a:pt x="344" y="468"/>
                  </a:lnTo>
                  <a:lnTo>
                    <a:pt x="342" y="468"/>
                  </a:lnTo>
                  <a:lnTo>
                    <a:pt x="344" y="466"/>
                  </a:lnTo>
                  <a:lnTo>
                    <a:pt x="344" y="464"/>
                  </a:lnTo>
                  <a:lnTo>
                    <a:pt x="346" y="464"/>
                  </a:lnTo>
                  <a:lnTo>
                    <a:pt x="348" y="466"/>
                  </a:lnTo>
                  <a:lnTo>
                    <a:pt x="352" y="462"/>
                  </a:lnTo>
                  <a:lnTo>
                    <a:pt x="352" y="458"/>
                  </a:lnTo>
                  <a:lnTo>
                    <a:pt x="352" y="454"/>
                  </a:lnTo>
                  <a:lnTo>
                    <a:pt x="358" y="454"/>
                  </a:lnTo>
                  <a:lnTo>
                    <a:pt x="358" y="452"/>
                  </a:lnTo>
                  <a:lnTo>
                    <a:pt x="356" y="450"/>
                  </a:lnTo>
                  <a:lnTo>
                    <a:pt x="356" y="448"/>
                  </a:lnTo>
                  <a:lnTo>
                    <a:pt x="356" y="446"/>
                  </a:lnTo>
                  <a:lnTo>
                    <a:pt x="358" y="444"/>
                  </a:lnTo>
                  <a:lnTo>
                    <a:pt x="360" y="440"/>
                  </a:lnTo>
                  <a:lnTo>
                    <a:pt x="352" y="440"/>
                  </a:lnTo>
                  <a:lnTo>
                    <a:pt x="350" y="438"/>
                  </a:lnTo>
                  <a:lnTo>
                    <a:pt x="360" y="440"/>
                  </a:lnTo>
                  <a:lnTo>
                    <a:pt x="360" y="430"/>
                  </a:lnTo>
                  <a:lnTo>
                    <a:pt x="358" y="422"/>
                  </a:lnTo>
                  <a:lnTo>
                    <a:pt x="360" y="422"/>
                  </a:lnTo>
                  <a:lnTo>
                    <a:pt x="364" y="422"/>
                  </a:lnTo>
                  <a:lnTo>
                    <a:pt x="366" y="418"/>
                  </a:lnTo>
                  <a:lnTo>
                    <a:pt x="368" y="416"/>
                  </a:lnTo>
                  <a:lnTo>
                    <a:pt x="366" y="414"/>
                  </a:lnTo>
                  <a:lnTo>
                    <a:pt x="366" y="412"/>
                  </a:lnTo>
                  <a:lnTo>
                    <a:pt x="382" y="412"/>
                  </a:lnTo>
                  <a:lnTo>
                    <a:pt x="388" y="410"/>
                  </a:lnTo>
                  <a:lnTo>
                    <a:pt x="394" y="406"/>
                  </a:lnTo>
                  <a:lnTo>
                    <a:pt x="394" y="412"/>
                  </a:lnTo>
                  <a:lnTo>
                    <a:pt x="400" y="414"/>
                  </a:lnTo>
                  <a:lnTo>
                    <a:pt x="404" y="408"/>
                  </a:lnTo>
                  <a:lnTo>
                    <a:pt x="406" y="406"/>
                  </a:lnTo>
                  <a:lnTo>
                    <a:pt x="410" y="406"/>
                  </a:lnTo>
                  <a:lnTo>
                    <a:pt x="410" y="408"/>
                  </a:lnTo>
                  <a:lnTo>
                    <a:pt x="414" y="410"/>
                  </a:lnTo>
                  <a:lnTo>
                    <a:pt x="418" y="400"/>
                  </a:lnTo>
                  <a:lnTo>
                    <a:pt x="422" y="392"/>
                  </a:lnTo>
                  <a:lnTo>
                    <a:pt x="426" y="390"/>
                  </a:lnTo>
                  <a:lnTo>
                    <a:pt x="428" y="390"/>
                  </a:lnTo>
                  <a:lnTo>
                    <a:pt x="436" y="386"/>
                  </a:lnTo>
                  <a:lnTo>
                    <a:pt x="440" y="382"/>
                  </a:lnTo>
                  <a:lnTo>
                    <a:pt x="442" y="376"/>
                  </a:lnTo>
                  <a:lnTo>
                    <a:pt x="448" y="376"/>
                  </a:lnTo>
                  <a:lnTo>
                    <a:pt x="452" y="374"/>
                  </a:lnTo>
                  <a:lnTo>
                    <a:pt x="452" y="370"/>
                  </a:lnTo>
                  <a:lnTo>
                    <a:pt x="454" y="366"/>
                  </a:lnTo>
                  <a:lnTo>
                    <a:pt x="448" y="358"/>
                  </a:lnTo>
                  <a:lnTo>
                    <a:pt x="454" y="362"/>
                  </a:lnTo>
                  <a:lnTo>
                    <a:pt x="460" y="364"/>
                  </a:lnTo>
                  <a:lnTo>
                    <a:pt x="476" y="364"/>
                  </a:lnTo>
                  <a:lnTo>
                    <a:pt x="474" y="358"/>
                  </a:lnTo>
                  <a:lnTo>
                    <a:pt x="478" y="360"/>
                  </a:lnTo>
                  <a:lnTo>
                    <a:pt x="482" y="362"/>
                  </a:lnTo>
                  <a:lnTo>
                    <a:pt x="486" y="358"/>
                  </a:lnTo>
                  <a:lnTo>
                    <a:pt x="490" y="358"/>
                  </a:lnTo>
                  <a:lnTo>
                    <a:pt x="492" y="360"/>
                  </a:lnTo>
                  <a:lnTo>
                    <a:pt x="506" y="358"/>
                  </a:lnTo>
                  <a:lnTo>
                    <a:pt x="508" y="354"/>
                  </a:lnTo>
                  <a:lnTo>
                    <a:pt x="512" y="354"/>
                  </a:lnTo>
                  <a:lnTo>
                    <a:pt x="516" y="354"/>
                  </a:lnTo>
                  <a:lnTo>
                    <a:pt x="522" y="350"/>
                  </a:lnTo>
                  <a:lnTo>
                    <a:pt x="522" y="344"/>
                  </a:lnTo>
                  <a:lnTo>
                    <a:pt x="524" y="344"/>
                  </a:lnTo>
                  <a:lnTo>
                    <a:pt x="526" y="346"/>
                  </a:lnTo>
                  <a:lnTo>
                    <a:pt x="528" y="346"/>
                  </a:lnTo>
                  <a:lnTo>
                    <a:pt x="530" y="346"/>
                  </a:lnTo>
                  <a:lnTo>
                    <a:pt x="530" y="342"/>
                  </a:lnTo>
                  <a:lnTo>
                    <a:pt x="534" y="340"/>
                  </a:lnTo>
                  <a:lnTo>
                    <a:pt x="536" y="340"/>
                  </a:lnTo>
                  <a:lnTo>
                    <a:pt x="538" y="342"/>
                  </a:lnTo>
                  <a:lnTo>
                    <a:pt x="540" y="342"/>
                  </a:lnTo>
                  <a:lnTo>
                    <a:pt x="544" y="336"/>
                  </a:lnTo>
                  <a:lnTo>
                    <a:pt x="558" y="336"/>
                  </a:lnTo>
                  <a:lnTo>
                    <a:pt x="560" y="334"/>
                  </a:lnTo>
                  <a:lnTo>
                    <a:pt x="558" y="330"/>
                  </a:lnTo>
                  <a:lnTo>
                    <a:pt x="560" y="330"/>
                  </a:lnTo>
                  <a:lnTo>
                    <a:pt x="564" y="330"/>
                  </a:lnTo>
                  <a:lnTo>
                    <a:pt x="564" y="324"/>
                  </a:lnTo>
                  <a:lnTo>
                    <a:pt x="566" y="320"/>
                  </a:lnTo>
                  <a:lnTo>
                    <a:pt x="572" y="320"/>
                  </a:lnTo>
                  <a:lnTo>
                    <a:pt x="576" y="318"/>
                  </a:lnTo>
                  <a:lnTo>
                    <a:pt x="576" y="316"/>
                  </a:lnTo>
                  <a:lnTo>
                    <a:pt x="566" y="316"/>
                  </a:lnTo>
                  <a:lnTo>
                    <a:pt x="562" y="316"/>
                  </a:lnTo>
                  <a:lnTo>
                    <a:pt x="556" y="316"/>
                  </a:lnTo>
                  <a:lnTo>
                    <a:pt x="552" y="312"/>
                  </a:lnTo>
                  <a:lnTo>
                    <a:pt x="548" y="310"/>
                  </a:lnTo>
                  <a:lnTo>
                    <a:pt x="544" y="310"/>
                  </a:lnTo>
                  <a:lnTo>
                    <a:pt x="542" y="312"/>
                  </a:lnTo>
                  <a:lnTo>
                    <a:pt x="538" y="316"/>
                  </a:lnTo>
                  <a:lnTo>
                    <a:pt x="530" y="314"/>
                  </a:lnTo>
                  <a:lnTo>
                    <a:pt x="524" y="314"/>
                  </a:lnTo>
                  <a:lnTo>
                    <a:pt x="526" y="312"/>
                  </a:lnTo>
                  <a:lnTo>
                    <a:pt x="528" y="310"/>
                  </a:lnTo>
                  <a:lnTo>
                    <a:pt x="526" y="308"/>
                  </a:lnTo>
                  <a:lnTo>
                    <a:pt x="536" y="306"/>
                  </a:lnTo>
                  <a:lnTo>
                    <a:pt x="536" y="304"/>
                  </a:lnTo>
                  <a:lnTo>
                    <a:pt x="536" y="300"/>
                  </a:lnTo>
                  <a:lnTo>
                    <a:pt x="530" y="298"/>
                  </a:lnTo>
                  <a:lnTo>
                    <a:pt x="520" y="300"/>
                  </a:lnTo>
                  <a:lnTo>
                    <a:pt x="504" y="302"/>
                  </a:lnTo>
                  <a:lnTo>
                    <a:pt x="508" y="296"/>
                  </a:lnTo>
                  <a:lnTo>
                    <a:pt x="522" y="298"/>
                  </a:lnTo>
                  <a:lnTo>
                    <a:pt x="538" y="296"/>
                  </a:lnTo>
                  <a:lnTo>
                    <a:pt x="538" y="290"/>
                  </a:lnTo>
                  <a:lnTo>
                    <a:pt x="530" y="290"/>
                  </a:lnTo>
                  <a:lnTo>
                    <a:pt x="528" y="288"/>
                  </a:lnTo>
                  <a:lnTo>
                    <a:pt x="522" y="286"/>
                  </a:lnTo>
                  <a:lnTo>
                    <a:pt x="514" y="288"/>
                  </a:lnTo>
                  <a:lnTo>
                    <a:pt x="502" y="290"/>
                  </a:lnTo>
                  <a:lnTo>
                    <a:pt x="506" y="286"/>
                  </a:lnTo>
                  <a:lnTo>
                    <a:pt x="506" y="284"/>
                  </a:lnTo>
                  <a:lnTo>
                    <a:pt x="504" y="282"/>
                  </a:lnTo>
                  <a:lnTo>
                    <a:pt x="508" y="280"/>
                  </a:lnTo>
                  <a:lnTo>
                    <a:pt x="510" y="282"/>
                  </a:lnTo>
                  <a:lnTo>
                    <a:pt x="510" y="284"/>
                  </a:lnTo>
                  <a:lnTo>
                    <a:pt x="514" y="284"/>
                  </a:lnTo>
                  <a:lnTo>
                    <a:pt x="516" y="284"/>
                  </a:lnTo>
                  <a:lnTo>
                    <a:pt x="522" y="282"/>
                  </a:lnTo>
                  <a:lnTo>
                    <a:pt x="546" y="290"/>
                  </a:lnTo>
                  <a:lnTo>
                    <a:pt x="548" y="294"/>
                  </a:lnTo>
                  <a:lnTo>
                    <a:pt x="550" y="298"/>
                  </a:lnTo>
                  <a:lnTo>
                    <a:pt x="554" y="304"/>
                  </a:lnTo>
                  <a:lnTo>
                    <a:pt x="560" y="308"/>
                  </a:lnTo>
                  <a:lnTo>
                    <a:pt x="566" y="310"/>
                  </a:lnTo>
                  <a:lnTo>
                    <a:pt x="574" y="312"/>
                  </a:lnTo>
                  <a:lnTo>
                    <a:pt x="576" y="312"/>
                  </a:lnTo>
                  <a:lnTo>
                    <a:pt x="580" y="314"/>
                  </a:lnTo>
                  <a:lnTo>
                    <a:pt x="582" y="308"/>
                  </a:lnTo>
                  <a:lnTo>
                    <a:pt x="580" y="308"/>
                  </a:lnTo>
                  <a:lnTo>
                    <a:pt x="578" y="308"/>
                  </a:lnTo>
                  <a:lnTo>
                    <a:pt x="578" y="306"/>
                  </a:lnTo>
                  <a:lnTo>
                    <a:pt x="582" y="298"/>
                  </a:lnTo>
                  <a:lnTo>
                    <a:pt x="578" y="298"/>
                  </a:lnTo>
                  <a:lnTo>
                    <a:pt x="578" y="296"/>
                  </a:lnTo>
                  <a:lnTo>
                    <a:pt x="578" y="294"/>
                  </a:lnTo>
                  <a:lnTo>
                    <a:pt x="578" y="290"/>
                  </a:lnTo>
                  <a:lnTo>
                    <a:pt x="574" y="288"/>
                  </a:lnTo>
                  <a:lnTo>
                    <a:pt x="572" y="290"/>
                  </a:lnTo>
                  <a:lnTo>
                    <a:pt x="572" y="286"/>
                  </a:lnTo>
                  <a:lnTo>
                    <a:pt x="566" y="286"/>
                  </a:lnTo>
                  <a:lnTo>
                    <a:pt x="568" y="282"/>
                  </a:lnTo>
                  <a:lnTo>
                    <a:pt x="564" y="278"/>
                  </a:lnTo>
                  <a:lnTo>
                    <a:pt x="558" y="276"/>
                  </a:lnTo>
                  <a:lnTo>
                    <a:pt x="558" y="274"/>
                  </a:lnTo>
                  <a:lnTo>
                    <a:pt x="560" y="276"/>
                  </a:lnTo>
                  <a:lnTo>
                    <a:pt x="570" y="280"/>
                  </a:lnTo>
                  <a:lnTo>
                    <a:pt x="576" y="282"/>
                  </a:lnTo>
                  <a:lnTo>
                    <a:pt x="580" y="282"/>
                  </a:lnTo>
                  <a:lnTo>
                    <a:pt x="578" y="280"/>
                  </a:lnTo>
                  <a:lnTo>
                    <a:pt x="574" y="276"/>
                  </a:lnTo>
                  <a:lnTo>
                    <a:pt x="576" y="276"/>
                  </a:lnTo>
                  <a:lnTo>
                    <a:pt x="578" y="274"/>
                  </a:lnTo>
                  <a:lnTo>
                    <a:pt x="572" y="272"/>
                  </a:lnTo>
                  <a:lnTo>
                    <a:pt x="578" y="268"/>
                  </a:lnTo>
                  <a:lnTo>
                    <a:pt x="578" y="266"/>
                  </a:lnTo>
                  <a:lnTo>
                    <a:pt x="578" y="264"/>
                  </a:lnTo>
                  <a:lnTo>
                    <a:pt x="578" y="262"/>
                  </a:lnTo>
                  <a:lnTo>
                    <a:pt x="572" y="262"/>
                  </a:lnTo>
                  <a:lnTo>
                    <a:pt x="572" y="260"/>
                  </a:lnTo>
                  <a:lnTo>
                    <a:pt x="570" y="260"/>
                  </a:lnTo>
                  <a:lnTo>
                    <a:pt x="568" y="260"/>
                  </a:lnTo>
                  <a:lnTo>
                    <a:pt x="570" y="256"/>
                  </a:lnTo>
                  <a:lnTo>
                    <a:pt x="560" y="252"/>
                  </a:lnTo>
                  <a:lnTo>
                    <a:pt x="552" y="248"/>
                  </a:lnTo>
                  <a:lnTo>
                    <a:pt x="564" y="250"/>
                  </a:lnTo>
                  <a:lnTo>
                    <a:pt x="576" y="250"/>
                  </a:lnTo>
                  <a:lnTo>
                    <a:pt x="582" y="248"/>
                  </a:lnTo>
                  <a:lnTo>
                    <a:pt x="582" y="246"/>
                  </a:lnTo>
                  <a:lnTo>
                    <a:pt x="586" y="244"/>
                  </a:lnTo>
                  <a:lnTo>
                    <a:pt x="592" y="244"/>
                  </a:lnTo>
                  <a:lnTo>
                    <a:pt x="590" y="240"/>
                  </a:lnTo>
                  <a:lnTo>
                    <a:pt x="592" y="236"/>
                  </a:lnTo>
                  <a:lnTo>
                    <a:pt x="580" y="234"/>
                  </a:lnTo>
                  <a:lnTo>
                    <a:pt x="580" y="238"/>
                  </a:lnTo>
                  <a:lnTo>
                    <a:pt x="578" y="240"/>
                  </a:lnTo>
                  <a:lnTo>
                    <a:pt x="578" y="236"/>
                  </a:lnTo>
                  <a:lnTo>
                    <a:pt x="574" y="234"/>
                  </a:lnTo>
                  <a:lnTo>
                    <a:pt x="572" y="234"/>
                  </a:lnTo>
                  <a:lnTo>
                    <a:pt x="572" y="230"/>
                  </a:lnTo>
                  <a:lnTo>
                    <a:pt x="572" y="228"/>
                  </a:lnTo>
                  <a:lnTo>
                    <a:pt x="574" y="228"/>
                  </a:lnTo>
                  <a:lnTo>
                    <a:pt x="574" y="222"/>
                  </a:lnTo>
                  <a:lnTo>
                    <a:pt x="576" y="222"/>
                  </a:lnTo>
                  <a:lnTo>
                    <a:pt x="578" y="222"/>
                  </a:lnTo>
                  <a:lnTo>
                    <a:pt x="578" y="224"/>
                  </a:lnTo>
                  <a:lnTo>
                    <a:pt x="576" y="224"/>
                  </a:lnTo>
                  <a:lnTo>
                    <a:pt x="576" y="226"/>
                  </a:lnTo>
                  <a:lnTo>
                    <a:pt x="576" y="232"/>
                  </a:lnTo>
                  <a:lnTo>
                    <a:pt x="582" y="232"/>
                  </a:lnTo>
                  <a:lnTo>
                    <a:pt x="588" y="232"/>
                  </a:lnTo>
                  <a:lnTo>
                    <a:pt x="588" y="228"/>
                  </a:lnTo>
                  <a:lnTo>
                    <a:pt x="578" y="224"/>
                  </a:lnTo>
                  <a:lnTo>
                    <a:pt x="582" y="224"/>
                  </a:lnTo>
                  <a:lnTo>
                    <a:pt x="596" y="226"/>
                  </a:lnTo>
                  <a:lnTo>
                    <a:pt x="598" y="230"/>
                  </a:lnTo>
                  <a:lnTo>
                    <a:pt x="604" y="230"/>
                  </a:lnTo>
                  <a:lnTo>
                    <a:pt x="608" y="228"/>
                  </a:lnTo>
                  <a:lnTo>
                    <a:pt x="606" y="222"/>
                  </a:lnTo>
                  <a:lnTo>
                    <a:pt x="590" y="224"/>
                  </a:lnTo>
                  <a:lnTo>
                    <a:pt x="590" y="220"/>
                  </a:lnTo>
                  <a:lnTo>
                    <a:pt x="592" y="216"/>
                  </a:lnTo>
                  <a:lnTo>
                    <a:pt x="588" y="216"/>
                  </a:lnTo>
                  <a:lnTo>
                    <a:pt x="586" y="220"/>
                  </a:lnTo>
                  <a:lnTo>
                    <a:pt x="584" y="220"/>
                  </a:lnTo>
                  <a:lnTo>
                    <a:pt x="584" y="218"/>
                  </a:lnTo>
                  <a:lnTo>
                    <a:pt x="586" y="216"/>
                  </a:lnTo>
                  <a:lnTo>
                    <a:pt x="586" y="212"/>
                  </a:lnTo>
                  <a:lnTo>
                    <a:pt x="586" y="210"/>
                  </a:lnTo>
                  <a:lnTo>
                    <a:pt x="586" y="208"/>
                  </a:lnTo>
                  <a:lnTo>
                    <a:pt x="580" y="206"/>
                  </a:lnTo>
                  <a:lnTo>
                    <a:pt x="578" y="204"/>
                  </a:lnTo>
                  <a:lnTo>
                    <a:pt x="582" y="204"/>
                  </a:lnTo>
                  <a:lnTo>
                    <a:pt x="592" y="204"/>
                  </a:lnTo>
                  <a:lnTo>
                    <a:pt x="596" y="208"/>
                  </a:lnTo>
                  <a:lnTo>
                    <a:pt x="600" y="208"/>
                  </a:lnTo>
                  <a:lnTo>
                    <a:pt x="600" y="206"/>
                  </a:lnTo>
                  <a:lnTo>
                    <a:pt x="602" y="206"/>
                  </a:lnTo>
                  <a:lnTo>
                    <a:pt x="598" y="190"/>
                  </a:lnTo>
                  <a:lnTo>
                    <a:pt x="594" y="190"/>
                  </a:lnTo>
                  <a:lnTo>
                    <a:pt x="596" y="188"/>
                  </a:lnTo>
                  <a:lnTo>
                    <a:pt x="596" y="184"/>
                  </a:lnTo>
                  <a:lnTo>
                    <a:pt x="596" y="182"/>
                  </a:lnTo>
                  <a:lnTo>
                    <a:pt x="588" y="180"/>
                  </a:lnTo>
                  <a:lnTo>
                    <a:pt x="588" y="184"/>
                  </a:lnTo>
                  <a:lnTo>
                    <a:pt x="584" y="186"/>
                  </a:lnTo>
                  <a:lnTo>
                    <a:pt x="584" y="184"/>
                  </a:lnTo>
                  <a:lnTo>
                    <a:pt x="576" y="186"/>
                  </a:lnTo>
                  <a:lnTo>
                    <a:pt x="578" y="184"/>
                  </a:lnTo>
                  <a:lnTo>
                    <a:pt x="588" y="178"/>
                  </a:lnTo>
                  <a:lnTo>
                    <a:pt x="586" y="174"/>
                  </a:lnTo>
                  <a:lnTo>
                    <a:pt x="584" y="168"/>
                  </a:lnTo>
                  <a:lnTo>
                    <a:pt x="600" y="170"/>
                  </a:lnTo>
                  <a:lnTo>
                    <a:pt x="616" y="174"/>
                  </a:lnTo>
                  <a:lnTo>
                    <a:pt x="616" y="166"/>
                  </a:lnTo>
                  <a:lnTo>
                    <a:pt x="612" y="166"/>
                  </a:lnTo>
                  <a:lnTo>
                    <a:pt x="610" y="158"/>
                  </a:lnTo>
                  <a:lnTo>
                    <a:pt x="606" y="158"/>
                  </a:lnTo>
                  <a:lnTo>
                    <a:pt x="604" y="158"/>
                  </a:lnTo>
                  <a:lnTo>
                    <a:pt x="606" y="160"/>
                  </a:lnTo>
                  <a:lnTo>
                    <a:pt x="602" y="160"/>
                  </a:lnTo>
                  <a:lnTo>
                    <a:pt x="594" y="158"/>
                  </a:lnTo>
                  <a:lnTo>
                    <a:pt x="592" y="158"/>
                  </a:lnTo>
                  <a:lnTo>
                    <a:pt x="592" y="156"/>
                  </a:lnTo>
                  <a:lnTo>
                    <a:pt x="592" y="152"/>
                  </a:lnTo>
                  <a:lnTo>
                    <a:pt x="598" y="152"/>
                  </a:lnTo>
                  <a:lnTo>
                    <a:pt x="604" y="154"/>
                  </a:lnTo>
                  <a:lnTo>
                    <a:pt x="602" y="150"/>
                  </a:lnTo>
                  <a:lnTo>
                    <a:pt x="602" y="148"/>
                  </a:lnTo>
                  <a:lnTo>
                    <a:pt x="596" y="146"/>
                  </a:lnTo>
                  <a:lnTo>
                    <a:pt x="592" y="146"/>
                  </a:lnTo>
                  <a:lnTo>
                    <a:pt x="584" y="144"/>
                  </a:lnTo>
                  <a:lnTo>
                    <a:pt x="578" y="144"/>
                  </a:lnTo>
                  <a:lnTo>
                    <a:pt x="578" y="140"/>
                  </a:lnTo>
                  <a:lnTo>
                    <a:pt x="578" y="138"/>
                  </a:lnTo>
                  <a:lnTo>
                    <a:pt x="592" y="140"/>
                  </a:lnTo>
                  <a:lnTo>
                    <a:pt x="590" y="140"/>
                  </a:lnTo>
                  <a:lnTo>
                    <a:pt x="592" y="142"/>
                  </a:lnTo>
                  <a:lnTo>
                    <a:pt x="594" y="142"/>
                  </a:lnTo>
                  <a:lnTo>
                    <a:pt x="596" y="138"/>
                  </a:lnTo>
                  <a:lnTo>
                    <a:pt x="596" y="134"/>
                  </a:lnTo>
                  <a:lnTo>
                    <a:pt x="600" y="130"/>
                  </a:lnTo>
                  <a:lnTo>
                    <a:pt x="606" y="126"/>
                  </a:lnTo>
                  <a:lnTo>
                    <a:pt x="606" y="112"/>
                  </a:lnTo>
                  <a:lnTo>
                    <a:pt x="620" y="112"/>
                  </a:lnTo>
                  <a:lnTo>
                    <a:pt x="620" y="104"/>
                  </a:lnTo>
                  <a:lnTo>
                    <a:pt x="624" y="102"/>
                  </a:lnTo>
                  <a:lnTo>
                    <a:pt x="626" y="100"/>
                  </a:lnTo>
                  <a:lnTo>
                    <a:pt x="622" y="98"/>
                  </a:lnTo>
                  <a:lnTo>
                    <a:pt x="616" y="96"/>
                  </a:lnTo>
                  <a:lnTo>
                    <a:pt x="606" y="96"/>
                  </a:lnTo>
                  <a:lnTo>
                    <a:pt x="604" y="98"/>
                  </a:lnTo>
                  <a:lnTo>
                    <a:pt x="600" y="100"/>
                  </a:lnTo>
                  <a:lnTo>
                    <a:pt x="598" y="100"/>
                  </a:lnTo>
                  <a:lnTo>
                    <a:pt x="594" y="96"/>
                  </a:lnTo>
                  <a:lnTo>
                    <a:pt x="594" y="92"/>
                  </a:lnTo>
                  <a:lnTo>
                    <a:pt x="594" y="90"/>
                  </a:lnTo>
                  <a:lnTo>
                    <a:pt x="596" y="90"/>
                  </a:lnTo>
                  <a:lnTo>
                    <a:pt x="600" y="90"/>
                  </a:lnTo>
                  <a:lnTo>
                    <a:pt x="606" y="88"/>
                  </a:lnTo>
                  <a:lnTo>
                    <a:pt x="624" y="92"/>
                  </a:lnTo>
                  <a:lnTo>
                    <a:pt x="632" y="92"/>
                  </a:lnTo>
                  <a:lnTo>
                    <a:pt x="638" y="90"/>
                  </a:lnTo>
                  <a:lnTo>
                    <a:pt x="642" y="86"/>
                  </a:lnTo>
                  <a:lnTo>
                    <a:pt x="644" y="84"/>
                  </a:lnTo>
                  <a:lnTo>
                    <a:pt x="646" y="84"/>
                  </a:lnTo>
                  <a:lnTo>
                    <a:pt x="646" y="80"/>
                  </a:lnTo>
                  <a:lnTo>
                    <a:pt x="638" y="78"/>
                  </a:lnTo>
                  <a:lnTo>
                    <a:pt x="620" y="84"/>
                  </a:lnTo>
                  <a:lnTo>
                    <a:pt x="612" y="82"/>
                  </a:lnTo>
                  <a:lnTo>
                    <a:pt x="610" y="82"/>
                  </a:lnTo>
                  <a:lnTo>
                    <a:pt x="612" y="80"/>
                  </a:lnTo>
                  <a:lnTo>
                    <a:pt x="620" y="78"/>
                  </a:lnTo>
                  <a:lnTo>
                    <a:pt x="634" y="78"/>
                  </a:lnTo>
                  <a:lnTo>
                    <a:pt x="648" y="78"/>
                  </a:lnTo>
                  <a:lnTo>
                    <a:pt x="648" y="74"/>
                  </a:lnTo>
                  <a:lnTo>
                    <a:pt x="654" y="74"/>
                  </a:lnTo>
                  <a:lnTo>
                    <a:pt x="660" y="72"/>
                  </a:lnTo>
                  <a:lnTo>
                    <a:pt x="662" y="70"/>
                  </a:lnTo>
                  <a:lnTo>
                    <a:pt x="662" y="68"/>
                  </a:lnTo>
                  <a:lnTo>
                    <a:pt x="672" y="66"/>
                  </a:lnTo>
                  <a:lnTo>
                    <a:pt x="680" y="64"/>
                  </a:lnTo>
                  <a:lnTo>
                    <a:pt x="682" y="60"/>
                  </a:lnTo>
                  <a:lnTo>
                    <a:pt x="676" y="56"/>
                  </a:lnTo>
                  <a:lnTo>
                    <a:pt x="650" y="54"/>
                  </a:lnTo>
                  <a:lnTo>
                    <a:pt x="622" y="54"/>
                  </a:lnTo>
                  <a:lnTo>
                    <a:pt x="622" y="58"/>
                  </a:lnTo>
                  <a:lnTo>
                    <a:pt x="610" y="60"/>
                  </a:lnTo>
                  <a:lnTo>
                    <a:pt x="598" y="58"/>
                  </a:lnTo>
                  <a:lnTo>
                    <a:pt x="598" y="62"/>
                  </a:lnTo>
                  <a:lnTo>
                    <a:pt x="596" y="62"/>
                  </a:lnTo>
                  <a:lnTo>
                    <a:pt x="596" y="58"/>
                  </a:lnTo>
                  <a:lnTo>
                    <a:pt x="592" y="56"/>
                  </a:lnTo>
                  <a:lnTo>
                    <a:pt x="588" y="60"/>
                  </a:lnTo>
                  <a:lnTo>
                    <a:pt x="584" y="64"/>
                  </a:lnTo>
                  <a:lnTo>
                    <a:pt x="580" y="64"/>
                  </a:lnTo>
                  <a:lnTo>
                    <a:pt x="578" y="64"/>
                  </a:lnTo>
                  <a:lnTo>
                    <a:pt x="572" y="72"/>
                  </a:lnTo>
                  <a:lnTo>
                    <a:pt x="566" y="72"/>
                  </a:lnTo>
                  <a:lnTo>
                    <a:pt x="558" y="74"/>
                  </a:lnTo>
                  <a:lnTo>
                    <a:pt x="546" y="72"/>
                  </a:lnTo>
                  <a:lnTo>
                    <a:pt x="544" y="70"/>
                  </a:lnTo>
                  <a:lnTo>
                    <a:pt x="550" y="66"/>
                  </a:lnTo>
                  <a:lnTo>
                    <a:pt x="552" y="66"/>
                  </a:lnTo>
                  <a:lnTo>
                    <a:pt x="554" y="66"/>
                  </a:lnTo>
                  <a:lnTo>
                    <a:pt x="556" y="68"/>
                  </a:lnTo>
                  <a:lnTo>
                    <a:pt x="558" y="68"/>
                  </a:lnTo>
                  <a:lnTo>
                    <a:pt x="560" y="64"/>
                  </a:lnTo>
                  <a:lnTo>
                    <a:pt x="568" y="58"/>
                  </a:lnTo>
                  <a:lnTo>
                    <a:pt x="574" y="50"/>
                  </a:lnTo>
                  <a:lnTo>
                    <a:pt x="564" y="48"/>
                  </a:lnTo>
                  <a:lnTo>
                    <a:pt x="556" y="48"/>
                  </a:lnTo>
                  <a:lnTo>
                    <a:pt x="550" y="48"/>
                  </a:lnTo>
                  <a:lnTo>
                    <a:pt x="550" y="50"/>
                  </a:lnTo>
                  <a:lnTo>
                    <a:pt x="550" y="52"/>
                  </a:lnTo>
                  <a:lnTo>
                    <a:pt x="550" y="56"/>
                  </a:lnTo>
                  <a:lnTo>
                    <a:pt x="546" y="58"/>
                  </a:lnTo>
                  <a:lnTo>
                    <a:pt x="536" y="58"/>
                  </a:lnTo>
                  <a:lnTo>
                    <a:pt x="524" y="58"/>
                  </a:lnTo>
                  <a:lnTo>
                    <a:pt x="526" y="56"/>
                  </a:lnTo>
                  <a:lnTo>
                    <a:pt x="526" y="54"/>
                  </a:lnTo>
                  <a:lnTo>
                    <a:pt x="526" y="50"/>
                  </a:lnTo>
                  <a:lnTo>
                    <a:pt x="524" y="48"/>
                  </a:lnTo>
                  <a:lnTo>
                    <a:pt x="518" y="48"/>
                  </a:lnTo>
                  <a:lnTo>
                    <a:pt x="510" y="48"/>
                  </a:lnTo>
                  <a:lnTo>
                    <a:pt x="496" y="50"/>
                  </a:lnTo>
                  <a:lnTo>
                    <a:pt x="486" y="50"/>
                  </a:lnTo>
                  <a:lnTo>
                    <a:pt x="478" y="48"/>
                  </a:lnTo>
                  <a:lnTo>
                    <a:pt x="468" y="52"/>
                  </a:lnTo>
                  <a:lnTo>
                    <a:pt x="458" y="56"/>
                  </a:lnTo>
                  <a:lnTo>
                    <a:pt x="448" y="56"/>
                  </a:lnTo>
                  <a:lnTo>
                    <a:pt x="470" y="48"/>
                  </a:lnTo>
                  <a:lnTo>
                    <a:pt x="470" y="44"/>
                  </a:lnTo>
                  <a:lnTo>
                    <a:pt x="476" y="44"/>
                  </a:lnTo>
                  <a:lnTo>
                    <a:pt x="488" y="42"/>
                  </a:lnTo>
                  <a:lnTo>
                    <a:pt x="502" y="42"/>
                  </a:lnTo>
                  <a:lnTo>
                    <a:pt x="522" y="44"/>
                  </a:lnTo>
                  <a:lnTo>
                    <a:pt x="528" y="44"/>
                  </a:lnTo>
                  <a:lnTo>
                    <a:pt x="542" y="44"/>
                  </a:lnTo>
                  <a:lnTo>
                    <a:pt x="556" y="44"/>
                  </a:lnTo>
                  <a:lnTo>
                    <a:pt x="568" y="44"/>
                  </a:lnTo>
                  <a:lnTo>
                    <a:pt x="578" y="44"/>
                  </a:lnTo>
                  <a:lnTo>
                    <a:pt x="592" y="34"/>
                  </a:lnTo>
                  <a:lnTo>
                    <a:pt x="580" y="28"/>
                  </a:lnTo>
                  <a:lnTo>
                    <a:pt x="576" y="28"/>
                  </a:lnTo>
                  <a:lnTo>
                    <a:pt x="572" y="28"/>
                  </a:lnTo>
                  <a:lnTo>
                    <a:pt x="566" y="30"/>
                  </a:lnTo>
                  <a:lnTo>
                    <a:pt x="566" y="28"/>
                  </a:lnTo>
                  <a:lnTo>
                    <a:pt x="564" y="24"/>
                  </a:lnTo>
                  <a:lnTo>
                    <a:pt x="552" y="24"/>
                  </a:lnTo>
                  <a:lnTo>
                    <a:pt x="538" y="28"/>
                  </a:lnTo>
                  <a:lnTo>
                    <a:pt x="548" y="24"/>
                  </a:lnTo>
                  <a:lnTo>
                    <a:pt x="546" y="16"/>
                  </a:lnTo>
                  <a:lnTo>
                    <a:pt x="540" y="12"/>
                  </a:lnTo>
                  <a:lnTo>
                    <a:pt x="536" y="12"/>
                  </a:lnTo>
                  <a:lnTo>
                    <a:pt x="534" y="14"/>
                  </a:lnTo>
                  <a:lnTo>
                    <a:pt x="530" y="18"/>
                  </a:lnTo>
                  <a:lnTo>
                    <a:pt x="524" y="18"/>
                  </a:lnTo>
                  <a:lnTo>
                    <a:pt x="516" y="18"/>
                  </a:lnTo>
                  <a:lnTo>
                    <a:pt x="528" y="10"/>
                  </a:lnTo>
                  <a:lnTo>
                    <a:pt x="528" y="6"/>
                  </a:lnTo>
                  <a:lnTo>
                    <a:pt x="516" y="6"/>
                  </a:lnTo>
                  <a:lnTo>
                    <a:pt x="504" y="6"/>
                  </a:lnTo>
                  <a:lnTo>
                    <a:pt x="494" y="4"/>
                  </a:lnTo>
                  <a:lnTo>
                    <a:pt x="484" y="6"/>
                  </a:lnTo>
                  <a:lnTo>
                    <a:pt x="480" y="6"/>
                  </a:lnTo>
                  <a:lnTo>
                    <a:pt x="474" y="6"/>
                  </a:lnTo>
                  <a:lnTo>
                    <a:pt x="474" y="4"/>
                  </a:lnTo>
                  <a:lnTo>
                    <a:pt x="466" y="4"/>
                  </a:lnTo>
                  <a:lnTo>
                    <a:pt x="464" y="2"/>
                  </a:lnTo>
                  <a:lnTo>
                    <a:pt x="452" y="0"/>
                  </a:lnTo>
                  <a:lnTo>
                    <a:pt x="440" y="2"/>
                  </a:lnTo>
                  <a:lnTo>
                    <a:pt x="428" y="4"/>
                  </a:lnTo>
                  <a:lnTo>
                    <a:pt x="414" y="4"/>
                  </a:lnTo>
                  <a:lnTo>
                    <a:pt x="408" y="2"/>
                  </a:lnTo>
                  <a:lnTo>
                    <a:pt x="402" y="2"/>
                  </a:lnTo>
                  <a:lnTo>
                    <a:pt x="400" y="4"/>
                  </a:lnTo>
                  <a:lnTo>
                    <a:pt x="400" y="6"/>
                  </a:lnTo>
                  <a:lnTo>
                    <a:pt x="388" y="4"/>
                  </a:lnTo>
                  <a:lnTo>
                    <a:pt x="388" y="10"/>
                  </a:lnTo>
                  <a:lnTo>
                    <a:pt x="382" y="8"/>
                  </a:lnTo>
                  <a:lnTo>
                    <a:pt x="378" y="8"/>
                  </a:lnTo>
                  <a:lnTo>
                    <a:pt x="374" y="8"/>
                  </a:lnTo>
                  <a:lnTo>
                    <a:pt x="374" y="14"/>
                  </a:lnTo>
                  <a:lnTo>
                    <a:pt x="376" y="14"/>
                  </a:lnTo>
                  <a:lnTo>
                    <a:pt x="376" y="16"/>
                  </a:lnTo>
                  <a:lnTo>
                    <a:pt x="372" y="14"/>
                  </a:lnTo>
                  <a:lnTo>
                    <a:pt x="368" y="16"/>
                  </a:lnTo>
                  <a:lnTo>
                    <a:pt x="366" y="18"/>
                  </a:lnTo>
                  <a:lnTo>
                    <a:pt x="366" y="20"/>
                  </a:lnTo>
                  <a:lnTo>
                    <a:pt x="368" y="20"/>
                  </a:lnTo>
                  <a:lnTo>
                    <a:pt x="370" y="24"/>
                  </a:lnTo>
                  <a:lnTo>
                    <a:pt x="366" y="24"/>
                  </a:lnTo>
                  <a:lnTo>
                    <a:pt x="366" y="22"/>
                  </a:lnTo>
                  <a:lnTo>
                    <a:pt x="362" y="18"/>
                  </a:lnTo>
                  <a:lnTo>
                    <a:pt x="356" y="22"/>
                  </a:lnTo>
                  <a:lnTo>
                    <a:pt x="356" y="24"/>
                  </a:lnTo>
                  <a:lnTo>
                    <a:pt x="358" y="28"/>
                  </a:lnTo>
                  <a:lnTo>
                    <a:pt x="346" y="24"/>
                  </a:lnTo>
                  <a:lnTo>
                    <a:pt x="346" y="18"/>
                  </a:lnTo>
                  <a:lnTo>
                    <a:pt x="346" y="16"/>
                  </a:lnTo>
                  <a:lnTo>
                    <a:pt x="330" y="16"/>
                  </a:lnTo>
                  <a:lnTo>
                    <a:pt x="320" y="18"/>
                  </a:lnTo>
                  <a:lnTo>
                    <a:pt x="320" y="20"/>
                  </a:lnTo>
                  <a:lnTo>
                    <a:pt x="322" y="20"/>
                  </a:lnTo>
                  <a:lnTo>
                    <a:pt x="322" y="22"/>
                  </a:lnTo>
                  <a:lnTo>
                    <a:pt x="324" y="22"/>
                  </a:lnTo>
                  <a:lnTo>
                    <a:pt x="324" y="24"/>
                  </a:lnTo>
                  <a:lnTo>
                    <a:pt x="320" y="24"/>
                  </a:lnTo>
                  <a:lnTo>
                    <a:pt x="320" y="30"/>
                  </a:lnTo>
                  <a:lnTo>
                    <a:pt x="326" y="30"/>
                  </a:lnTo>
                  <a:lnTo>
                    <a:pt x="324" y="30"/>
                  </a:lnTo>
                  <a:lnTo>
                    <a:pt x="312" y="30"/>
                  </a:lnTo>
                  <a:lnTo>
                    <a:pt x="314" y="38"/>
                  </a:lnTo>
                  <a:lnTo>
                    <a:pt x="302" y="32"/>
                  </a:lnTo>
                  <a:lnTo>
                    <a:pt x="296" y="34"/>
                  </a:lnTo>
                  <a:lnTo>
                    <a:pt x="292" y="36"/>
                  </a:lnTo>
                  <a:lnTo>
                    <a:pt x="284" y="34"/>
                  </a:lnTo>
                  <a:lnTo>
                    <a:pt x="284" y="36"/>
                  </a:lnTo>
                  <a:lnTo>
                    <a:pt x="284" y="40"/>
                  </a:lnTo>
                  <a:lnTo>
                    <a:pt x="288" y="40"/>
                  </a:lnTo>
                  <a:lnTo>
                    <a:pt x="292" y="46"/>
                  </a:lnTo>
                  <a:lnTo>
                    <a:pt x="306" y="58"/>
                  </a:lnTo>
                  <a:lnTo>
                    <a:pt x="320" y="66"/>
                  </a:lnTo>
                  <a:lnTo>
                    <a:pt x="306" y="62"/>
                  </a:lnTo>
                  <a:lnTo>
                    <a:pt x="302" y="70"/>
                  </a:lnTo>
                  <a:lnTo>
                    <a:pt x="294" y="66"/>
                  </a:lnTo>
                  <a:lnTo>
                    <a:pt x="290" y="66"/>
                  </a:lnTo>
                  <a:lnTo>
                    <a:pt x="284" y="60"/>
                  </a:lnTo>
                  <a:lnTo>
                    <a:pt x="278" y="54"/>
                  </a:lnTo>
                  <a:lnTo>
                    <a:pt x="278" y="48"/>
                  </a:lnTo>
                  <a:lnTo>
                    <a:pt x="274" y="44"/>
                  </a:lnTo>
                  <a:lnTo>
                    <a:pt x="268" y="40"/>
                  </a:lnTo>
                  <a:lnTo>
                    <a:pt x="254" y="34"/>
                  </a:lnTo>
                  <a:lnTo>
                    <a:pt x="252" y="34"/>
                  </a:lnTo>
                  <a:lnTo>
                    <a:pt x="252" y="44"/>
                  </a:lnTo>
                  <a:lnTo>
                    <a:pt x="250" y="52"/>
                  </a:lnTo>
                  <a:lnTo>
                    <a:pt x="250" y="58"/>
                  </a:lnTo>
                  <a:lnTo>
                    <a:pt x="250" y="66"/>
                  </a:lnTo>
                  <a:close/>
                  <a:moveTo>
                    <a:pt x="320" y="522"/>
                  </a:moveTo>
                  <a:lnTo>
                    <a:pt x="320" y="522"/>
                  </a:lnTo>
                  <a:lnTo>
                    <a:pt x="320" y="526"/>
                  </a:lnTo>
                  <a:lnTo>
                    <a:pt x="324" y="526"/>
                  </a:lnTo>
                  <a:lnTo>
                    <a:pt x="324" y="524"/>
                  </a:lnTo>
                  <a:lnTo>
                    <a:pt x="322" y="522"/>
                  </a:lnTo>
                  <a:lnTo>
                    <a:pt x="320" y="522"/>
                  </a:lnTo>
                  <a:close/>
                  <a:moveTo>
                    <a:pt x="396" y="400"/>
                  </a:moveTo>
                  <a:lnTo>
                    <a:pt x="396" y="400"/>
                  </a:lnTo>
                  <a:lnTo>
                    <a:pt x="400" y="398"/>
                  </a:lnTo>
                  <a:lnTo>
                    <a:pt x="400" y="400"/>
                  </a:lnTo>
                  <a:lnTo>
                    <a:pt x="396" y="404"/>
                  </a:lnTo>
                  <a:lnTo>
                    <a:pt x="394" y="404"/>
                  </a:lnTo>
                  <a:lnTo>
                    <a:pt x="394" y="402"/>
                  </a:lnTo>
                  <a:lnTo>
                    <a:pt x="396" y="400"/>
                  </a:lnTo>
                  <a:close/>
                  <a:moveTo>
                    <a:pt x="322" y="66"/>
                  </a:moveTo>
                  <a:lnTo>
                    <a:pt x="322" y="66"/>
                  </a:lnTo>
                  <a:lnTo>
                    <a:pt x="324" y="68"/>
                  </a:lnTo>
                  <a:lnTo>
                    <a:pt x="324" y="70"/>
                  </a:lnTo>
                  <a:lnTo>
                    <a:pt x="322" y="70"/>
                  </a:lnTo>
                  <a:lnTo>
                    <a:pt x="320" y="68"/>
                  </a:lnTo>
                  <a:lnTo>
                    <a:pt x="320" y="66"/>
                  </a:lnTo>
                  <a:lnTo>
                    <a:pt x="322" y="66"/>
                  </a:lnTo>
                  <a:close/>
                  <a:moveTo>
                    <a:pt x="442" y="56"/>
                  </a:moveTo>
                  <a:lnTo>
                    <a:pt x="442" y="56"/>
                  </a:lnTo>
                  <a:lnTo>
                    <a:pt x="446" y="56"/>
                  </a:lnTo>
                  <a:lnTo>
                    <a:pt x="446" y="58"/>
                  </a:lnTo>
                  <a:lnTo>
                    <a:pt x="442" y="60"/>
                  </a:lnTo>
                  <a:lnTo>
                    <a:pt x="440" y="60"/>
                  </a:lnTo>
                  <a:lnTo>
                    <a:pt x="440" y="58"/>
                  </a:lnTo>
                  <a:lnTo>
                    <a:pt x="440" y="56"/>
                  </a:lnTo>
                  <a:lnTo>
                    <a:pt x="442" y="56"/>
                  </a:lnTo>
                  <a:close/>
                  <a:moveTo>
                    <a:pt x="256" y="388"/>
                  </a:moveTo>
                  <a:lnTo>
                    <a:pt x="254" y="394"/>
                  </a:lnTo>
                  <a:lnTo>
                    <a:pt x="248" y="394"/>
                  </a:lnTo>
                  <a:lnTo>
                    <a:pt x="250" y="392"/>
                  </a:lnTo>
                  <a:lnTo>
                    <a:pt x="256" y="388"/>
                  </a:lnTo>
                  <a:close/>
                  <a:moveTo>
                    <a:pt x="242" y="372"/>
                  </a:moveTo>
                  <a:lnTo>
                    <a:pt x="242" y="372"/>
                  </a:lnTo>
                  <a:lnTo>
                    <a:pt x="244" y="370"/>
                  </a:lnTo>
                  <a:lnTo>
                    <a:pt x="246" y="370"/>
                  </a:lnTo>
                  <a:lnTo>
                    <a:pt x="246" y="374"/>
                  </a:lnTo>
                  <a:lnTo>
                    <a:pt x="242" y="382"/>
                  </a:lnTo>
                  <a:lnTo>
                    <a:pt x="218" y="378"/>
                  </a:lnTo>
                  <a:lnTo>
                    <a:pt x="224" y="376"/>
                  </a:lnTo>
                  <a:lnTo>
                    <a:pt x="230" y="374"/>
                  </a:lnTo>
                  <a:lnTo>
                    <a:pt x="232" y="376"/>
                  </a:lnTo>
                  <a:lnTo>
                    <a:pt x="234" y="378"/>
                  </a:lnTo>
                  <a:lnTo>
                    <a:pt x="234" y="380"/>
                  </a:lnTo>
                  <a:lnTo>
                    <a:pt x="236" y="380"/>
                  </a:lnTo>
                  <a:lnTo>
                    <a:pt x="240" y="380"/>
                  </a:lnTo>
                  <a:lnTo>
                    <a:pt x="240" y="372"/>
                  </a:lnTo>
                  <a:lnTo>
                    <a:pt x="242" y="372"/>
                  </a:lnTo>
                  <a:close/>
                  <a:moveTo>
                    <a:pt x="516" y="316"/>
                  </a:moveTo>
                  <a:lnTo>
                    <a:pt x="516" y="316"/>
                  </a:lnTo>
                  <a:lnTo>
                    <a:pt x="518" y="316"/>
                  </a:lnTo>
                  <a:lnTo>
                    <a:pt x="520" y="316"/>
                  </a:lnTo>
                  <a:lnTo>
                    <a:pt x="518" y="318"/>
                  </a:lnTo>
                  <a:lnTo>
                    <a:pt x="514" y="316"/>
                  </a:lnTo>
                  <a:lnTo>
                    <a:pt x="516" y="316"/>
                  </a:lnTo>
                  <a:close/>
                  <a:moveTo>
                    <a:pt x="504" y="302"/>
                  </a:moveTo>
                  <a:lnTo>
                    <a:pt x="504" y="302"/>
                  </a:lnTo>
                  <a:lnTo>
                    <a:pt x="504" y="308"/>
                  </a:lnTo>
                  <a:lnTo>
                    <a:pt x="524" y="308"/>
                  </a:lnTo>
                  <a:lnTo>
                    <a:pt x="502" y="310"/>
                  </a:lnTo>
                  <a:lnTo>
                    <a:pt x="500" y="304"/>
                  </a:lnTo>
                  <a:lnTo>
                    <a:pt x="500" y="302"/>
                  </a:lnTo>
                  <a:lnTo>
                    <a:pt x="504" y="302"/>
                  </a:lnTo>
                  <a:close/>
                  <a:moveTo>
                    <a:pt x="210" y="290"/>
                  </a:moveTo>
                  <a:lnTo>
                    <a:pt x="210" y="290"/>
                  </a:lnTo>
                  <a:lnTo>
                    <a:pt x="212" y="294"/>
                  </a:lnTo>
                  <a:lnTo>
                    <a:pt x="216" y="294"/>
                  </a:lnTo>
                  <a:lnTo>
                    <a:pt x="216" y="292"/>
                  </a:lnTo>
                  <a:lnTo>
                    <a:pt x="214" y="290"/>
                  </a:lnTo>
                  <a:lnTo>
                    <a:pt x="210" y="290"/>
                  </a:lnTo>
                  <a:close/>
                  <a:moveTo>
                    <a:pt x="566" y="266"/>
                  </a:moveTo>
                  <a:lnTo>
                    <a:pt x="566" y="266"/>
                  </a:lnTo>
                  <a:lnTo>
                    <a:pt x="572" y="268"/>
                  </a:lnTo>
                  <a:lnTo>
                    <a:pt x="572" y="270"/>
                  </a:lnTo>
                  <a:lnTo>
                    <a:pt x="568" y="270"/>
                  </a:lnTo>
                  <a:lnTo>
                    <a:pt x="566" y="268"/>
                  </a:lnTo>
                  <a:lnTo>
                    <a:pt x="564" y="266"/>
                  </a:lnTo>
                  <a:lnTo>
                    <a:pt x="566" y="266"/>
                  </a:lnTo>
                  <a:close/>
                  <a:moveTo>
                    <a:pt x="544" y="258"/>
                  </a:moveTo>
                  <a:lnTo>
                    <a:pt x="544" y="258"/>
                  </a:lnTo>
                  <a:lnTo>
                    <a:pt x="546" y="260"/>
                  </a:lnTo>
                  <a:lnTo>
                    <a:pt x="548" y="262"/>
                  </a:lnTo>
                  <a:lnTo>
                    <a:pt x="552" y="262"/>
                  </a:lnTo>
                  <a:lnTo>
                    <a:pt x="558" y="262"/>
                  </a:lnTo>
                  <a:lnTo>
                    <a:pt x="556" y="264"/>
                  </a:lnTo>
                  <a:lnTo>
                    <a:pt x="554" y="264"/>
                  </a:lnTo>
                  <a:lnTo>
                    <a:pt x="558" y="266"/>
                  </a:lnTo>
                  <a:lnTo>
                    <a:pt x="558" y="268"/>
                  </a:lnTo>
                  <a:lnTo>
                    <a:pt x="556" y="268"/>
                  </a:lnTo>
                  <a:lnTo>
                    <a:pt x="556" y="274"/>
                  </a:lnTo>
                  <a:lnTo>
                    <a:pt x="546" y="272"/>
                  </a:lnTo>
                  <a:lnTo>
                    <a:pt x="544" y="270"/>
                  </a:lnTo>
                  <a:lnTo>
                    <a:pt x="548" y="270"/>
                  </a:lnTo>
                  <a:lnTo>
                    <a:pt x="546" y="268"/>
                  </a:lnTo>
                  <a:lnTo>
                    <a:pt x="546" y="266"/>
                  </a:lnTo>
                  <a:lnTo>
                    <a:pt x="546" y="264"/>
                  </a:lnTo>
                  <a:lnTo>
                    <a:pt x="542" y="264"/>
                  </a:lnTo>
                  <a:lnTo>
                    <a:pt x="538" y="262"/>
                  </a:lnTo>
                  <a:lnTo>
                    <a:pt x="534" y="266"/>
                  </a:lnTo>
                  <a:lnTo>
                    <a:pt x="536" y="264"/>
                  </a:lnTo>
                  <a:lnTo>
                    <a:pt x="540" y="260"/>
                  </a:lnTo>
                  <a:lnTo>
                    <a:pt x="544" y="258"/>
                  </a:lnTo>
                  <a:close/>
                  <a:moveTo>
                    <a:pt x="550" y="240"/>
                  </a:moveTo>
                  <a:lnTo>
                    <a:pt x="550" y="240"/>
                  </a:lnTo>
                  <a:lnTo>
                    <a:pt x="552" y="240"/>
                  </a:lnTo>
                  <a:lnTo>
                    <a:pt x="550" y="242"/>
                  </a:lnTo>
                  <a:lnTo>
                    <a:pt x="548" y="242"/>
                  </a:lnTo>
                  <a:lnTo>
                    <a:pt x="550" y="244"/>
                  </a:lnTo>
                  <a:lnTo>
                    <a:pt x="550" y="246"/>
                  </a:lnTo>
                  <a:lnTo>
                    <a:pt x="538" y="252"/>
                  </a:lnTo>
                  <a:lnTo>
                    <a:pt x="540" y="256"/>
                  </a:lnTo>
                  <a:lnTo>
                    <a:pt x="538" y="256"/>
                  </a:lnTo>
                  <a:lnTo>
                    <a:pt x="534" y="254"/>
                  </a:lnTo>
                  <a:lnTo>
                    <a:pt x="530" y="254"/>
                  </a:lnTo>
                  <a:lnTo>
                    <a:pt x="526" y="254"/>
                  </a:lnTo>
                  <a:lnTo>
                    <a:pt x="526" y="256"/>
                  </a:lnTo>
                  <a:lnTo>
                    <a:pt x="524" y="258"/>
                  </a:lnTo>
                  <a:lnTo>
                    <a:pt x="524" y="262"/>
                  </a:lnTo>
                  <a:lnTo>
                    <a:pt x="528" y="262"/>
                  </a:lnTo>
                  <a:lnTo>
                    <a:pt x="530" y="266"/>
                  </a:lnTo>
                  <a:lnTo>
                    <a:pt x="532" y="268"/>
                  </a:lnTo>
                  <a:lnTo>
                    <a:pt x="530" y="268"/>
                  </a:lnTo>
                  <a:lnTo>
                    <a:pt x="526" y="268"/>
                  </a:lnTo>
                  <a:lnTo>
                    <a:pt x="526" y="264"/>
                  </a:lnTo>
                  <a:lnTo>
                    <a:pt x="524" y="264"/>
                  </a:lnTo>
                  <a:lnTo>
                    <a:pt x="522" y="264"/>
                  </a:lnTo>
                  <a:lnTo>
                    <a:pt x="518" y="258"/>
                  </a:lnTo>
                  <a:lnTo>
                    <a:pt x="524" y="256"/>
                  </a:lnTo>
                  <a:lnTo>
                    <a:pt x="522" y="254"/>
                  </a:lnTo>
                  <a:lnTo>
                    <a:pt x="522" y="252"/>
                  </a:lnTo>
                  <a:lnTo>
                    <a:pt x="528" y="252"/>
                  </a:lnTo>
                  <a:lnTo>
                    <a:pt x="534" y="252"/>
                  </a:lnTo>
                  <a:lnTo>
                    <a:pt x="534" y="250"/>
                  </a:lnTo>
                  <a:lnTo>
                    <a:pt x="536" y="250"/>
                  </a:lnTo>
                  <a:lnTo>
                    <a:pt x="540" y="248"/>
                  </a:lnTo>
                  <a:lnTo>
                    <a:pt x="540" y="246"/>
                  </a:lnTo>
                  <a:lnTo>
                    <a:pt x="544" y="246"/>
                  </a:lnTo>
                  <a:lnTo>
                    <a:pt x="548" y="246"/>
                  </a:lnTo>
                  <a:lnTo>
                    <a:pt x="548" y="244"/>
                  </a:lnTo>
                  <a:lnTo>
                    <a:pt x="548" y="242"/>
                  </a:lnTo>
                  <a:lnTo>
                    <a:pt x="550" y="240"/>
                  </a:lnTo>
                  <a:close/>
                  <a:moveTo>
                    <a:pt x="172" y="222"/>
                  </a:moveTo>
                  <a:lnTo>
                    <a:pt x="172" y="222"/>
                  </a:lnTo>
                  <a:lnTo>
                    <a:pt x="168" y="224"/>
                  </a:lnTo>
                  <a:lnTo>
                    <a:pt x="172" y="224"/>
                  </a:lnTo>
                  <a:lnTo>
                    <a:pt x="176" y="222"/>
                  </a:lnTo>
                  <a:lnTo>
                    <a:pt x="176" y="220"/>
                  </a:lnTo>
                  <a:lnTo>
                    <a:pt x="172" y="222"/>
                  </a:lnTo>
                  <a:close/>
                  <a:moveTo>
                    <a:pt x="594" y="212"/>
                  </a:moveTo>
                  <a:lnTo>
                    <a:pt x="594" y="212"/>
                  </a:lnTo>
                  <a:lnTo>
                    <a:pt x="594" y="218"/>
                  </a:lnTo>
                  <a:lnTo>
                    <a:pt x="602" y="220"/>
                  </a:lnTo>
                  <a:lnTo>
                    <a:pt x="602" y="214"/>
                  </a:lnTo>
                  <a:lnTo>
                    <a:pt x="598" y="214"/>
                  </a:lnTo>
                  <a:lnTo>
                    <a:pt x="594" y="212"/>
                  </a:lnTo>
                  <a:close/>
                  <a:moveTo>
                    <a:pt x="572" y="206"/>
                  </a:moveTo>
                  <a:lnTo>
                    <a:pt x="572" y="206"/>
                  </a:lnTo>
                  <a:lnTo>
                    <a:pt x="576" y="206"/>
                  </a:lnTo>
                  <a:lnTo>
                    <a:pt x="574" y="208"/>
                  </a:lnTo>
                  <a:lnTo>
                    <a:pt x="570" y="212"/>
                  </a:lnTo>
                  <a:lnTo>
                    <a:pt x="570" y="208"/>
                  </a:lnTo>
                  <a:lnTo>
                    <a:pt x="570" y="206"/>
                  </a:lnTo>
                  <a:lnTo>
                    <a:pt x="572" y="206"/>
                  </a:lnTo>
                  <a:close/>
                  <a:moveTo>
                    <a:pt x="612" y="196"/>
                  </a:moveTo>
                  <a:lnTo>
                    <a:pt x="612" y="196"/>
                  </a:lnTo>
                  <a:lnTo>
                    <a:pt x="610" y="200"/>
                  </a:lnTo>
                  <a:lnTo>
                    <a:pt x="606" y="200"/>
                  </a:lnTo>
                  <a:lnTo>
                    <a:pt x="608" y="206"/>
                  </a:lnTo>
                  <a:lnTo>
                    <a:pt x="606" y="210"/>
                  </a:lnTo>
                  <a:lnTo>
                    <a:pt x="618" y="208"/>
                  </a:lnTo>
                  <a:lnTo>
                    <a:pt x="624" y="206"/>
                  </a:lnTo>
                  <a:lnTo>
                    <a:pt x="618" y="206"/>
                  </a:lnTo>
                  <a:lnTo>
                    <a:pt x="612" y="196"/>
                  </a:lnTo>
                  <a:close/>
                  <a:moveTo>
                    <a:pt x="604" y="178"/>
                  </a:moveTo>
                  <a:lnTo>
                    <a:pt x="604" y="178"/>
                  </a:lnTo>
                  <a:lnTo>
                    <a:pt x="606" y="186"/>
                  </a:lnTo>
                  <a:lnTo>
                    <a:pt x="608" y="188"/>
                  </a:lnTo>
                  <a:lnTo>
                    <a:pt x="608" y="184"/>
                  </a:lnTo>
                  <a:lnTo>
                    <a:pt x="604" y="178"/>
                  </a:lnTo>
                  <a:close/>
                  <a:moveTo>
                    <a:pt x="0" y="154"/>
                  </a:moveTo>
                  <a:lnTo>
                    <a:pt x="4" y="158"/>
                  </a:lnTo>
                  <a:lnTo>
                    <a:pt x="4" y="156"/>
                  </a:lnTo>
                  <a:lnTo>
                    <a:pt x="0" y="154"/>
                  </a:lnTo>
                  <a:close/>
                  <a:moveTo>
                    <a:pt x="598" y="90"/>
                  </a:moveTo>
                  <a:lnTo>
                    <a:pt x="598" y="94"/>
                  </a:lnTo>
                  <a:lnTo>
                    <a:pt x="600" y="94"/>
                  </a:lnTo>
                  <a:lnTo>
                    <a:pt x="602" y="92"/>
                  </a:lnTo>
                  <a:lnTo>
                    <a:pt x="598" y="90"/>
                  </a:lnTo>
                  <a:close/>
                  <a:moveTo>
                    <a:pt x="596" y="46"/>
                  </a:moveTo>
                  <a:lnTo>
                    <a:pt x="598" y="54"/>
                  </a:lnTo>
                  <a:lnTo>
                    <a:pt x="598" y="50"/>
                  </a:lnTo>
                  <a:lnTo>
                    <a:pt x="598" y="48"/>
                  </a:lnTo>
                  <a:lnTo>
                    <a:pt x="596" y="46"/>
                  </a:lnTo>
                  <a:close/>
                  <a:moveTo>
                    <a:pt x="212" y="42"/>
                  </a:moveTo>
                  <a:lnTo>
                    <a:pt x="212" y="42"/>
                  </a:lnTo>
                  <a:lnTo>
                    <a:pt x="218" y="48"/>
                  </a:lnTo>
                  <a:lnTo>
                    <a:pt x="224" y="52"/>
                  </a:lnTo>
                  <a:lnTo>
                    <a:pt x="242" y="58"/>
                  </a:lnTo>
                  <a:lnTo>
                    <a:pt x="238" y="52"/>
                  </a:lnTo>
                  <a:lnTo>
                    <a:pt x="212" y="42"/>
                  </a:lnTo>
                  <a:close/>
                  <a:moveTo>
                    <a:pt x="336" y="30"/>
                  </a:moveTo>
                  <a:lnTo>
                    <a:pt x="336" y="30"/>
                  </a:lnTo>
                  <a:lnTo>
                    <a:pt x="340" y="32"/>
                  </a:lnTo>
                  <a:lnTo>
                    <a:pt x="344" y="34"/>
                  </a:lnTo>
                  <a:lnTo>
                    <a:pt x="342" y="38"/>
                  </a:lnTo>
                  <a:lnTo>
                    <a:pt x="342" y="36"/>
                  </a:lnTo>
                  <a:lnTo>
                    <a:pt x="340" y="34"/>
                  </a:lnTo>
                  <a:lnTo>
                    <a:pt x="338" y="32"/>
                  </a:lnTo>
                  <a:lnTo>
                    <a:pt x="328" y="32"/>
                  </a:lnTo>
                  <a:lnTo>
                    <a:pt x="336" y="30"/>
                  </a:lnTo>
                  <a:close/>
                  <a:moveTo>
                    <a:pt x="416" y="24"/>
                  </a:moveTo>
                  <a:lnTo>
                    <a:pt x="416" y="24"/>
                  </a:lnTo>
                  <a:lnTo>
                    <a:pt x="422" y="24"/>
                  </a:lnTo>
                  <a:lnTo>
                    <a:pt x="424" y="26"/>
                  </a:lnTo>
                  <a:lnTo>
                    <a:pt x="422" y="26"/>
                  </a:lnTo>
                  <a:lnTo>
                    <a:pt x="416" y="26"/>
                  </a:lnTo>
                  <a:lnTo>
                    <a:pt x="416" y="30"/>
                  </a:lnTo>
                  <a:lnTo>
                    <a:pt x="416" y="28"/>
                  </a:lnTo>
                  <a:lnTo>
                    <a:pt x="414" y="26"/>
                  </a:lnTo>
                  <a:lnTo>
                    <a:pt x="416" y="24"/>
                  </a:lnTo>
                  <a:close/>
                  <a:moveTo>
                    <a:pt x="476" y="18"/>
                  </a:moveTo>
                  <a:lnTo>
                    <a:pt x="476" y="18"/>
                  </a:lnTo>
                  <a:lnTo>
                    <a:pt x="496" y="18"/>
                  </a:lnTo>
                  <a:lnTo>
                    <a:pt x="512" y="20"/>
                  </a:lnTo>
                  <a:lnTo>
                    <a:pt x="486" y="22"/>
                  </a:lnTo>
                  <a:lnTo>
                    <a:pt x="460" y="24"/>
                  </a:lnTo>
                  <a:lnTo>
                    <a:pt x="468" y="22"/>
                  </a:lnTo>
                  <a:lnTo>
                    <a:pt x="476" y="18"/>
                  </a:lnTo>
                  <a:close/>
                  <a:moveTo>
                    <a:pt x="438" y="16"/>
                  </a:moveTo>
                  <a:lnTo>
                    <a:pt x="438" y="16"/>
                  </a:lnTo>
                  <a:lnTo>
                    <a:pt x="440" y="18"/>
                  </a:lnTo>
                  <a:lnTo>
                    <a:pt x="442" y="22"/>
                  </a:lnTo>
                  <a:lnTo>
                    <a:pt x="448" y="22"/>
                  </a:lnTo>
                  <a:lnTo>
                    <a:pt x="456" y="20"/>
                  </a:lnTo>
                  <a:lnTo>
                    <a:pt x="458" y="22"/>
                  </a:lnTo>
                  <a:lnTo>
                    <a:pt x="452" y="24"/>
                  </a:lnTo>
                  <a:lnTo>
                    <a:pt x="440" y="26"/>
                  </a:lnTo>
                  <a:lnTo>
                    <a:pt x="436" y="24"/>
                  </a:lnTo>
                  <a:lnTo>
                    <a:pt x="436" y="20"/>
                  </a:lnTo>
                  <a:lnTo>
                    <a:pt x="436" y="16"/>
                  </a:lnTo>
                  <a:lnTo>
                    <a:pt x="438" y="1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2" name="Google Shape;382;p60"/>
            <p:cNvSpPr/>
            <p:nvPr/>
          </p:nvSpPr>
          <p:spPr>
            <a:xfrm>
              <a:off x="8090599" y="3691099"/>
              <a:ext cx="142613" cy="152334"/>
            </a:xfrm>
            <a:custGeom>
              <a:rect b="b" l="l" r="r" t="t"/>
              <a:pathLst>
                <a:path extrusionOk="0" h="108" w="86">
                  <a:moveTo>
                    <a:pt x="4" y="34"/>
                  </a:moveTo>
                  <a:lnTo>
                    <a:pt x="4" y="34"/>
                  </a:lnTo>
                  <a:lnTo>
                    <a:pt x="12" y="44"/>
                  </a:lnTo>
                  <a:lnTo>
                    <a:pt x="12" y="46"/>
                  </a:lnTo>
                  <a:lnTo>
                    <a:pt x="14" y="44"/>
                  </a:lnTo>
                  <a:lnTo>
                    <a:pt x="16" y="46"/>
                  </a:lnTo>
                  <a:lnTo>
                    <a:pt x="16" y="48"/>
                  </a:lnTo>
                  <a:lnTo>
                    <a:pt x="14" y="46"/>
                  </a:lnTo>
                  <a:lnTo>
                    <a:pt x="14" y="58"/>
                  </a:lnTo>
                  <a:lnTo>
                    <a:pt x="16" y="56"/>
                  </a:lnTo>
                  <a:lnTo>
                    <a:pt x="18" y="54"/>
                  </a:lnTo>
                  <a:lnTo>
                    <a:pt x="24" y="54"/>
                  </a:lnTo>
                  <a:lnTo>
                    <a:pt x="28" y="56"/>
                  </a:lnTo>
                  <a:lnTo>
                    <a:pt x="36" y="60"/>
                  </a:lnTo>
                  <a:lnTo>
                    <a:pt x="26" y="60"/>
                  </a:lnTo>
                  <a:lnTo>
                    <a:pt x="18" y="60"/>
                  </a:lnTo>
                  <a:lnTo>
                    <a:pt x="20" y="68"/>
                  </a:lnTo>
                  <a:lnTo>
                    <a:pt x="22" y="74"/>
                  </a:lnTo>
                  <a:lnTo>
                    <a:pt x="36" y="74"/>
                  </a:lnTo>
                  <a:lnTo>
                    <a:pt x="34" y="72"/>
                  </a:lnTo>
                  <a:lnTo>
                    <a:pt x="34" y="70"/>
                  </a:lnTo>
                  <a:lnTo>
                    <a:pt x="38" y="70"/>
                  </a:lnTo>
                  <a:lnTo>
                    <a:pt x="42" y="70"/>
                  </a:lnTo>
                  <a:lnTo>
                    <a:pt x="40" y="64"/>
                  </a:lnTo>
                  <a:lnTo>
                    <a:pt x="38" y="64"/>
                  </a:lnTo>
                  <a:lnTo>
                    <a:pt x="40" y="62"/>
                  </a:lnTo>
                  <a:lnTo>
                    <a:pt x="42" y="62"/>
                  </a:lnTo>
                  <a:lnTo>
                    <a:pt x="44" y="62"/>
                  </a:lnTo>
                  <a:lnTo>
                    <a:pt x="50" y="64"/>
                  </a:lnTo>
                  <a:lnTo>
                    <a:pt x="50" y="58"/>
                  </a:lnTo>
                  <a:lnTo>
                    <a:pt x="46" y="56"/>
                  </a:lnTo>
                  <a:lnTo>
                    <a:pt x="50" y="56"/>
                  </a:lnTo>
                  <a:lnTo>
                    <a:pt x="54" y="56"/>
                  </a:lnTo>
                  <a:lnTo>
                    <a:pt x="56" y="60"/>
                  </a:lnTo>
                  <a:lnTo>
                    <a:pt x="56" y="62"/>
                  </a:lnTo>
                  <a:lnTo>
                    <a:pt x="56" y="60"/>
                  </a:lnTo>
                  <a:lnTo>
                    <a:pt x="56" y="56"/>
                  </a:lnTo>
                  <a:lnTo>
                    <a:pt x="54" y="52"/>
                  </a:lnTo>
                  <a:lnTo>
                    <a:pt x="52" y="52"/>
                  </a:lnTo>
                  <a:lnTo>
                    <a:pt x="48" y="50"/>
                  </a:lnTo>
                  <a:lnTo>
                    <a:pt x="46" y="46"/>
                  </a:lnTo>
                  <a:lnTo>
                    <a:pt x="42" y="44"/>
                  </a:lnTo>
                  <a:lnTo>
                    <a:pt x="40" y="44"/>
                  </a:lnTo>
                  <a:lnTo>
                    <a:pt x="38" y="46"/>
                  </a:lnTo>
                  <a:lnTo>
                    <a:pt x="38" y="44"/>
                  </a:lnTo>
                  <a:lnTo>
                    <a:pt x="36" y="42"/>
                  </a:lnTo>
                  <a:lnTo>
                    <a:pt x="36" y="38"/>
                  </a:lnTo>
                  <a:lnTo>
                    <a:pt x="40" y="38"/>
                  </a:lnTo>
                  <a:lnTo>
                    <a:pt x="40" y="36"/>
                  </a:lnTo>
                  <a:lnTo>
                    <a:pt x="34" y="28"/>
                  </a:lnTo>
                  <a:lnTo>
                    <a:pt x="32" y="24"/>
                  </a:lnTo>
                  <a:lnTo>
                    <a:pt x="36" y="18"/>
                  </a:lnTo>
                  <a:lnTo>
                    <a:pt x="38" y="16"/>
                  </a:lnTo>
                  <a:lnTo>
                    <a:pt x="38" y="20"/>
                  </a:lnTo>
                  <a:lnTo>
                    <a:pt x="40" y="22"/>
                  </a:lnTo>
                  <a:lnTo>
                    <a:pt x="40" y="26"/>
                  </a:lnTo>
                  <a:lnTo>
                    <a:pt x="42" y="24"/>
                  </a:lnTo>
                  <a:lnTo>
                    <a:pt x="42" y="22"/>
                  </a:lnTo>
                  <a:lnTo>
                    <a:pt x="48" y="22"/>
                  </a:lnTo>
                  <a:lnTo>
                    <a:pt x="52" y="22"/>
                  </a:lnTo>
                  <a:lnTo>
                    <a:pt x="50" y="18"/>
                  </a:lnTo>
                  <a:lnTo>
                    <a:pt x="46" y="12"/>
                  </a:lnTo>
                  <a:lnTo>
                    <a:pt x="60" y="12"/>
                  </a:lnTo>
                  <a:lnTo>
                    <a:pt x="72" y="12"/>
                  </a:lnTo>
                  <a:lnTo>
                    <a:pt x="74" y="18"/>
                  </a:lnTo>
                  <a:lnTo>
                    <a:pt x="76" y="14"/>
                  </a:lnTo>
                  <a:lnTo>
                    <a:pt x="78" y="8"/>
                  </a:lnTo>
                  <a:lnTo>
                    <a:pt x="80" y="8"/>
                  </a:lnTo>
                  <a:lnTo>
                    <a:pt x="82" y="8"/>
                  </a:lnTo>
                  <a:lnTo>
                    <a:pt x="84" y="8"/>
                  </a:lnTo>
                  <a:lnTo>
                    <a:pt x="86" y="6"/>
                  </a:lnTo>
                  <a:lnTo>
                    <a:pt x="86" y="4"/>
                  </a:lnTo>
                  <a:lnTo>
                    <a:pt x="86" y="2"/>
                  </a:lnTo>
                  <a:lnTo>
                    <a:pt x="82" y="0"/>
                  </a:lnTo>
                  <a:lnTo>
                    <a:pt x="78" y="0"/>
                  </a:lnTo>
                  <a:lnTo>
                    <a:pt x="76" y="0"/>
                  </a:lnTo>
                  <a:lnTo>
                    <a:pt x="78" y="2"/>
                  </a:lnTo>
                  <a:lnTo>
                    <a:pt x="78" y="4"/>
                  </a:lnTo>
                  <a:lnTo>
                    <a:pt x="76" y="6"/>
                  </a:lnTo>
                  <a:lnTo>
                    <a:pt x="74" y="4"/>
                  </a:lnTo>
                  <a:lnTo>
                    <a:pt x="68" y="6"/>
                  </a:lnTo>
                  <a:lnTo>
                    <a:pt x="68" y="4"/>
                  </a:lnTo>
                  <a:lnTo>
                    <a:pt x="66" y="2"/>
                  </a:lnTo>
                  <a:lnTo>
                    <a:pt x="64" y="0"/>
                  </a:lnTo>
                  <a:lnTo>
                    <a:pt x="60" y="0"/>
                  </a:lnTo>
                  <a:lnTo>
                    <a:pt x="58" y="2"/>
                  </a:lnTo>
                  <a:lnTo>
                    <a:pt x="54" y="6"/>
                  </a:lnTo>
                  <a:lnTo>
                    <a:pt x="50" y="6"/>
                  </a:lnTo>
                  <a:lnTo>
                    <a:pt x="44" y="4"/>
                  </a:lnTo>
                  <a:lnTo>
                    <a:pt x="42" y="6"/>
                  </a:lnTo>
                  <a:lnTo>
                    <a:pt x="42" y="8"/>
                  </a:lnTo>
                  <a:lnTo>
                    <a:pt x="42" y="10"/>
                  </a:lnTo>
                  <a:lnTo>
                    <a:pt x="40" y="10"/>
                  </a:lnTo>
                  <a:lnTo>
                    <a:pt x="38" y="10"/>
                  </a:lnTo>
                  <a:lnTo>
                    <a:pt x="36" y="10"/>
                  </a:lnTo>
                  <a:lnTo>
                    <a:pt x="34" y="10"/>
                  </a:lnTo>
                  <a:lnTo>
                    <a:pt x="32" y="12"/>
                  </a:lnTo>
                  <a:lnTo>
                    <a:pt x="32" y="14"/>
                  </a:lnTo>
                  <a:lnTo>
                    <a:pt x="30" y="14"/>
                  </a:lnTo>
                  <a:lnTo>
                    <a:pt x="28" y="16"/>
                  </a:lnTo>
                  <a:lnTo>
                    <a:pt x="26" y="18"/>
                  </a:lnTo>
                  <a:lnTo>
                    <a:pt x="14" y="20"/>
                  </a:lnTo>
                  <a:lnTo>
                    <a:pt x="16" y="24"/>
                  </a:lnTo>
                  <a:lnTo>
                    <a:pt x="12" y="30"/>
                  </a:lnTo>
                  <a:lnTo>
                    <a:pt x="10" y="30"/>
                  </a:lnTo>
                  <a:lnTo>
                    <a:pt x="10" y="32"/>
                  </a:lnTo>
                  <a:lnTo>
                    <a:pt x="10" y="34"/>
                  </a:lnTo>
                  <a:lnTo>
                    <a:pt x="8" y="34"/>
                  </a:lnTo>
                  <a:lnTo>
                    <a:pt x="4" y="34"/>
                  </a:lnTo>
                  <a:close/>
                  <a:moveTo>
                    <a:pt x="40" y="48"/>
                  </a:moveTo>
                  <a:lnTo>
                    <a:pt x="40" y="48"/>
                  </a:lnTo>
                  <a:lnTo>
                    <a:pt x="44" y="52"/>
                  </a:lnTo>
                  <a:lnTo>
                    <a:pt x="44" y="54"/>
                  </a:lnTo>
                  <a:lnTo>
                    <a:pt x="40" y="54"/>
                  </a:lnTo>
                  <a:lnTo>
                    <a:pt x="40" y="50"/>
                  </a:lnTo>
                  <a:lnTo>
                    <a:pt x="40" y="48"/>
                  </a:lnTo>
                  <a:close/>
                  <a:moveTo>
                    <a:pt x="38" y="46"/>
                  </a:moveTo>
                  <a:lnTo>
                    <a:pt x="38" y="46"/>
                  </a:lnTo>
                  <a:lnTo>
                    <a:pt x="36" y="48"/>
                  </a:lnTo>
                  <a:lnTo>
                    <a:pt x="36" y="46"/>
                  </a:lnTo>
                  <a:lnTo>
                    <a:pt x="38" y="46"/>
                  </a:lnTo>
                  <a:close/>
                  <a:moveTo>
                    <a:pt x="0" y="32"/>
                  </a:moveTo>
                  <a:lnTo>
                    <a:pt x="2" y="36"/>
                  </a:lnTo>
                  <a:lnTo>
                    <a:pt x="2" y="34"/>
                  </a:lnTo>
                  <a:lnTo>
                    <a:pt x="0" y="32"/>
                  </a:lnTo>
                  <a:close/>
                  <a:moveTo>
                    <a:pt x="44" y="98"/>
                  </a:moveTo>
                  <a:lnTo>
                    <a:pt x="42" y="102"/>
                  </a:lnTo>
                  <a:lnTo>
                    <a:pt x="56" y="106"/>
                  </a:lnTo>
                  <a:lnTo>
                    <a:pt x="72" y="108"/>
                  </a:lnTo>
                  <a:lnTo>
                    <a:pt x="70" y="100"/>
                  </a:lnTo>
                  <a:lnTo>
                    <a:pt x="58" y="100"/>
                  </a:lnTo>
                  <a:lnTo>
                    <a:pt x="44" y="98"/>
                  </a:lnTo>
                  <a:close/>
                  <a:moveTo>
                    <a:pt x="6" y="58"/>
                  </a:moveTo>
                  <a:lnTo>
                    <a:pt x="6" y="58"/>
                  </a:lnTo>
                  <a:lnTo>
                    <a:pt x="12" y="60"/>
                  </a:lnTo>
                  <a:lnTo>
                    <a:pt x="12" y="58"/>
                  </a:lnTo>
                  <a:lnTo>
                    <a:pt x="6" y="58"/>
                  </a:lnTo>
                  <a:close/>
                  <a:moveTo>
                    <a:pt x="70" y="54"/>
                  </a:moveTo>
                  <a:lnTo>
                    <a:pt x="72" y="58"/>
                  </a:lnTo>
                  <a:lnTo>
                    <a:pt x="72" y="54"/>
                  </a:lnTo>
                  <a:lnTo>
                    <a:pt x="70" y="54"/>
                  </a:lnTo>
                  <a:close/>
                  <a:moveTo>
                    <a:pt x="70" y="40"/>
                  </a:moveTo>
                  <a:lnTo>
                    <a:pt x="70" y="40"/>
                  </a:lnTo>
                  <a:lnTo>
                    <a:pt x="74" y="46"/>
                  </a:lnTo>
                  <a:lnTo>
                    <a:pt x="78" y="46"/>
                  </a:lnTo>
                  <a:lnTo>
                    <a:pt x="78" y="44"/>
                  </a:lnTo>
                  <a:lnTo>
                    <a:pt x="76" y="40"/>
                  </a:lnTo>
                  <a:lnTo>
                    <a:pt x="70" y="4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3" name="Google Shape;383;p60"/>
            <p:cNvSpPr/>
            <p:nvPr/>
          </p:nvSpPr>
          <p:spPr>
            <a:xfrm>
              <a:off x="7652274" y="4312982"/>
              <a:ext cx="90182" cy="145166"/>
            </a:xfrm>
            <a:custGeom>
              <a:rect b="b" l="l" r="r" t="t"/>
              <a:pathLst>
                <a:path extrusionOk="0" h="102" w="54">
                  <a:moveTo>
                    <a:pt x="0" y="102"/>
                  </a:moveTo>
                  <a:lnTo>
                    <a:pt x="0" y="102"/>
                  </a:lnTo>
                  <a:lnTo>
                    <a:pt x="6" y="102"/>
                  </a:lnTo>
                  <a:lnTo>
                    <a:pt x="14" y="96"/>
                  </a:lnTo>
                  <a:lnTo>
                    <a:pt x="20" y="96"/>
                  </a:lnTo>
                  <a:lnTo>
                    <a:pt x="26" y="92"/>
                  </a:lnTo>
                  <a:lnTo>
                    <a:pt x="32" y="90"/>
                  </a:lnTo>
                  <a:lnTo>
                    <a:pt x="38" y="92"/>
                  </a:lnTo>
                  <a:lnTo>
                    <a:pt x="42" y="92"/>
                  </a:lnTo>
                  <a:lnTo>
                    <a:pt x="48" y="90"/>
                  </a:lnTo>
                  <a:lnTo>
                    <a:pt x="48" y="86"/>
                  </a:lnTo>
                  <a:lnTo>
                    <a:pt x="50" y="84"/>
                  </a:lnTo>
                  <a:lnTo>
                    <a:pt x="52" y="82"/>
                  </a:lnTo>
                  <a:lnTo>
                    <a:pt x="54" y="84"/>
                  </a:lnTo>
                  <a:lnTo>
                    <a:pt x="46" y="72"/>
                  </a:lnTo>
                  <a:lnTo>
                    <a:pt x="46" y="70"/>
                  </a:lnTo>
                  <a:lnTo>
                    <a:pt x="46" y="68"/>
                  </a:lnTo>
                  <a:lnTo>
                    <a:pt x="46" y="66"/>
                  </a:lnTo>
                  <a:lnTo>
                    <a:pt x="46" y="62"/>
                  </a:lnTo>
                  <a:lnTo>
                    <a:pt x="48" y="52"/>
                  </a:lnTo>
                  <a:lnTo>
                    <a:pt x="46" y="48"/>
                  </a:lnTo>
                  <a:lnTo>
                    <a:pt x="44" y="44"/>
                  </a:lnTo>
                  <a:lnTo>
                    <a:pt x="42" y="40"/>
                  </a:lnTo>
                  <a:lnTo>
                    <a:pt x="42" y="38"/>
                  </a:lnTo>
                  <a:lnTo>
                    <a:pt x="46" y="34"/>
                  </a:lnTo>
                  <a:lnTo>
                    <a:pt x="44" y="32"/>
                  </a:lnTo>
                  <a:lnTo>
                    <a:pt x="42" y="30"/>
                  </a:lnTo>
                  <a:lnTo>
                    <a:pt x="44" y="28"/>
                  </a:lnTo>
                  <a:lnTo>
                    <a:pt x="44" y="24"/>
                  </a:lnTo>
                  <a:lnTo>
                    <a:pt x="44" y="18"/>
                  </a:lnTo>
                  <a:lnTo>
                    <a:pt x="42" y="14"/>
                  </a:lnTo>
                  <a:lnTo>
                    <a:pt x="40" y="10"/>
                  </a:lnTo>
                  <a:lnTo>
                    <a:pt x="38" y="10"/>
                  </a:lnTo>
                  <a:lnTo>
                    <a:pt x="40" y="6"/>
                  </a:lnTo>
                  <a:lnTo>
                    <a:pt x="40" y="0"/>
                  </a:lnTo>
                  <a:lnTo>
                    <a:pt x="32" y="0"/>
                  </a:lnTo>
                  <a:lnTo>
                    <a:pt x="30" y="2"/>
                  </a:lnTo>
                  <a:lnTo>
                    <a:pt x="24" y="2"/>
                  </a:lnTo>
                  <a:lnTo>
                    <a:pt x="14" y="0"/>
                  </a:lnTo>
                  <a:lnTo>
                    <a:pt x="12" y="4"/>
                  </a:lnTo>
                  <a:lnTo>
                    <a:pt x="10" y="8"/>
                  </a:lnTo>
                  <a:lnTo>
                    <a:pt x="12" y="14"/>
                  </a:lnTo>
                  <a:lnTo>
                    <a:pt x="10" y="22"/>
                  </a:lnTo>
                  <a:lnTo>
                    <a:pt x="12" y="26"/>
                  </a:lnTo>
                  <a:lnTo>
                    <a:pt x="12" y="30"/>
                  </a:lnTo>
                  <a:lnTo>
                    <a:pt x="12" y="32"/>
                  </a:lnTo>
                  <a:lnTo>
                    <a:pt x="14" y="38"/>
                  </a:lnTo>
                  <a:lnTo>
                    <a:pt x="12" y="46"/>
                  </a:lnTo>
                  <a:lnTo>
                    <a:pt x="12" y="48"/>
                  </a:lnTo>
                  <a:lnTo>
                    <a:pt x="10" y="54"/>
                  </a:lnTo>
                  <a:lnTo>
                    <a:pt x="6" y="62"/>
                  </a:lnTo>
                  <a:lnTo>
                    <a:pt x="2" y="70"/>
                  </a:lnTo>
                  <a:lnTo>
                    <a:pt x="0" y="78"/>
                  </a:lnTo>
                  <a:lnTo>
                    <a:pt x="2" y="88"/>
                  </a:lnTo>
                  <a:lnTo>
                    <a:pt x="2" y="90"/>
                  </a:lnTo>
                  <a:lnTo>
                    <a:pt x="2" y="94"/>
                  </a:lnTo>
                  <a:lnTo>
                    <a:pt x="0" y="10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4" name="Google Shape;384;p60"/>
            <p:cNvSpPr/>
            <p:nvPr/>
          </p:nvSpPr>
          <p:spPr>
            <a:xfrm>
              <a:off x="7828443" y="3372094"/>
              <a:ext cx="167780" cy="186385"/>
            </a:xfrm>
            <a:custGeom>
              <a:rect b="b" l="l" r="r" t="t"/>
              <a:pathLst>
                <a:path extrusionOk="0" h="132" w="102">
                  <a:moveTo>
                    <a:pt x="20" y="38"/>
                  </a:moveTo>
                  <a:lnTo>
                    <a:pt x="20" y="38"/>
                  </a:lnTo>
                  <a:lnTo>
                    <a:pt x="22" y="44"/>
                  </a:lnTo>
                  <a:lnTo>
                    <a:pt x="22" y="46"/>
                  </a:lnTo>
                  <a:lnTo>
                    <a:pt x="20" y="48"/>
                  </a:lnTo>
                  <a:lnTo>
                    <a:pt x="18" y="48"/>
                  </a:lnTo>
                  <a:lnTo>
                    <a:pt x="20" y="52"/>
                  </a:lnTo>
                  <a:lnTo>
                    <a:pt x="18" y="54"/>
                  </a:lnTo>
                  <a:lnTo>
                    <a:pt x="16" y="54"/>
                  </a:lnTo>
                  <a:lnTo>
                    <a:pt x="14" y="56"/>
                  </a:lnTo>
                  <a:lnTo>
                    <a:pt x="12" y="58"/>
                  </a:lnTo>
                  <a:lnTo>
                    <a:pt x="10" y="58"/>
                  </a:lnTo>
                  <a:lnTo>
                    <a:pt x="6" y="56"/>
                  </a:lnTo>
                  <a:lnTo>
                    <a:pt x="4" y="60"/>
                  </a:lnTo>
                  <a:lnTo>
                    <a:pt x="0" y="72"/>
                  </a:lnTo>
                  <a:lnTo>
                    <a:pt x="2" y="72"/>
                  </a:lnTo>
                  <a:lnTo>
                    <a:pt x="4" y="74"/>
                  </a:lnTo>
                  <a:lnTo>
                    <a:pt x="4" y="76"/>
                  </a:lnTo>
                  <a:lnTo>
                    <a:pt x="2" y="76"/>
                  </a:lnTo>
                  <a:lnTo>
                    <a:pt x="4" y="78"/>
                  </a:lnTo>
                  <a:lnTo>
                    <a:pt x="6" y="80"/>
                  </a:lnTo>
                  <a:lnTo>
                    <a:pt x="6" y="82"/>
                  </a:lnTo>
                  <a:lnTo>
                    <a:pt x="4" y="86"/>
                  </a:lnTo>
                  <a:lnTo>
                    <a:pt x="6" y="90"/>
                  </a:lnTo>
                  <a:lnTo>
                    <a:pt x="8" y="90"/>
                  </a:lnTo>
                  <a:lnTo>
                    <a:pt x="8" y="92"/>
                  </a:lnTo>
                  <a:lnTo>
                    <a:pt x="8" y="94"/>
                  </a:lnTo>
                  <a:lnTo>
                    <a:pt x="6" y="98"/>
                  </a:lnTo>
                  <a:lnTo>
                    <a:pt x="8" y="100"/>
                  </a:lnTo>
                  <a:lnTo>
                    <a:pt x="12" y="98"/>
                  </a:lnTo>
                  <a:lnTo>
                    <a:pt x="14" y="100"/>
                  </a:lnTo>
                  <a:lnTo>
                    <a:pt x="18" y="100"/>
                  </a:lnTo>
                  <a:lnTo>
                    <a:pt x="18" y="102"/>
                  </a:lnTo>
                  <a:lnTo>
                    <a:pt x="20" y="104"/>
                  </a:lnTo>
                  <a:lnTo>
                    <a:pt x="24" y="102"/>
                  </a:lnTo>
                  <a:lnTo>
                    <a:pt x="28" y="104"/>
                  </a:lnTo>
                  <a:lnTo>
                    <a:pt x="28" y="106"/>
                  </a:lnTo>
                  <a:lnTo>
                    <a:pt x="28" y="110"/>
                  </a:lnTo>
                  <a:lnTo>
                    <a:pt x="26" y="114"/>
                  </a:lnTo>
                  <a:lnTo>
                    <a:pt x="26" y="118"/>
                  </a:lnTo>
                  <a:lnTo>
                    <a:pt x="26" y="122"/>
                  </a:lnTo>
                  <a:lnTo>
                    <a:pt x="26" y="126"/>
                  </a:lnTo>
                  <a:lnTo>
                    <a:pt x="28" y="128"/>
                  </a:lnTo>
                  <a:lnTo>
                    <a:pt x="34" y="126"/>
                  </a:lnTo>
                  <a:lnTo>
                    <a:pt x="34" y="124"/>
                  </a:lnTo>
                  <a:lnTo>
                    <a:pt x="36" y="124"/>
                  </a:lnTo>
                  <a:lnTo>
                    <a:pt x="38" y="124"/>
                  </a:lnTo>
                  <a:lnTo>
                    <a:pt x="42" y="126"/>
                  </a:lnTo>
                  <a:lnTo>
                    <a:pt x="52" y="132"/>
                  </a:lnTo>
                  <a:lnTo>
                    <a:pt x="54" y="130"/>
                  </a:lnTo>
                  <a:lnTo>
                    <a:pt x="56" y="128"/>
                  </a:lnTo>
                  <a:lnTo>
                    <a:pt x="62" y="126"/>
                  </a:lnTo>
                  <a:lnTo>
                    <a:pt x="64" y="126"/>
                  </a:lnTo>
                  <a:lnTo>
                    <a:pt x="66" y="124"/>
                  </a:lnTo>
                  <a:lnTo>
                    <a:pt x="70" y="124"/>
                  </a:lnTo>
                  <a:lnTo>
                    <a:pt x="74" y="124"/>
                  </a:lnTo>
                  <a:lnTo>
                    <a:pt x="76" y="124"/>
                  </a:lnTo>
                  <a:lnTo>
                    <a:pt x="80" y="126"/>
                  </a:lnTo>
                  <a:lnTo>
                    <a:pt x="82" y="126"/>
                  </a:lnTo>
                  <a:lnTo>
                    <a:pt x="82" y="124"/>
                  </a:lnTo>
                  <a:lnTo>
                    <a:pt x="80" y="120"/>
                  </a:lnTo>
                  <a:lnTo>
                    <a:pt x="78" y="118"/>
                  </a:lnTo>
                  <a:lnTo>
                    <a:pt x="80" y="118"/>
                  </a:lnTo>
                  <a:lnTo>
                    <a:pt x="82" y="116"/>
                  </a:lnTo>
                  <a:lnTo>
                    <a:pt x="86" y="114"/>
                  </a:lnTo>
                  <a:lnTo>
                    <a:pt x="86" y="112"/>
                  </a:lnTo>
                  <a:lnTo>
                    <a:pt x="88" y="108"/>
                  </a:lnTo>
                  <a:lnTo>
                    <a:pt x="88" y="106"/>
                  </a:lnTo>
                  <a:lnTo>
                    <a:pt x="92" y="106"/>
                  </a:lnTo>
                  <a:lnTo>
                    <a:pt x="88" y="102"/>
                  </a:lnTo>
                  <a:lnTo>
                    <a:pt x="86" y="100"/>
                  </a:lnTo>
                  <a:lnTo>
                    <a:pt x="84" y="100"/>
                  </a:lnTo>
                  <a:lnTo>
                    <a:pt x="82" y="100"/>
                  </a:lnTo>
                  <a:lnTo>
                    <a:pt x="82" y="98"/>
                  </a:lnTo>
                  <a:lnTo>
                    <a:pt x="82" y="94"/>
                  </a:lnTo>
                  <a:lnTo>
                    <a:pt x="80" y="90"/>
                  </a:lnTo>
                  <a:lnTo>
                    <a:pt x="74" y="84"/>
                  </a:lnTo>
                  <a:lnTo>
                    <a:pt x="74" y="80"/>
                  </a:lnTo>
                  <a:lnTo>
                    <a:pt x="76" y="80"/>
                  </a:lnTo>
                  <a:lnTo>
                    <a:pt x="80" y="78"/>
                  </a:lnTo>
                  <a:lnTo>
                    <a:pt x="82" y="76"/>
                  </a:lnTo>
                  <a:lnTo>
                    <a:pt x="84" y="74"/>
                  </a:lnTo>
                  <a:lnTo>
                    <a:pt x="88" y="72"/>
                  </a:lnTo>
                  <a:lnTo>
                    <a:pt x="96" y="66"/>
                  </a:lnTo>
                  <a:lnTo>
                    <a:pt x="102" y="70"/>
                  </a:lnTo>
                  <a:lnTo>
                    <a:pt x="100" y="54"/>
                  </a:lnTo>
                  <a:lnTo>
                    <a:pt x="100" y="52"/>
                  </a:lnTo>
                  <a:lnTo>
                    <a:pt x="98" y="48"/>
                  </a:lnTo>
                  <a:lnTo>
                    <a:pt x="98" y="40"/>
                  </a:lnTo>
                  <a:lnTo>
                    <a:pt x="98" y="38"/>
                  </a:lnTo>
                  <a:lnTo>
                    <a:pt x="96" y="34"/>
                  </a:lnTo>
                  <a:lnTo>
                    <a:pt x="96" y="32"/>
                  </a:lnTo>
                  <a:lnTo>
                    <a:pt x="98" y="26"/>
                  </a:lnTo>
                  <a:lnTo>
                    <a:pt x="98" y="22"/>
                  </a:lnTo>
                  <a:lnTo>
                    <a:pt x="88" y="18"/>
                  </a:lnTo>
                  <a:lnTo>
                    <a:pt x="86" y="14"/>
                  </a:lnTo>
                  <a:lnTo>
                    <a:pt x="80" y="14"/>
                  </a:lnTo>
                  <a:lnTo>
                    <a:pt x="76" y="14"/>
                  </a:lnTo>
                  <a:lnTo>
                    <a:pt x="72" y="20"/>
                  </a:lnTo>
                  <a:lnTo>
                    <a:pt x="70" y="20"/>
                  </a:lnTo>
                  <a:lnTo>
                    <a:pt x="66" y="20"/>
                  </a:lnTo>
                  <a:lnTo>
                    <a:pt x="68" y="22"/>
                  </a:lnTo>
                  <a:lnTo>
                    <a:pt x="66" y="24"/>
                  </a:lnTo>
                  <a:lnTo>
                    <a:pt x="64" y="26"/>
                  </a:lnTo>
                  <a:lnTo>
                    <a:pt x="62" y="18"/>
                  </a:lnTo>
                  <a:lnTo>
                    <a:pt x="56" y="18"/>
                  </a:lnTo>
                  <a:lnTo>
                    <a:pt x="52" y="18"/>
                  </a:lnTo>
                  <a:lnTo>
                    <a:pt x="52" y="14"/>
                  </a:lnTo>
                  <a:lnTo>
                    <a:pt x="48" y="8"/>
                  </a:lnTo>
                  <a:lnTo>
                    <a:pt x="50" y="2"/>
                  </a:lnTo>
                  <a:lnTo>
                    <a:pt x="46" y="2"/>
                  </a:lnTo>
                  <a:lnTo>
                    <a:pt x="46" y="0"/>
                  </a:lnTo>
                  <a:lnTo>
                    <a:pt x="36" y="0"/>
                  </a:lnTo>
                  <a:lnTo>
                    <a:pt x="34" y="4"/>
                  </a:lnTo>
                  <a:lnTo>
                    <a:pt x="34" y="8"/>
                  </a:lnTo>
                  <a:lnTo>
                    <a:pt x="36" y="8"/>
                  </a:lnTo>
                  <a:lnTo>
                    <a:pt x="36" y="12"/>
                  </a:lnTo>
                  <a:lnTo>
                    <a:pt x="38" y="18"/>
                  </a:lnTo>
                  <a:lnTo>
                    <a:pt x="38" y="26"/>
                  </a:lnTo>
                  <a:lnTo>
                    <a:pt x="38" y="28"/>
                  </a:lnTo>
                  <a:lnTo>
                    <a:pt x="36" y="26"/>
                  </a:lnTo>
                  <a:lnTo>
                    <a:pt x="34" y="28"/>
                  </a:lnTo>
                  <a:lnTo>
                    <a:pt x="34" y="32"/>
                  </a:lnTo>
                  <a:lnTo>
                    <a:pt x="30" y="32"/>
                  </a:lnTo>
                  <a:lnTo>
                    <a:pt x="28" y="30"/>
                  </a:lnTo>
                  <a:lnTo>
                    <a:pt x="24" y="30"/>
                  </a:lnTo>
                  <a:lnTo>
                    <a:pt x="22" y="32"/>
                  </a:lnTo>
                  <a:lnTo>
                    <a:pt x="20" y="34"/>
                  </a:lnTo>
                  <a:lnTo>
                    <a:pt x="20" y="36"/>
                  </a:lnTo>
                  <a:lnTo>
                    <a:pt x="22" y="36"/>
                  </a:lnTo>
                  <a:lnTo>
                    <a:pt x="22" y="38"/>
                  </a:lnTo>
                  <a:lnTo>
                    <a:pt x="20" y="3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5" name="Google Shape;385;p60"/>
            <p:cNvSpPr/>
            <p:nvPr/>
          </p:nvSpPr>
          <p:spPr>
            <a:xfrm>
              <a:off x="8468105" y="3639127"/>
              <a:ext cx="134224" cy="59142"/>
            </a:xfrm>
            <a:custGeom>
              <a:rect b="b" l="l" r="r" t="t"/>
              <a:pathLst>
                <a:path extrusionOk="0" h="42" w="82">
                  <a:moveTo>
                    <a:pt x="0" y="12"/>
                  </a:moveTo>
                  <a:lnTo>
                    <a:pt x="0" y="12"/>
                  </a:lnTo>
                  <a:lnTo>
                    <a:pt x="8" y="14"/>
                  </a:lnTo>
                  <a:lnTo>
                    <a:pt x="14" y="16"/>
                  </a:lnTo>
                  <a:lnTo>
                    <a:pt x="16" y="22"/>
                  </a:lnTo>
                  <a:lnTo>
                    <a:pt x="16" y="26"/>
                  </a:lnTo>
                  <a:lnTo>
                    <a:pt x="18" y="26"/>
                  </a:lnTo>
                  <a:lnTo>
                    <a:pt x="18" y="30"/>
                  </a:lnTo>
                  <a:lnTo>
                    <a:pt x="18" y="36"/>
                  </a:lnTo>
                  <a:lnTo>
                    <a:pt x="20" y="36"/>
                  </a:lnTo>
                  <a:lnTo>
                    <a:pt x="24" y="36"/>
                  </a:lnTo>
                  <a:lnTo>
                    <a:pt x="26" y="36"/>
                  </a:lnTo>
                  <a:lnTo>
                    <a:pt x="30" y="36"/>
                  </a:lnTo>
                  <a:lnTo>
                    <a:pt x="34" y="38"/>
                  </a:lnTo>
                  <a:lnTo>
                    <a:pt x="36" y="38"/>
                  </a:lnTo>
                  <a:lnTo>
                    <a:pt x="42" y="38"/>
                  </a:lnTo>
                  <a:lnTo>
                    <a:pt x="44" y="38"/>
                  </a:lnTo>
                  <a:lnTo>
                    <a:pt x="44" y="40"/>
                  </a:lnTo>
                  <a:lnTo>
                    <a:pt x="48" y="42"/>
                  </a:lnTo>
                  <a:lnTo>
                    <a:pt x="54" y="40"/>
                  </a:lnTo>
                  <a:lnTo>
                    <a:pt x="62" y="40"/>
                  </a:lnTo>
                  <a:lnTo>
                    <a:pt x="64" y="38"/>
                  </a:lnTo>
                  <a:lnTo>
                    <a:pt x="66" y="36"/>
                  </a:lnTo>
                  <a:lnTo>
                    <a:pt x="68" y="34"/>
                  </a:lnTo>
                  <a:lnTo>
                    <a:pt x="70" y="34"/>
                  </a:lnTo>
                  <a:lnTo>
                    <a:pt x="74" y="36"/>
                  </a:lnTo>
                  <a:lnTo>
                    <a:pt x="76" y="38"/>
                  </a:lnTo>
                  <a:lnTo>
                    <a:pt x="78" y="40"/>
                  </a:lnTo>
                  <a:lnTo>
                    <a:pt x="80" y="42"/>
                  </a:lnTo>
                  <a:lnTo>
                    <a:pt x="82" y="40"/>
                  </a:lnTo>
                  <a:lnTo>
                    <a:pt x="82" y="38"/>
                  </a:lnTo>
                  <a:lnTo>
                    <a:pt x="80" y="36"/>
                  </a:lnTo>
                  <a:lnTo>
                    <a:pt x="78" y="34"/>
                  </a:lnTo>
                  <a:lnTo>
                    <a:pt x="80" y="32"/>
                  </a:lnTo>
                  <a:lnTo>
                    <a:pt x="82" y="30"/>
                  </a:lnTo>
                  <a:lnTo>
                    <a:pt x="78" y="26"/>
                  </a:lnTo>
                  <a:lnTo>
                    <a:pt x="76" y="26"/>
                  </a:lnTo>
                  <a:lnTo>
                    <a:pt x="72" y="26"/>
                  </a:lnTo>
                  <a:lnTo>
                    <a:pt x="72" y="24"/>
                  </a:lnTo>
                  <a:lnTo>
                    <a:pt x="72" y="22"/>
                  </a:lnTo>
                  <a:lnTo>
                    <a:pt x="72" y="20"/>
                  </a:lnTo>
                  <a:lnTo>
                    <a:pt x="68" y="18"/>
                  </a:lnTo>
                  <a:lnTo>
                    <a:pt x="64" y="16"/>
                  </a:lnTo>
                  <a:lnTo>
                    <a:pt x="62" y="12"/>
                  </a:lnTo>
                  <a:lnTo>
                    <a:pt x="60" y="10"/>
                  </a:lnTo>
                  <a:lnTo>
                    <a:pt x="58" y="12"/>
                  </a:lnTo>
                  <a:lnTo>
                    <a:pt x="54" y="14"/>
                  </a:lnTo>
                  <a:lnTo>
                    <a:pt x="52" y="14"/>
                  </a:lnTo>
                  <a:lnTo>
                    <a:pt x="50" y="12"/>
                  </a:lnTo>
                  <a:lnTo>
                    <a:pt x="48" y="12"/>
                  </a:lnTo>
                  <a:lnTo>
                    <a:pt x="44" y="14"/>
                  </a:lnTo>
                  <a:lnTo>
                    <a:pt x="40" y="14"/>
                  </a:lnTo>
                  <a:lnTo>
                    <a:pt x="38" y="12"/>
                  </a:lnTo>
                  <a:lnTo>
                    <a:pt x="34" y="8"/>
                  </a:lnTo>
                  <a:lnTo>
                    <a:pt x="32" y="4"/>
                  </a:lnTo>
                  <a:lnTo>
                    <a:pt x="28" y="4"/>
                  </a:lnTo>
                  <a:lnTo>
                    <a:pt x="20" y="4"/>
                  </a:lnTo>
                  <a:lnTo>
                    <a:pt x="14" y="2"/>
                  </a:lnTo>
                  <a:lnTo>
                    <a:pt x="12" y="0"/>
                  </a:lnTo>
                  <a:lnTo>
                    <a:pt x="10" y="0"/>
                  </a:lnTo>
                  <a:lnTo>
                    <a:pt x="8" y="0"/>
                  </a:lnTo>
                  <a:lnTo>
                    <a:pt x="4" y="2"/>
                  </a:lnTo>
                  <a:lnTo>
                    <a:pt x="2" y="6"/>
                  </a:lnTo>
                  <a:lnTo>
                    <a:pt x="0" y="10"/>
                  </a:lnTo>
                  <a:lnTo>
                    <a:pt x="0"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6" name="Google Shape;386;p60"/>
            <p:cNvSpPr/>
            <p:nvPr/>
          </p:nvSpPr>
          <p:spPr>
            <a:xfrm>
              <a:off x="7402701" y="4271762"/>
              <a:ext cx="65015" cy="16130"/>
            </a:xfrm>
            <a:custGeom>
              <a:rect b="b" l="l" r="r" t="t"/>
              <a:pathLst>
                <a:path extrusionOk="0" h="12" w="40">
                  <a:moveTo>
                    <a:pt x="4" y="12"/>
                  </a:moveTo>
                  <a:lnTo>
                    <a:pt x="14" y="12"/>
                  </a:lnTo>
                  <a:lnTo>
                    <a:pt x="14" y="10"/>
                  </a:lnTo>
                  <a:lnTo>
                    <a:pt x="18" y="8"/>
                  </a:lnTo>
                  <a:lnTo>
                    <a:pt x="36" y="8"/>
                  </a:lnTo>
                  <a:lnTo>
                    <a:pt x="38" y="8"/>
                  </a:lnTo>
                  <a:lnTo>
                    <a:pt x="40" y="4"/>
                  </a:lnTo>
                  <a:lnTo>
                    <a:pt x="40" y="2"/>
                  </a:lnTo>
                  <a:lnTo>
                    <a:pt x="36" y="2"/>
                  </a:lnTo>
                  <a:lnTo>
                    <a:pt x="28" y="2"/>
                  </a:lnTo>
                  <a:lnTo>
                    <a:pt x="22" y="2"/>
                  </a:lnTo>
                  <a:lnTo>
                    <a:pt x="18" y="2"/>
                  </a:lnTo>
                  <a:lnTo>
                    <a:pt x="16" y="0"/>
                  </a:lnTo>
                  <a:lnTo>
                    <a:pt x="14" y="2"/>
                  </a:lnTo>
                  <a:lnTo>
                    <a:pt x="12" y="4"/>
                  </a:lnTo>
                  <a:lnTo>
                    <a:pt x="8" y="2"/>
                  </a:lnTo>
                  <a:lnTo>
                    <a:pt x="4" y="4"/>
                  </a:lnTo>
                  <a:lnTo>
                    <a:pt x="0" y="4"/>
                  </a:lnTo>
                  <a:lnTo>
                    <a:pt x="4"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7" name="Google Shape;387;p60"/>
            <p:cNvSpPr/>
            <p:nvPr/>
          </p:nvSpPr>
          <p:spPr>
            <a:xfrm>
              <a:off x="7882972" y="4493991"/>
              <a:ext cx="113252" cy="132620"/>
            </a:xfrm>
            <a:custGeom>
              <a:rect b="b" l="l" r="r" t="t"/>
              <a:pathLst>
                <a:path extrusionOk="0" h="94" w="68">
                  <a:moveTo>
                    <a:pt x="8" y="18"/>
                  </a:moveTo>
                  <a:lnTo>
                    <a:pt x="8" y="18"/>
                  </a:lnTo>
                  <a:lnTo>
                    <a:pt x="4" y="22"/>
                  </a:lnTo>
                  <a:lnTo>
                    <a:pt x="8" y="28"/>
                  </a:lnTo>
                  <a:lnTo>
                    <a:pt x="8" y="32"/>
                  </a:lnTo>
                  <a:lnTo>
                    <a:pt x="8" y="34"/>
                  </a:lnTo>
                  <a:lnTo>
                    <a:pt x="6" y="38"/>
                  </a:lnTo>
                  <a:lnTo>
                    <a:pt x="4" y="44"/>
                  </a:lnTo>
                  <a:lnTo>
                    <a:pt x="0" y="58"/>
                  </a:lnTo>
                  <a:lnTo>
                    <a:pt x="6" y="62"/>
                  </a:lnTo>
                  <a:lnTo>
                    <a:pt x="6" y="66"/>
                  </a:lnTo>
                  <a:lnTo>
                    <a:pt x="2" y="68"/>
                  </a:lnTo>
                  <a:lnTo>
                    <a:pt x="14" y="76"/>
                  </a:lnTo>
                  <a:lnTo>
                    <a:pt x="22" y="84"/>
                  </a:lnTo>
                  <a:lnTo>
                    <a:pt x="20" y="90"/>
                  </a:lnTo>
                  <a:lnTo>
                    <a:pt x="26" y="94"/>
                  </a:lnTo>
                  <a:lnTo>
                    <a:pt x="26" y="88"/>
                  </a:lnTo>
                  <a:lnTo>
                    <a:pt x="28" y="86"/>
                  </a:lnTo>
                  <a:lnTo>
                    <a:pt x="30" y="84"/>
                  </a:lnTo>
                  <a:lnTo>
                    <a:pt x="32" y="84"/>
                  </a:lnTo>
                  <a:lnTo>
                    <a:pt x="36" y="86"/>
                  </a:lnTo>
                  <a:lnTo>
                    <a:pt x="38" y="86"/>
                  </a:lnTo>
                  <a:lnTo>
                    <a:pt x="40" y="86"/>
                  </a:lnTo>
                  <a:lnTo>
                    <a:pt x="40" y="82"/>
                  </a:lnTo>
                  <a:lnTo>
                    <a:pt x="36" y="76"/>
                  </a:lnTo>
                  <a:lnTo>
                    <a:pt x="36" y="74"/>
                  </a:lnTo>
                  <a:lnTo>
                    <a:pt x="36" y="72"/>
                  </a:lnTo>
                  <a:lnTo>
                    <a:pt x="38" y="72"/>
                  </a:lnTo>
                  <a:lnTo>
                    <a:pt x="38" y="70"/>
                  </a:lnTo>
                  <a:lnTo>
                    <a:pt x="38" y="68"/>
                  </a:lnTo>
                  <a:lnTo>
                    <a:pt x="38" y="66"/>
                  </a:lnTo>
                  <a:lnTo>
                    <a:pt x="44" y="68"/>
                  </a:lnTo>
                  <a:lnTo>
                    <a:pt x="44" y="66"/>
                  </a:lnTo>
                  <a:lnTo>
                    <a:pt x="44" y="64"/>
                  </a:lnTo>
                  <a:lnTo>
                    <a:pt x="44" y="62"/>
                  </a:lnTo>
                  <a:lnTo>
                    <a:pt x="48" y="64"/>
                  </a:lnTo>
                  <a:lnTo>
                    <a:pt x="48" y="66"/>
                  </a:lnTo>
                  <a:lnTo>
                    <a:pt x="52" y="66"/>
                  </a:lnTo>
                  <a:lnTo>
                    <a:pt x="56" y="64"/>
                  </a:lnTo>
                  <a:lnTo>
                    <a:pt x="60" y="66"/>
                  </a:lnTo>
                  <a:lnTo>
                    <a:pt x="62" y="70"/>
                  </a:lnTo>
                  <a:lnTo>
                    <a:pt x="62" y="72"/>
                  </a:lnTo>
                  <a:lnTo>
                    <a:pt x="64" y="70"/>
                  </a:lnTo>
                  <a:lnTo>
                    <a:pt x="64" y="66"/>
                  </a:lnTo>
                  <a:lnTo>
                    <a:pt x="66" y="60"/>
                  </a:lnTo>
                  <a:lnTo>
                    <a:pt x="62" y="58"/>
                  </a:lnTo>
                  <a:lnTo>
                    <a:pt x="62" y="56"/>
                  </a:lnTo>
                  <a:lnTo>
                    <a:pt x="64" y="54"/>
                  </a:lnTo>
                  <a:lnTo>
                    <a:pt x="64" y="52"/>
                  </a:lnTo>
                  <a:lnTo>
                    <a:pt x="62" y="50"/>
                  </a:lnTo>
                  <a:lnTo>
                    <a:pt x="62" y="46"/>
                  </a:lnTo>
                  <a:lnTo>
                    <a:pt x="62" y="42"/>
                  </a:lnTo>
                  <a:lnTo>
                    <a:pt x="62" y="40"/>
                  </a:lnTo>
                  <a:lnTo>
                    <a:pt x="60" y="36"/>
                  </a:lnTo>
                  <a:lnTo>
                    <a:pt x="56" y="34"/>
                  </a:lnTo>
                  <a:lnTo>
                    <a:pt x="58" y="34"/>
                  </a:lnTo>
                  <a:lnTo>
                    <a:pt x="58" y="28"/>
                  </a:lnTo>
                  <a:lnTo>
                    <a:pt x="58" y="24"/>
                  </a:lnTo>
                  <a:lnTo>
                    <a:pt x="62" y="24"/>
                  </a:lnTo>
                  <a:lnTo>
                    <a:pt x="66" y="24"/>
                  </a:lnTo>
                  <a:lnTo>
                    <a:pt x="68" y="24"/>
                  </a:lnTo>
                  <a:lnTo>
                    <a:pt x="68" y="14"/>
                  </a:lnTo>
                  <a:lnTo>
                    <a:pt x="62" y="12"/>
                  </a:lnTo>
                  <a:lnTo>
                    <a:pt x="56" y="14"/>
                  </a:lnTo>
                  <a:lnTo>
                    <a:pt x="54" y="14"/>
                  </a:lnTo>
                  <a:lnTo>
                    <a:pt x="54" y="12"/>
                  </a:lnTo>
                  <a:lnTo>
                    <a:pt x="54" y="10"/>
                  </a:lnTo>
                  <a:lnTo>
                    <a:pt x="54" y="0"/>
                  </a:lnTo>
                  <a:lnTo>
                    <a:pt x="52" y="0"/>
                  </a:lnTo>
                  <a:lnTo>
                    <a:pt x="46" y="0"/>
                  </a:lnTo>
                  <a:lnTo>
                    <a:pt x="42" y="2"/>
                  </a:lnTo>
                  <a:lnTo>
                    <a:pt x="40" y="2"/>
                  </a:lnTo>
                  <a:lnTo>
                    <a:pt x="36" y="2"/>
                  </a:lnTo>
                  <a:lnTo>
                    <a:pt x="32" y="2"/>
                  </a:lnTo>
                  <a:lnTo>
                    <a:pt x="32" y="18"/>
                  </a:lnTo>
                  <a:lnTo>
                    <a:pt x="8" y="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8" name="Google Shape;388;p60"/>
            <p:cNvSpPr/>
            <p:nvPr/>
          </p:nvSpPr>
          <p:spPr>
            <a:xfrm>
              <a:off x="6700122" y="4434849"/>
              <a:ext cx="56626" cy="82440"/>
            </a:xfrm>
            <a:custGeom>
              <a:rect b="b" l="l" r="r" t="t"/>
              <a:pathLst>
                <a:path extrusionOk="0" h="58" w="34">
                  <a:moveTo>
                    <a:pt x="4" y="0"/>
                  </a:moveTo>
                  <a:lnTo>
                    <a:pt x="0" y="10"/>
                  </a:lnTo>
                  <a:lnTo>
                    <a:pt x="0" y="24"/>
                  </a:lnTo>
                  <a:lnTo>
                    <a:pt x="0" y="28"/>
                  </a:lnTo>
                  <a:lnTo>
                    <a:pt x="2" y="30"/>
                  </a:lnTo>
                  <a:lnTo>
                    <a:pt x="6" y="34"/>
                  </a:lnTo>
                  <a:lnTo>
                    <a:pt x="6" y="36"/>
                  </a:lnTo>
                  <a:lnTo>
                    <a:pt x="4" y="44"/>
                  </a:lnTo>
                  <a:lnTo>
                    <a:pt x="0" y="52"/>
                  </a:lnTo>
                  <a:lnTo>
                    <a:pt x="0" y="54"/>
                  </a:lnTo>
                  <a:lnTo>
                    <a:pt x="2" y="58"/>
                  </a:lnTo>
                  <a:lnTo>
                    <a:pt x="6" y="58"/>
                  </a:lnTo>
                  <a:lnTo>
                    <a:pt x="8" y="58"/>
                  </a:lnTo>
                  <a:lnTo>
                    <a:pt x="10" y="56"/>
                  </a:lnTo>
                  <a:lnTo>
                    <a:pt x="16" y="54"/>
                  </a:lnTo>
                  <a:lnTo>
                    <a:pt x="20" y="58"/>
                  </a:lnTo>
                  <a:lnTo>
                    <a:pt x="24" y="54"/>
                  </a:lnTo>
                  <a:lnTo>
                    <a:pt x="28" y="48"/>
                  </a:lnTo>
                  <a:lnTo>
                    <a:pt x="28" y="36"/>
                  </a:lnTo>
                  <a:lnTo>
                    <a:pt x="32" y="28"/>
                  </a:lnTo>
                  <a:lnTo>
                    <a:pt x="34" y="22"/>
                  </a:lnTo>
                  <a:lnTo>
                    <a:pt x="34" y="18"/>
                  </a:lnTo>
                  <a:lnTo>
                    <a:pt x="30" y="16"/>
                  </a:lnTo>
                  <a:lnTo>
                    <a:pt x="26" y="14"/>
                  </a:lnTo>
                  <a:lnTo>
                    <a:pt x="24" y="8"/>
                  </a:lnTo>
                  <a:lnTo>
                    <a:pt x="22" y="4"/>
                  </a:lnTo>
                  <a:lnTo>
                    <a:pt x="14" y="0"/>
                  </a:lnTo>
                  <a:lnTo>
                    <a:pt x="12" y="0"/>
                  </a:lnTo>
                  <a:lnTo>
                    <a:pt x="10"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89" name="Google Shape;389;p60"/>
            <p:cNvSpPr/>
            <p:nvPr/>
          </p:nvSpPr>
          <p:spPr>
            <a:xfrm>
              <a:off x="7633399" y="3468871"/>
              <a:ext cx="3194115" cy="1541263"/>
            </a:xfrm>
            <a:custGeom>
              <a:rect b="b" l="l" r="r" t="t"/>
              <a:pathLst>
                <a:path extrusionOk="0" h="1094" w="1938">
                  <a:moveTo>
                    <a:pt x="120" y="26"/>
                  </a:moveTo>
                  <a:lnTo>
                    <a:pt x="120" y="26"/>
                  </a:lnTo>
                  <a:lnTo>
                    <a:pt x="120" y="28"/>
                  </a:lnTo>
                  <a:lnTo>
                    <a:pt x="120" y="30"/>
                  </a:lnTo>
                  <a:lnTo>
                    <a:pt x="122" y="30"/>
                  </a:lnTo>
                  <a:lnTo>
                    <a:pt x="126" y="32"/>
                  </a:lnTo>
                  <a:lnTo>
                    <a:pt x="130" y="30"/>
                  </a:lnTo>
                  <a:lnTo>
                    <a:pt x="132" y="32"/>
                  </a:lnTo>
                  <a:lnTo>
                    <a:pt x="136" y="32"/>
                  </a:lnTo>
                  <a:lnTo>
                    <a:pt x="136" y="34"/>
                  </a:lnTo>
                  <a:lnTo>
                    <a:pt x="138" y="36"/>
                  </a:lnTo>
                  <a:lnTo>
                    <a:pt x="142" y="34"/>
                  </a:lnTo>
                  <a:lnTo>
                    <a:pt x="146" y="36"/>
                  </a:lnTo>
                  <a:lnTo>
                    <a:pt x="146" y="38"/>
                  </a:lnTo>
                  <a:lnTo>
                    <a:pt x="146" y="42"/>
                  </a:lnTo>
                  <a:lnTo>
                    <a:pt x="144" y="46"/>
                  </a:lnTo>
                  <a:lnTo>
                    <a:pt x="144" y="50"/>
                  </a:lnTo>
                  <a:lnTo>
                    <a:pt x="144" y="54"/>
                  </a:lnTo>
                  <a:lnTo>
                    <a:pt x="144" y="58"/>
                  </a:lnTo>
                  <a:lnTo>
                    <a:pt x="146" y="60"/>
                  </a:lnTo>
                  <a:lnTo>
                    <a:pt x="144" y="62"/>
                  </a:lnTo>
                  <a:lnTo>
                    <a:pt x="142" y="62"/>
                  </a:lnTo>
                  <a:lnTo>
                    <a:pt x="140" y="60"/>
                  </a:lnTo>
                  <a:lnTo>
                    <a:pt x="140" y="62"/>
                  </a:lnTo>
                  <a:lnTo>
                    <a:pt x="140" y="64"/>
                  </a:lnTo>
                  <a:lnTo>
                    <a:pt x="138" y="66"/>
                  </a:lnTo>
                  <a:lnTo>
                    <a:pt x="134" y="68"/>
                  </a:lnTo>
                  <a:lnTo>
                    <a:pt x="132" y="70"/>
                  </a:lnTo>
                  <a:lnTo>
                    <a:pt x="128" y="74"/>
                  </a:lnTo>
                  <a:lnTo>
                    <a:pt x="122" y="82"/>
                  </a:lnTo>
                  <a:lnTo>
                    <a:pt x="120" y="88"/>
                  </a:lnTo>
                  <a:lnTo>
                    <a:pt x="122" y="88"/>
                  </a:lnTo>
                  <a:lnTo>
                    <a:pt x="124" y="88"/>
                  </a:lnTo>
                  <a:lnTo>
                    <a:pt x="126" y="86"/>
                  </a:lnTo>
                  <a:lnTo>
                    <a:pt x="128" y="86"/>
                  </a:lnTo>
                  <a:lnTo>
                    <a:pt x="128" y="88"/>
                  </a:lnTo>
                  <a:lnTo>
                    <a:pt x="130" y="90"/>
                  </a:lnTo>
                  <a:lnTo>
                    <a:pt x="132" y="90"/>
                  </a:lnTo>
                  <a:lnTo>
                    <a:pt x="134" y="90"/>
                  </a:lnTo>
                  <a:lnTo>
                    <a:pt x="136" y="92"/>
                  </a:lnTo>
                  <a:lnTo>
                    <a:pt x="138" y="94"/>
                  </a:lnTo>
                  <a:lnTo>
                    <a:pt x="138" y="92"/>
                  </a:lnTo>
                  <a:lnTo>
                    <a:pt x="136" y="98"/>
                  </a:lnTo>
                  <a:lnTo>
                    <a:pt x="134" y="100"/>
                  </a:lnTo>
                  <a:lnTo>
                    <a:pt x="134" y="102"/>
                  </a:lnTo>
                  <a:lnTo>
                    <a:pt x="132" y="102"/>
                  </a:lnTo>
                  <a:lnTo>
                    <a:pt x="130" y="104"/>
                  </a:lnTo>
                  <a:lnTo>
                    <a:pt x="130" y="106"/>
                  </a:lnTo>
                  <a:lnTo>
                    <a:pt x="130" y="108"/>
                  </a:lnTo>
                  <a:lnTo>
                    <a:pt x="132" y="108"/>
                  </a:lnTo>
                  <a:lnTo>
                    <a:pt x="132" y="110"/>
                  </a:lnTo>
                  <a:lnTo>
                    <a:pt x="132" y="112"/>
                  </a:lnTo>
                  <a:lnTo>
                    <a:pt x="132" y="116"/>
                  </a:lnTo>
                  <a:lnTo>
                    <a:pt x="132" y="118"/>
                  </a:lnTo>
                  <a:lnTo>
                    <a:pt x="134" y="118"/>
                  </a:lnTo>
                  <a:lnTo>
                    <a:pt x="136" y="118"/>
                  </a:lnTo>
                  <a:lnTo>
                    <a:pt x="138" y="118"/>
                  </a:lnTo>
                  <a:lnTo>
                    <a:pt x="138" y="120"/>
                  </a:lnTo>
                  <a:lnTo>
                    <a:pt x="134" y="122"/>
                  </a:lnTo>
                  <a:lnTo>
                    <a:pt x="134" y="124"/>
                  </a:lnTo>
                  <a:lnTo>
                    <a:pt x="136" y="124"/>
                  </a:lnTo>
                  <a:lnTo>
                    <a:pt x="134" y="126"/>
                  </a:lnTo>
                  <a:lnTo>
                    <a:pt x="132" y="124"/>
                  </a:lnTo>
                  <a:lnTo>
                    <a:pt x="130" y="124"/>
                  </a:lnTo>
                  <a:lnTo>
                    <a:pt x="128" y="126"/>
                  </a:lnTo>
                  <a:lnTo>
                    <a:pt x="130" y="132"/>
                  </a:lnTo>
                  <a:lnTo>
                    <a:pt x="128" y="136"/>
                  </a:lnTo>
                  <a:lnTo>
                    <a:pt x="120" y="136"/>
                  </a:lnTo>
                  <a:lnTo>
                    <a:pt x="114" y="132"/>
                  </a:lnTo>
                  <a:lnTo>
                    <a:pt x="110" y="130"/>
                  </a:lnTo>
                  <a:lnTo>
                    <a:pt x="104" y="128"/>
                  </a:lnTo>
                  <a:lnTo>
                    <a:pt x="100" y="128"/>
                  </a:lnTo>
                  <a:lnTo>
                    <a:pt x="96" y="130"/>
                  </a:lnTo>
                  <a:lnTo>
                    <a:pt x="90" y="136"/>
                  </a:lnTo>
                  <a:lnTo>
                    <a:pt x="90" y="142"/>
                  </a:lnTo>
                  <a:lnTo>
                    <a:pt x="88" y="142"/>
                  </a:lnTo>
                  <a:lnTo>
                    <a:pt x="86" y="144"/>
                  </a:lnTo>
                  <a:lnTo>
                    <a:pt x="84" y="146"/>
                  </a:lnTo>
                  <a:lnTo>
                    <a:pt x="78" y="146"/>
                  </a:lnTo>
                  <a:lnTo>
                    <a:pt x="76" y="146"/>
                  </a:lnTo>
                  <a:lnTo>
                    <a:pt x="76" y="144"/>
                  </a:lnTo>
                  <a:lnTo>
                    <a:pt x="74" y="144"/>
                  </a:lnTo>
                  <a:lnTo>
                    <a:pt x="72" y="144"/>
                  </a:lnTo>
                  <a:lnTo>
                    <a:pt x="64" y="142"/>
                  </a:lnTo>
                  <a:lnTo>
                    <a:pt x="60" y="142"/>
                  </a:lnTo>
                  <a:lnTo>
                    <a:pt x="56" y="142"/>
                  </a:lnTo>
                  <a:lnTo>
                    <a:pt x="54" y="140"/>
                  </a:lnTo>
                  <a:lnTo>
                    <a:pt x="52" y="140"/>
                  </a:lnTo>
                  <a:lnTo>
                    <a:pt x="48" y="138"/>
                  </a:lnTo>
                  <a:lnTo>
                    <a:pt x="46" y="138"/>
                  </a:lnTo>
                  <a:lnTo>
                    <a:pt x="42" y="136"/>
                  </a:lnTo>
                  <a:lnTo>
                    <a:pt x="42" y="134"/>
                  </a:lnTo>
                  <a:lnTo>
                    <a:pt x="40" y="132"/>
                  </a:lnTo>
                  <a:lnTo>
                    <a:pt x="40" y="130"/>
                  </a:lnTo>
                  <a:lnTo>
                    <a:pt x="44" y="110"/>
                  </a:lnTo>
                  <a:lnTo>
                    <a:pt x="44" y="88"/>
                  </a:lnTo>
                  <a:lnTo>
                    <a:pt x="34" y="84"/>
                  </a:lnTo>
                  <a:lnTo>
                    <a:pt x="30" y="82"/>
                  </a:lnTo>
                  <a:lnTo>
                    <a:pt x="28" y="80"/>
                  </a:lnTo>
                  <a:lnTo>
                    <a:pt x="28" y="76"/>
                  </a:lnTo>
                  <a:lnTo>
                    <a:pt x="28" y="74"/>
                  </a:lnTo>
                  <a:lnTo>
                    <a:pt x="30" y="68"/>
                  </a:lnTo>
                  <a:lnTo>
                    <a:pt x="24" y="68"/>
                  </a:lnTo>
                  <a:lnTo>
                    <a:pt x="24" y="66"/>
                  </a:lnTo>
                  <a:lnTo>
                    <a:pt x="20" y="66"/>
                  </a:lnTo>
                  <a:lnTo>
                    <a:pt x="22" y="60"/>
                  </a:lnTo>
                  <a:lnTo>
                    <a:pt x="16" y="64"/>
                  </a:lnTo>
                  <a:lnTo>
                    <a:pt x="16" y="60"/>
                  </a:lnTo>
                  <a:lnTo>
                    <a:pt x="8" y="58"/>
                  </a:lnTo>
                  <a:lnTo>
                    <a:pt x="0" y="56"/>
                  </a:lnTo>
                  <a:lnTo>
                    <a:pt x="0" y="52"/>
                  </a:lnTo>
                  <a:lnTo>
                    <a:pt x="0" y="50"/>
                  </a:lnTo>
                  <a:lnTo>
                    <a:pt x="4" y="48"/>
                  </a:lnTo>
                  <a:lnTo>
                    <a:pt x="0" y="44"/>
                  </a:lnTo>
                  <a:lnTo>
                    <a:pt x="2" y="44"/>
                  </a:lnTo>
                  <a:lnTo>
                    <a:pt x="12" y="42"/>
                  </a:lnTo>
                  <a:lnTo>
                    <a:pt x="18" y="40"/>
                  </a:lnTo>
                  <a:lnTo>
                    <a:pt x="18" y="42"/>
                  </a:lnTo>
                  <a:lnTo>
                    <a:pt x="20" y="42"/>
                  </a:lnTo>
                  <a:lnTo>
                    <a:pt x="20" y="44"/>
                  </a:lnTo>
                  <a:lnTo>
                    <a:pt x="22" y="44"/>
                  </a:lnTo>
                  <a:lnTo>
                    <a:pt x="28" y="40"/>
                  </a:lnTo>
                  <a:lnTo>
                    <a:pt x="32" y="42"/>
                  </a:lnTo>
                  <a:lnTo>
                    <a:pt x="38" y="42"/>
                  </a:lnTo>
                  <a:lnTo>
                    <a:pt x="38" y="40"/>
                  </a:lnTo>
                  <a:lnTo>
                    <a:pt x="32" y="26"/>
                  </a:lnTo>
                  <a:lnTo>
                    <a:pt x="32" y="24"/>
                  </a:lnTo>
                  <a:lnTo>
                    <a:pt x="34" y="22"/>
                  </a:lnTo>
                  <a:lnTo>
                    <a:pt x="36" y="22"/>
                  </a:lnTo>
                  <a:lnTo>
                    <a:pt x="40" y="22"/>
                  </a:lnTo>
                  <a:lnTo>
                    <a:pt x="40" y="26"/>
                  </a:lnTo>
                  <a:lnTo>
                    <a:pt x="48" y="28"/>
                  </a:lnTo>
                  <a:lnTo>
                    <a:pt x="52" y="28"/>
                  </a:lnTo>
                  <a:lnTo>
                    <a:pt x="58" y="26"/>
                  </a:lnTo>
                  <a:lnTo>
                    <a:pt x="60" y="20"/>
                  </a:lnTo>
                  <a:lnTo>
                    <a:pt x="64" y="18"/>
                  </a:lnTo>
                  <a:lnTo>
                    <a:pt x="72" y="16"/>
                  </a:lnTo>
                  <a:lnTo>
                    <a:pt x="70" y="2"/>
                  </a:lnTo>
                  <a:lnTo>
                    <a:pt x="78" y="0"/>
                  </a:lnTo>
                  <a:lnTo>
                    <a:pt x="82" y="2"/>
                  </a:lnTo>
                  <a:lnTo>
                    <a:pt x="84" y="4"/>
                  </a:lnTo>
                  <a:lnTo>
                    <a:pt x="86" y="8"/>
                  </a:lnTo>
                  <a:lnTo>
                    <a:pt x="90" y="12"/>
                  </a:lnTo>
                  <a:lnTo>
                    <a:pt x="92" y="14"/>
                  </a:lnTo>
                  <a:lnTo>
                    <a:pt x="94" y="14"/>
                  </a:lnTo>
                  <a:lnTo>
                    <a:pt x="96" y="12"/>
                  </a:lnTo>
                  <a:lnTo>
                    <a:pt x="96" y="14"/>
                  </a:lnTo>
                  <a:lnTo>
                    <a:pt x="98" y="18"/>
                  </a:lnTo>
                  <a:lnTo>
                    <a:pt x="102" y="20"/>
                  </a:lnTo>
                  <a:lnTo>
                    <a:pt x="104" y="20"/>
                  </a:lnTo>
                  <a:lnTo>
                    <a:pt x="106" y="20"/>
                  </a:lnTo>
                  <a:lnTo>
                    <a:pt x="108" y="20"/>
                  </a:lnTo>
                  <a:lnTo>
                    <a:pt x="108" y="24"/>
                  </a:lnTo>
                  <a:lnTo>
                    <a:pt x="112" y="26"/>
                  </a:lnTo>
                  <a:lnTo>
                    <a:pt x="114" y="26"/>
                  </a:lnTo>
                  <a:lnTo>
                    <a:pt x="120" y="24"/>
                  </a:lnTo>
                  <a:lnTo>
                    <a:pt x="120" y="26"/>
                  </a:lnTo>
                  <a:close/>
                  <a:moveTo>
                    <a:pt x="1936" y="1070"/>
                  </a:moveTo>
                  <a:lnTo>
                    <a:pt x="1936" y="1070"/>
                  </a:lnTo>
                  <a:lnTo>
                    <a:pt x="1936" y="1076"/>
                  </a:lnTo>
                  <a:lnTo>
                    <a:pt x="1938" y="1076"/>
                  </a:lnTo>
                  <a:lnTo>
                    <a:pt x="1938" y="1074"/>
                  </a:lnTo>
                  <a:lnTo>
                    <a:pt x="1936" y="1070"/>
                  </a:lnTo>
                  <a:close/>
                  <a:moveTo>
                    <a:pt x="1904" y="1060"/>
                  </a:moveTo>
                  <a:lnTo>
                    <a:pt x="1904" y="1060"/>
                  </a:lnTo>
                  <a:lnTo>
                    <a:pt x="1908" y="1068"/>
                  </a:lnTo>
                  <a:lnTo>
                    <a:pt x="1910" y="1078"/>
                  </a:lnTo>
                  <a:lnTo>
                    <a:pt x="1916" y="1082"/>
                  </a:lnTo>
                  <a:lnTo>
                    <a:pt x="1920" y="1084"/>
                  </a:lnTo>
                  <a:lnTo>
                    <a:pt x="1922" y="1086"/>
                  </a:lnTo>
                  <a:lnTo>
                    <a:pt x="1922" y="1090"/>
                  </a:lnTo>
                  <a:lnTo>
                    <a:pt x="1928" y="1092"/>
                  </a:lnTo>
                  <a:lnTo>
                    <a:pt x="1938" y="1094"/>
                  </a:lnTo>
                  <a:lnTo>
                    <a:pt x="1938" y="1090"/>
                  </a:lnTo>
                  <a:lnTo>
                    <a:pt x="1932" y="1086"/>
                  </a:lnTo>
                  <a:lnTo>
                    <a:pt x="1924" y="1080"/>
                  </a:lnTo>
                  <a:lnTo>
                    <a:pt x="1916" y="1074"/>
                  </a:lnTo>
                  <a:lnTo>
                    <a:pt x="1910" y="1062"/>
                  </a:lnTo>
                  <a:lnTo>
                    <a:pt x="1908" y="1060"/>
                  </a:lnTo>
                  <a:lnTo>
                    <a:pt x="1904" y="1060"/>
                  </a:lnTo>
                  <a:close/>
                  <a:moveTo>
                    <a:pt x="674" y="1068"/>
                  </a:moveTo>
                  <a:lnTo>
                    <a:pt x="672" y="1076"/>
                  </a:lnTo>
                  <a:lnTo>
                    <a:pt x="676" y="1076"/>
                  </a:lnTo>
                  <a:lnTo>
                    <a:pt x="680" y="1078"/>
                  </a:lnTo>
                  <a:lnTo>
                    <a:pt x="680" y="1072"/>
                  </a:lnTo>
                  <a:lnTo>
                    <a:pt x="674" y="1068"/>
                  </a:lnTo>
                  <a:close/>
                  <a:moveTo>
                    <a:pt x="158" y="136"/>
                  </a:moveTo>
                  <a:lnTo>
                    <a:pt x="158" y="136"/>
                  </a:lnTo>
                  <a:lnTo>
                    <a:pt x="156" y="140"/>
                  </a:lnTo>
                  <a:lnTo>
                    <a:pt x="150" y="146"/>
                  </a:lnTo>
                  <a:lnTo>
                    <a:pt x="150" y="150"/>
                  </a:lnTo>
                  <a:lnTo>
                    <a:pt x="150" y="154"/>
                  </a:lnTo>
                  <a:lnTo>
                    <a:pt x="154" y="162"/>
                  </a:lnTo>
                  <a:lnTo>
                    <a:pt x="160" y="162"/>
                  </a:lnTo>
                  <a:lnTo>
                    <a:pt x="160" y="150"/>
                  </a:lnTo>
                  <a:lnTo>
                    <a:pt x="162" y="150"/>
                  </a:lnTo>
                  <a:lnTo>
                    <a:pt x="164" y="148"/>
                  </a:lnTo>
                  <a:lnTo>
                    <a:pt x="162" y="144"/>
                  </a:lnTo>
                  <a:lnTo>
                    <a:pt x="158" y="13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0" name="Google Shape;390;p60"/>
            <p:cNvSpPr/>
            <p:nvPr/>
          </p:nvSpPr>
          <p:spPr>
            <a:xfrm>
              <a:off x="8084308" y="2958103"/>
              <a:ext cx="230698" cy="284955"/>
            </a:xfrm>
            <a:custGeom>
              <a:rect b="b" l="l" r="r" t="t"/>
              <a:pathLst>
                <a:path extrusionOk="0" h="202" w="140">
                  <a:moveTo>
                    <a:pt x="120" y="16"/>
                  </a:moveTo>
                  <a:lnTo>
                    <a:pt x="118" y="16"/>
                  </a:lnTo>
                  <a:lnTo>
                    <a:pt x="116" y="14"/>
                  </a:lnTo>
                  <a:lnTo>
                    <a:pt x="108" y="10"/>
                  </a:lnTo>
                  <a:lnTo>
                    <a:pt x="104" y="4"/>
                  </a:lnTo>
                  <a:lnTo>
                    <a:pt x="102" y="0"/>
                  </a:lnTo>
                  <a:lnTo>
                    <a:pt x="98" y="2"/>
                  </a:lnTo>
                  <a:lnTo>
                    <a:pt x="94" y="4"/>
                  </a:lnTo>
                  <a:lnTo>
                    <a:pt x="92" y="4"/>
                  </a:lnTo>
                  <a:lnTo>
                    <a:pt x="84" y="2"/>
                  </a:lnTo>
                  <a:lnTo>
                    <a:pt x="84" y="6"/>
                  </a:lnTo>
                  <a:lnTo>
                    <a:pt x="82" y="8"/>
                  </a:lnTo>
                  <a:lnTo>
                    <a:pt x="78" y="10"/>
                  </a:lnTo>
                  <a:lnTo>
                    <a:pt x="76" y="12"/>
                  </a:lnTo>
                  <a:lnTo>
                    <a:pt x="74" y="14"/>
                  </a:lnTo>
                  <a:lnTo>
                    <a:pt x="74" y="16"/>
                  </a:lnTo>
                  <a:lnTo>
                    <a:pt x="74" y="20"/>
                  </a:lnTo>
                  <a:lnTo>
                    <a:pt x="76" y="22"/>
                  </a:lnTo>
                  <a:lnTo>
                    <a:pt x="74" y="28"/>
                  </a:lnTo>
                  <a:lnTo>
                    <a:pt x="70" y="30"/>
                  </a:lnTo>
                  <a:lnTo>
                    <a:pt x="68" y="34"/>
                  </a:lnTo>
                  <a:lnTo>
                    <a:pt x="60" y="30"/>
                  </a:lnTo>
                  <a:lnTo>
                    <a:pt x="58" y="28"/>
                  </a:lnTo>
                  <a:lnTo>
                    <a:pt x="56" y="28"/>
                  </a:lnTo>
                  <a:lnTo>
                    <a:pt x="56" y="30"/>
                  </a:lnTo>
                  <a:lnTo>
                    <a:pt x="54" y="30"/>
                  </a:lnTo>
                  <a:lnTo>
                    <a:pt x="52" y="30"/>
                  </a:lnTo>
                  <a:lnTo>
                    <a:pt x="46" y="30"/>
                  </a:lnTo>
                  <a:lnTo>
                    <a:pt x="40" y="30"/>
                  </a:lnTo>
                  <a:lnTo>
                    <a:pt x="28" y="16"/>
                  </a:lnTo>
                  <a:lnTo>
                    <a:pt x="24" y="16"/>
                  </a:lnTo>
                  <a:lnTo>
                    <a:pt x="22" y="18"/>
                  </a:lnTo>
                  <a:lnTo>
                    <a:pt x="22" y="20"/>
                  </a:lnTo>
                  <a:lnTo>
                    <a:pt x="16" y="24"/>
                  </a:lnTo>
                  <a:lnTo>
                    <a:pt x="20" y="24"/>
                  </a:lnTo>
                  <a:lnTo>
                    <a:pt x="22" y="26"/>
                  </a:lnTo>
                  <a:lnTo>
                    <a:pt x="24" y="26"/>
                  </a:lnTo>
                  <a:lnTo>
                    <a:pt x="26" y="32"/>
                  </a:lnTo>
                  <a:lnTo>
                    <a:pt x="30" y="34"/>
                  </a:lnTo>
                  <a:lnTo>
                    <a:pt x="36" y="34"/>
                  </a:lnTo>
                  <a:lnTo>
                    <a:pt x="40" y="38"/>
                  </a:lnTo>
                  <a:lnTo>
                    <a:pt x="46" y="44"/>
                  </a:lnTo>
                  <a:lnTo>
                    <a:pt x="46" y="46"/>
                  </a:lnTo>
                  <a:lnTo>
                    <a:pt x="46" y="48"/>
                  </a:lnTo>
                  <a:lnTo>
                    <a:pt x="46" y="52"/>
                  </a:lnTo>
                  <a:lnTo>
                    <a:pt x="48" y="56"/>
                  </a:lnTo>
                  <a:lnTo>
                    <a:pt x="50" y="58"/>
                  </a:lnTo>
                  <a:lnTo>
                    <a:pt x="48" y="62"/>
                  </a:lnTo>
                  <a:lnTo>
                    <a:pt x="48" y="70"/>
                  </a:lnTo>
                  <a:lnTo>
                    <a:pt x="48" y="74"/>
                  </a:lnTo>
                  <a:lnTo>
                    <a:pt x="50" y="82"/>
                  </a:lnTo>
                  <a:lnTo>
                    <a:pt x="66" y="84"/>
                  </a:lnTo>
                  <a:lnTo>
                    <a:pt x="68" y="98"/>
                  </a:lnTo>
                  <a:lnTo>
                    <a:pt x="62" y="102"/>
                  </a:lnTo>
                  <a:lnTo>
                    <a:pt x="58" y="108"/>
                  </a:lnTo>
                  <a:lnTo>
                    <a:pt x="54" y="114"/>
                  </a:lnTo>
                  <a:lnTo>
                    <a:pt x="52" y="120"/>
                  </a:lnTo>
                  <a:lnTo>
                    <a:pt x="38" y="130"/>
                  </a:lnTo>
                  <a:lnTo>
                    <a:pt x="38" y="132"/>
                  </a:lnTo>
                  <a:lnTo>
                    <a:pt x="38" y="136"/>
                  </a:lnTo>
                  <a:lnTo>
                    <a:pt x="36" y="134"/>
                  </a:lnTo>
                  <a:lnTo>
                    <a:pt x="34" y="132"/>
                  </a:lnTo>
                  <a:lnTo>
                    <a:pt x="30" y="144"/>
                  </a:lnTo>
                  <a:lnTo>
                    <a:pt x="28" y="144"/>
                  </a:lnTo>
                  <a:lnTo>
                    <a:pt x="28" y="148"/>
                  </a:lnTo>
                  <a:lnTo>
                    <a:pt x="30" y="152"/>
                  </a:lnTo>
                  <a:lnTo>
                    <a:pt x="32" y="158"/>
                  </a:lnTo>
                  <a:lnTo>
                    <a:pt x="32" y="164"/>
                  </a:lnTo>
                  <a:lnTo>
                    <a:pt x="30" y="170"/>
                  </a:lnTo>
                  <a:lnTo>
                    <a:pt x="30" y="180"/>
                  </a:lnTo>
                  <a:lnTo>
                    <a:pt x="32" y="178"/>
                  </a:lnTo>
                  <a:lnTo>
                    <a:pt x="34" y="178"/>
                  </a:lnTo>
                  <a:lnTo>
                    <a:pt x="34" y="182"/>
                  </a:lnTo>
                  <a:lnTo>
                    <a:pt x="34" y="184"/>
                  </a:lnTo>
                  <a:lnTo>
                    <a:pt x="38" y="184"/>
                  </a:lnTo>
                  <a:lnTo>
                    <a:pt x="40" y="184"/>
                  </a:lnTo>
                  <a:lnTo>
                    <a:pt x="46" y="188"/>
                  </a:lnTo>
                  <a:lnTo>
                    <a:pt x="48" y="188"/>
                  </a:lnTo>
                  <a:lnTo>
                    <a:pt x="48" y="190"/>
                  </a:lnTo>
                  <a:lnTo>
                    <a:pt x="42" y="190"/>
                  </a:lnTo>
                  <a:lnTo>
                    <a:pt x="40" y="198"/>
                  </a:lnTo>
                  <a:lnTo>
                    <a:pt x="44" y="198"/>
                  </a:lnTo>
                  <a:lnTo>
                    <a:pt x="44" y="196"/>
                  </a:lnTo>
                  <a:lnTo>
                    <a:pt x="46" y="194"/>
                  </a:lnTo>
                  <a:lnTo>
                    <a:pt x="48" y="192"/>
                  </a:lnTo>
                  <a:lnTo>
                    <a:pt x="48" y="194"/>
                  </a:lnTo>
                  <a:lnTo>
                    <a:pt x="50" y="194"/>
                  </a:lnTo>
                  <a:lnTo>
                    <a:pt x="50" y="198"/>
                  </a:lnTo>
                  <a:lnTo>
                    <a:pt x="52" y="200"/>
                  </a:lnTo>
                  <a:lnTo>
                    <a:pt x="56" y="200"/>
                  </a:lnTo>
                  <a:lnTo>
                    <a:pt x="62" y="198"/>
                  </a:lnTo>
                  <a:lnTo>
                    <a:pt x="66" y="194"/>
                  </a:lnTo>
                  <a:lnTo>
                    <a:pt x="72" y="190"/>
                  </a:lnTo>
                  <a:lnTo>
                    <a:pt x="76" y="190"/>
                  </a:lnTo>
                  <a:lnTo>
                    <a:pt x="74" y="186"/>
                  </a:lnTo>
                  <a:lnTo>
                    <a:pt x="84" y="186"/>
                  </a:lnTo>
                  <a:lnTo>
                    <a:pt x="92" y="186"/>
                  </a:lnTo>
                  <a:lnTo>
                    <a:pt x="102" y="178"/>
                  </a:lnTo>
                  <a:lnTo>
                    <a:pt x="120" y="166"/>
                  </a:lnTo>
                  <a:lnTo>
                    <a:pt x="134" y="158"/>
                  </a:lnTo>
                  <a:lnTo>
                    <a:pt x="140" y="152"/>
                  </a:lnTo>
                  <a:lnTo>
                    <a:pt x="140" y="148"/>
                  </a:lnTo>
                  <a:lnTo>
                    <a:pt x="138" y="144"/>
                  </a:lnTo>
                  <a:lnTo>
                    <a:pt x="138" y="142"/>
                  </a:lnTo>
                  <a:lnTo>
                    <a:pt x="136" y="142"/>
                  </a:lnTo>
                  <a:lnTo>
                    <a:pt x="132" y="140"/>
                  </a:lnTo>
                  <a:lnTo>
                    <a:pt x="130" y="136"/>
                  </a:lnTo>
                  <a:lnTo>
                    <a:pt x="130" y="132"/>
                  </a:lnTo>
                  <a:lnTo>
                    <a:pt x="130" y="128"/>
                  </a:lnTo>
                  <a:lnTo>
                    <a:pt x="132" y="126"/>
                  </a:lnTo>
                  <a:lnTo>
                    <a:pt x="134" y="124"/>
                  </a:lnTo>
                  <a:lnTo>
                    <a:pt x="132" y="122"/>
                  </a:lnTo>
                  <a:lnTo>
                    <a:pt x="130" y="118"/>
                  </a:lnTo>
                  <a:lnTo>
                    <a:pt x="130" y="114"/>
                  </a:lnTo>
                  <a:lnTo>
                    <a:pt x="128" y="112"/>
                  </a:lnTo>
                  <a:lnTo>
                    <a:pt x="124" y="108"/>
                  </a:lnTo>
                  <a:lnTo>
                    <a:pt x="124" y="106"/>
                  </a:lnTo>
                  <a:lnTo>
                    <a:pt x="122" y="98"/>
                  </a:lnTo>
                  <a:lnTo>
                    <a:pt x="122" y="94"/>
                  </a:lnTo>
                  <a:lnTo>
                    <a:pt x="124" y="92"/>
                  </a:lnTo>
                  <a:lnTo>
                    <a:pt x="124" y="88"/>
                  </a:lnTo>
                  <a:lnTo>
                    <a:pt x="122" y="86"/>
                  </a:lnTo>
                  <a:lnTo>
                    <a:pt x="122" y="80"/>
                  </a:lnTo>
                  <a:lnTo>
                    <a:pt x="122" y="78"/>
                  </a:lnTo>
                  <a:lnTo>
                    <a:pt x="116" y="56"/>
                  </a:lnTo>
                  <a:lnTo>
                    <a:pt x="118" y="50"/>
                  </a:lnTo>
                  <a:lnTo>
                    <a:pt x="122" y="44"/>
                  </a:lnTo>
                  <a:lnTo>
                    <a:pt x="122" y="42"/>
                  </a:lnTo>
                  <a:lnTo>
                    <a:pt x="122" y="40"/>
                  </a:lnTo>
                  <a:lnTo>
                    <a:pt x="120" y="36"/>
                  </a:lnTo>
                  <a:lnTo>
                    <a:pt x="118" y="36"/>
                  </a:lnTo>
                  <a:lnTo>
                    <a:pt x="116" y="34"/>
                  </a:lnTo>
                  <a:lnTo>
                    <a:pt x="114" y="32"/>
                  </a:lnTo>
                  <a:lnTo>
                    <a:pt x="114" y="26"/>
                  </a:lnTo>
                  <a:lnTo>
                    <a:pt x="116" y="20"/>
                  </a:lnTo>
                  <a:lnTo>
                    <a:pt x="120" y="16"/>
                  </a:lnTo>
                  <a:close/>
                  <a:moveTo>
                    <a:pt x="2" y="192"/>
                  </a:moveTo>
                  <a:lnTo>
                    <a:pt x="4" y="198"/>
                  </a:lnTo>
                  <a:lnTo>
                    <a:pt x="0" y="198"/>
                  </a:lnTo>
                  <a:lnTo>
                    <a:pt x="8" y="202"/>
                  </a:lnTo>
                  <a:lnTo>
                    <a:pt x="8" y="196"/>
                  </a:lnTo>
                  <a:lnTo>
                    <a:pt x="4" y="194"/>
                  </a:lnTo>
                  <a:lnTo>
                    <a:pt x="2" y="19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1" name="Google Shape;391;p60"/>
            <p:cNvSpPr/>
            <p:nvPr/>
          </p:nvSpPr>
          <p:spPr>
            <a:xfrm>
              <a:off x="11022556" y="4886475"/>
              <a:ext cx="46140" cy="41220"/>
            </a:xfrm>
            <a:custGeom>
              <a:rect b="b" l="l" r="r" t="t"/>
              <a:pathLst>
                <a:path extrusionOk="0" h="30" w="28">
                  <a:moveTo>
                    <a:pt x="8" y="20"/>
                  </a:moveTo>
                  <a:lnTo>
                    <a:pt x="8" y="20"/>
                  </a:lnTo>
                  <a:lnTo>
                    <a:pt x="2" y="24"/>
                  </a:lnTo>
                  <a:lnTo>
                    <a:pt x="0" y="26"/>
                  </a:lnTo>
                  <a:lnTo>
                    <a:pt x="0" y="28"/>
                  </a:lnTo>
                  <a:lnTo>
                    <a:pt x="4" y="28"/>
                  </a:lnTo>
                  <a:lnTo>
                    <a:pt x="14" y="30"/>
                  </a:lnTo>
                  <a:lnTo>
                    <a:pt x="14" y="22"/>
                  </a:lnTo>
                  <a:lnTo>
                    <a:pt x="8" y="20"/>
                  </a:lnTo>
                  <a:close/>
                  <a:moveTo>
                    <a:pt x="22" y="2"/>
                  </a:moveTo>
                  <a:lnTo>
                    <a:pt x="22" y="2"/>
                  </a:lnTo>
                  <a:lnTo>
                    <a:pt x="14" y="8"/>
                  </a:lnTo>
                  <a:lnTo>
                    <a:pt x="12" y="12"/>
                  </a:lnTo>
                  <a:lnTo>
                    <a:pt x="16" y="12"/>
                  </a:lnTo>
                  <a:lnTo>
                    <a:pt x="26" y="4"/>
                  </a:lnTo>
                  <a:lnTo>
                    <a:pt x="28" y="2"/>
                  </a:lnTo>
                  <a:lnTo>
                    <a:pt x="26" y="0"/>
                  </a:lnTo>
                  <a:lnTo>
                    <a:pt x="2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2" name="Google Shape;392;p60"/>
            <p:cNvSpPr/>
            <p:nvPr/>
          </p:nvSpPr>
          <p:spPr>
            <a:xfrm>
              <a:off x="6574287" y="5640978"/>
              <a:ext cx="467687" cy="82440"/>
            </a:xfrm>
            <a:custGeom>
              <a:rect b="b" l="l" r="r" t="t"/>
              <a:pathLst>
                <a:path extrusionOk="0" h="58" w="284">
                  <a:moveTo>
                    <a:pt x="276" y="52"/>
                  </a:moveTo>
                  <a:lnTo>
                    <a:pt x="276" y="52"/>
                  </a:lnTo>
                  <a:lnTo>
                    <a:pt x="280" y="58"/>
                  </a:lnTo>
                  <a:lnTo>
                    <a:pt x="284" y="56"/>
                  </a:lnTo>
                  <a:lnTo>
                    <a:pt x="284" y="54"/>
                  </a:lnTo>
                  <a:lnTo>
                    <a:pt x="282" y="52"/>
                  </a:lnTo>
                  <a:lnTo>
                    <a:pt x="276" y="52"/>
                  </a:lnTo>
                  <a:close/>
                  <a:moveTo>
                    <a:pt x="28" y="0"/>
                  </a:moveTo>
                  <a:lnTo>
                    <a:pt x="28" y="0"/>
                  </a:lnTo>
                  <a:lnTo>
                    <a:pt x="14" y="12"/>
                  </a:lnTo>
                  <a:lnTo>
                    <a:pt x="14" y="14"/>
                  </a:lnTo>
                  <a:lnTo>
                    <a:pt x="16" y="16"/>
                  </a:lnTo>
                  <a:lnTo>
                    <a:pt x="20" y="18"/>
                  </a:lnTo>
                  <a:lnTo>
                    <a:pt x="20" y="12"/>
                  </a:lnTo>
                  <a:lnTo>
                    <a:pt x="24" y="14"/>
                  </a:lnTo>
                  <a:lnTo>
                    <a:pt x="26" y="14"/>
                  </a:lnTo>
                  <a:lnTo>
                    <a:pt x="28" y="14"/>
                  </a:lnTo>
                  <a:lnTo>
                    <a:pt x="26" y="10"/>
                  </a:lnTo>
                  <a:lnTo>
                    <a:pt x="32" y="8"/>
                  </a:lnTo>
                  <a:lnTo>
                    <a:pt x="40" y="8"/>
                  </a:lnTo>
                  <a:lnTo>
                    <a:pt x="40" y="4"/>
                  </a:lnTo>
                  <a:lnTo>
                    <a:pt x="36" y="4"/>
                  </a:lnTo>
                  <a:lnTo>
                    <a:pt x="32" y="4"/>
                  </a:lnTo>
                  <a:lnTo>
                    <a:pt x="30" y="2"/>
                  </a:lnTo>
                  <a:lnTo>
                    <a:pt x="28" y="0"/>
                  </a:lnTo>
                  <a:close/>
                  <a:moveTo>
                    <a:pt x="6" y="0"/>
                  </a:moveTo>
                  <a:lnTo>
                    <a:pt x="6" y="0"/>
                  </a:lnTo>
                  <a:lnTo>
                    <a:pt x="6" y="4"/>
                  </a:lnTo>
                  <a:lnTo>
                    <a:pt x="6" y="8"/>
                  </a:lnTo>
                  <a:lnTo>
                    <a:pt x="2" y="10"/>
                  </a:lnTo>
                  <a:lnTo>
                    <a:pt x="0" y="12"/>
                  </a:lnTo>
                  <a:lnTo>
                    <a:pt x="0" y="14"/>
                  </a:lnTo>
                  <a:lnTo>
                    <a:pt x="2" y="14"/>
                  </a:lnTo>
                  <a:lnTo>
                    <a:pt x="6" y="14"/>
                  </a:lnTo>
                  <a:lnTo>
                    <a:pt x="8" y="10"/>
                  </a:lnTo>
                  <a:lnTo>
                    <a:pt x="10" y="10"/>
                  </a:lnTo>
                  <a:lnTo>
                    <a:pt x="10" y="12"/>
                  </a:lnTo>
                  <a:lnTo>
                    <a:pt x="12" y="12"/>
                  </a:lnTo>
                  <a:lnTo>
                    <a:pt x="14" y="8"/>
                  </a:lnTo>
                  <a:lnTo>
                    <a:pt x="16" y="4"/>
                  </a:lnTo>
                  <a:lnTo>
                    <a:pt x="18" y="2"/>
                  </a:lnTo>
                  <a:lnTo>
                    <a:pt x="14" y="0"/>
                  </a:lnTo>
                  <a:lnTo>
                    <a:pt x="6"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3" name="Google Shape;393;p60"/>
            <p:cNvSpPr/>
            <p:nvPr/>
          </p:nvSpPr>
          <p:spPr>
            <a:xfrm>
              <a:off x="8329686" y="4252048"/>
              <a:ext cx="291518" cy="213268"/>
            </a:xfrm>
            <a:custGeom>
              <a:rect b="b" l="l" r="r" t="t"/>
              <a:pathLst>
                <a:path extrusionOk="0" h="152" w="178">
                  <a:moveTo>
                    <a:pt x="110" y="34"/>
                  </a:moveTo>
                  <a:lnTo>
                    <a:pt x="110" y="34"/>
                  </a:lnTo>
                  <a:lnTo>
                    <a:pt x="108" y="38"/>
                  </a:lnTo>
                  <a:lnTo>
                    <a:pt x="106" y="42"/>
                  </a:lnTo>
                  <a:lnTo>
                    <a:pt x="104" y="46"/>
                  </a:lnTo>
                  <a:lnTo>
                    <a:pt x="104" y="48"/>
                  </a:lnTo>
                  <a:lnTo>
                    <a:pt x="104" y="52"/>
                  </a:lnTo>
                  <a:lnTo>
                    <a:pt x="102" y="56"/>
                  </a:lnTo>
                  <a:lnTo>
                    <a:pt x="104" y="58"/>
                  </a:lnTo>
                  <a:lnTo>
                    <a:pt x="108" y="60"/>
                  </a:lnTo>
                  <a:lnTo>
                    <a:pt x="112" y="58"/>
                  </a:lnTo>
                  <a:lnTo>
                    <a:pt x="118" y="58"/>
                  </a:lnTo>
                  <a:lnTo>
                    <a:pt x="114" y="64"/>
                  </a:lnTo>
                  <a:lnTo>
                    <a:pt x="118" y="70"/>
                  </a:lnTo>
                  <a:lnTo>
                    <a:pt x="120" y="74"/>
                  </a:lnTo>
                  <a:lnTo>
                    <a:pt x="122" y="76"/>
                  </a:lnTo>
                  <a:lnTo>
                    <a:pt x="126" y="80"/>
                  </a:lnTo>
                  <a:lnTo>
                    <a:pt x="130" y="82"/>
                  </a:lnTo>
                  <a:lnTo>
                    <a:pt x="160" y="96"/>
                  </a:lnTo>
                  <a:lnTo>
                    <a:pt x="178" y="96"/>
                  </a:lnTo>
                  <a:lnTo>
                    <a:pt x="146" y="142"/>
                  </a:lnTo>
                  <a:lnTo>
                    <a:pt x="132" y="142"/>
                  </a:lnTo>
                  <a:lnTo>
                    <a:pt x="128" y="146"/>
                  </a:lnTo>
                  <a:lnTo>
                    <a:pt x="116" y="146"/>
                  </a:lnTo>
                  <a:lnTo>
                    <a:pt x="114" y="148"/>
                  </a:lnTo>
                  <a:lnTo>
                    <a:pt x="108" y="150"/>
                  </a:lnTo>
                  <a:lnTo>
                    <a:pt x="102" y="150"/>
                  </a:lnTo>
                  <a:lnTo>
                    <a:pt x="98" y="146"/>
                  </a:lnTo>
                  <a:lnTo>
                    <a:pt x="98" y="144"/>
                  </a:lnTo>
                  <a:lnTo>
                    <a:pt x="96" y="148"/>
                  </a:lnTo>
                  <a:lnTo>
                    <a:pt x="94" y="148"/>
                  </a:lnTo>
                  <a:lnTo>
                    <a:pt x="90" y="148"/>
                  </a:lnTo>
                  <a:lnTo>
                    <a:pt x="88" y="148"/>
                  </a:lnTo>
                  <a:lnTo>
                    <a:pt x="88" y="150"/>
                  </a:lnTo>
                  <a:lnTo>
                    <a:pt x="86" y="152"/>
                  </a:lnTo>
                  <a:lnTo>
                    <a:pt x="80" y="152"/>
                  </a:lnTo>
                  <a:lnTo>
                    <a:pt x="76" y="152"/>
                  </a:lnTo>
                  <a:lnTo>
                    <a:pt x="74" y="152"/>
                  </a:lnTo>
                  <a:lnTo>
                    <a:pt x="68" y="150"/>
                  </a:lnTo>
                  <a:lnTo>
                    <a:pt x="64" y="150"/>
                  </a:lnTo>
                  <a:lnTo>
                    <a:pt x="62" y="152"/>
                  </a:lnTo>
                  <a:lnTo>
                    <a:pt x="58" y="152"/>
                  </a:lnTo>
                  <a:lnTo>
                    <a:pt x="56" y="150"/>
                  </a:lnTo>
                  <a:lnTo>
                    <a:pt x="54" y="150"/>
                  </a:lnTo>
                  <a:lnTo>
                    <a:pt x="52" y="150"/>
                  </a:lnTo>
                  <a:lnTo>
                    <a:pt x="48" y="152"/>
                  </a:lnTo>
                  <a:lnTo>
                    <a:pt x="40" y="150"/>
                  </a:lnTo>
                  <a:lnTo>
                    <a:pt x="40" y="146"/>
                  </a:lnTo>
                  <a:lnTo>
                    <a:pt x="40" y="144"/>
                  </a:lnTo>
                  <a:lnTo>
                    <a:pt x="38" y="142"/>
                  </a:lnTo>
                  <a:lnTo>
                    <a:pt x="36" y="140"/>
                  </a:lnTo>
                  <a:lnTo>
                    <a:pt x="34" y="140"/>
                  </a:lnTo>
                  <a:lnTo>
                    <a:pt x="30" y="140"/>
                  </a:lnTo>
                  <a:lnTo>
                    <a:pt x="28" y="136"/>
                  </a:lnTo>
                  <a:lnTo>
                    <a:pt x="24" y="130"/>
                  </a:lnTo>
                  <a:lnTo>
                    <a:pt x="22" y="124"/>
                  </a:lnTo>
                  <a:lnTo>
                    <a:pt x="22" y="120"/>
                  </a:lnTo>
                  <a:lnTo>
                    <a:pt x="20" y="118"/>
                  </a:lnTo>
                  <a:lnTo>
                    <a:pt x="14" y="112"/>
                  </a:lnTo>
                  <a:lnTo>
                    <a:pt x="12" y="108"/>
                  </a:lnTo>
                  <a:lnTo>
                    <a:pt x="8" y="108"/>
                  </a:lnTo>
                  <a:lnTo>
                    <a:pt x="4" y="106"/>
                  </a:lnTo>
                  <a:lnTo>
                    <a:pt x="2" y="106"/>
                  </a:lnTo>
                  <a:lnTo>
                    <a:pt x="0" y="106"/>
                  </a:lnTo>
                  <a:lnTo>
                    <a:pt x="2" y="98"/>
                  </a:lnTo>
                  <a:lnTo>
                    <a:pt x="6" y="98"/>
                  </a:lnTo>
                  <a:lnTo>
                    <a:pt x="10" y="96"/>
                  </a:lnTo>
                  <a:lnTo>
                    <a:pt x="12" y="96"/>
                  </a:lnTo>
                  <a:lnTo>
                    <a:pt x="14" y="88"/>
                  </a:lnTo>
                  <a:lnTo>
                    <a:pt x="14" y="76"/>
                  </a:lnTo>
                  <a:lnTo>
                    <a:pt x="16" y="70"/>
                  </a:lnTo>
                  <a:lnTo>
                    <a:pt x="20" y="62"/>
                  </a:lnTo>
                  <a:lnTo>
                    <a:pt x="20" y="54"/>
                  </a:lnTo>
                  <a:lnTo>
                    <a:pt x="24" y="52"/>
                  </a:lnTo>
                  <a:lnTo>
                    <a:pt x="28" y="50"/>
                  </a:lnTo>
                  <a:lnTo>
                    <a:pt x="30" y="48"/>
                  </a:lnTo>
                  <a:lnTo>
                    <a:pt x="32" y="40"/>
                  </a:lnTo>
                  <a:lnTo>
                    <a:pt x="34" y="36"/>
                  </a:lnTo>
                  <a:lnTo>
                    <a:pt x="36" y="30"/>
                  </a:lnTo>
                  <a:lnTo>
                    <a:pt x="36" y="26"/>
                  </a:lnTo>
                  <a:lnTo>
                    <a:pt x="38" y="24"/>
                  </a:lnTo>
                  <a:lnTo>
                    <a:pt x="42" y="20"/>
                  </a:lnTo>
                  <a:lnTo>
                    <a:pt x="48" y="10"/>
                  </a:lnTo>
                  <a:lnTo>
                    <a:pt x="54" y="8"/>
                  </a:lnTo>
                  <a:lnTo>
                    <a:pt x="56" y="8"/>
                  </a:lnTo>
                  <a:lnTo>
                    <a:pt x="58" y="8"/>
                  </a:lnTo>
                  <a:lnTo>
                    <a:pt x="60" y="8"/>
                  </a:lnTo>
                  <a:lnTo>
                    <a:pt x="62" y="12"/>
                  </a:lnTo>
                  <a:lnTo>
                    <a:pt x="64" y="2"/>
                  </a:lnTo>
                  <a:lnTo>
                    <a:pt x="66" y="0"/>
                  </a:lnTo>
                  <a:lnTo>
                    <a:pt x="68" y="2"/>
                  </a:lnTo>
                  <a:lnTo>
                    <a:pt x="72" y="6"/>
                  </a:lnTo>
                  <a:lnTo>
                    <a:pt x="76" y="8"/>
                  </a:lnTo>
                  <a:lnTo>
                    <a:pt x="78" y="8"/>
                  </a:lnTo>
                  <a:lnTo>
                    <a:pt x="80" y="8"/>
                  </a:lnTo>
                  <a:lnTo>
                    <a:pt x="82" y="10"/>
                  </a:lnTo>
                  <a:lnTo>
                    <a:pt x="86" y="12"/>
                  </a:lnTo>
                  <a:lnTo>
                    <a:pt x="92" y="12"/>
                  </a:lnTo>
                  <a:lnTo>
                    <a:pt x="96" y="16"/>
                  </a:lnTo>
                  <a:lnTo>
                    <a:pt x="100" y="20"/>
                  </a:lnTo>
                  <a:lnTo>
                    <a:pt x="104" y="26"/>
                  </a:lnTo>
                  <a:lnTo>
                    <a:pt x="106" y="30"/>
                  </a:lnTo>
                  <a:lnTo>
                    <a:pt x="110" y="34"/>
                  </a:lnTo>
                  <a:close/>
                  <a:moveTo>
                    <a:pt x="60" y="32"/>
                  </a:moveTo>
                  <a:lnTo>
                    <a:pt x="60" y="32"/>
                  </a:lnTo>
                  <a:lnTo>
                    <a:pt x="66" y="34"/>
                  </a:lnTo>
                  <a:lnTo>
                    <a:pt x="66" y="36"/>
                  </a:lnTo>
                  <a:lnTo>
                    <a:pt x="60" y="42"/>
                  </a:lnTo>
                  <a:lnTo>
                    <a:pt x="56" y="36"/>
                  </a:lnTo>
                  <a:lnTo>
                    <a:pt x="56" y="34"/>
                  </a:lnTo>
                  <a:lnTo>
                    <a:pt x="60" y="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4" name="Google Shape;394;p60"/>
            <p:cNvSpPr/>
            <p:nvPr/>
          </p:nvSpPr>
          <p:spPr>
            <a:xfrm>
              <a:off x="8136739" y="3259187"/>
              <a:ext cx="14681" cy="14337"/>
            </a:xfrm>
            <a:custGeom>
              <a:rect b="b" l="l" r="r" t="t"/>
              <a:pathLst>
                <a:path extrusionOk="0" h="10" w="8">
                  <a:moveTo>
                    <a:pt x="4" y="0"/>
                  </a:moveTo>
                  <a:lnTo>
                    <a:pt x="4" y="0"/>
                  </a:lnTo>
                  <a:lnTo>
                    <a:pt x="4" y="2"/>
                  </a:lnTo>
                  <a:lnTo>
                    <a:pt x="0" y="2"/>
                  </a:lnTo>
                  <a:lnTo>
                    <a:pt x="2" y="6"/>
                  </a:lnTo>
                  <a:lnTo>
                    <a:pt x="4" y="10"/>
                  </a:lnTo>
                  <a:lnTo>
                    <a:pt x="6" y="8"/>
                  </a:lnTo>
                  <a:lnTo>
                    <a:pt x="8" y="8"/>
                  </a:lnTo>
                  <a:lnTo>
                    <a:pt x="8"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5" name="Google Shape;395;p60"/>
            <p:cNvSpPr/>
            <p:nvPr/>
          </p:nvSpPr>
          <p:spPr>
            <a:xfrm>
              <a:off x="8134642" y="3277109"/>
              <a:ext cx="23070" cy="12545"/>
            </a:xfrm>
            <a:custGeom>
              <a:rect b="b" l="l" r="r" t="t"/>
              <a:pathLst>
                <a:path extrusionOk="0" h="10" w="14">
                  <a:moveTo>
                    <a:pt x="4" y="0"/>
                  </a:moveTo>
                  <a:lnTo>
                    <a:pt x="4" y="0"/>
                  </a:lnTo>
                  <a:lnTo>
                    <a:pt x="2" y="2"/>
                  </a:lnTo>
                  <a:lnTo>
                    <a:pt x="0" y="4"/>
                  </a:lnTo>
                  <a:lnTo>
                    <a:pt x="0" y="8"/>
                  </a:lnTo>
                  <a:lnTo>
                    <a:pt x="4" y="10"/>
                  </a:lnTo>
                  <a:lnTo>
                    <a:pt x="8" y="10"/>
                  </a:lnTo>
                  <a:lnTo>
                    <a:pt x="12" y="10"/>
                  </a:lnTo>
                  <a:lnTo>
                    <a:pt x="12" y="6"/>
                  </a:lnTo>
                  <a:lnTo>
                    <a:pt x="14" y="6"/>
                  </a:lnTo>
                  <a:lnTo>
                    <a:pt x="14" y="2"/>
                  </a:lnTo>
                  <a:lnTo>
                    <a:pt x="12" y="2"/>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6" name="Google Shape;396;p60"/>
            <p:cNvSpPr/>
            <p:nvPr/>
          </p:nvSpPr>
          <p:spPr>
            <a:xfrm>
              <a:off x="8166101" y="3250226"/>
              <a:ext cx="85987" cy="57349"/>
            </a:xfrm>
            <a:custGeom>
              <a:rect b="b" l="l" r="r" t="t"/>
              <a:pathLst>
                <a:path extrusionOk="0" h="40" w="52">
                  <a:moveTo>
                    <a:pt x="48" y="14"/>
                  </a:moveTo>
                  <a:lnTo>
                    <a:pt x="50" y="10"/>
                  </a:lnTo>
                  <a:lnTo>
                    <a:pt x="52" y="10"/>
                  </a:lnTo>
                  <a:lnTo>
                    <a:pt x="52" y="6"/>
                  </a:lnTo>
                  <a:lnTo>
                    <a:pt x="52" y="2"/>
                  </a:lnTo>
                  <a:lnTo>
                    <a:pt x="50" y="2"/>
                  </a:lnTo>
                  <a:lnTo>
                    <a:pt x="50" y="4"/>
                  </a:lnTo>
                  <a:lnTo>
                    <a:pt x="48" y="4"/>
                  </a:lnTo>
                  <a:lnTo>
                    <a:pt x="38" y="2"/>
                  </a:lnTo>
                  <a:lnTo>
                    <a:pt x="24" y="0"/>
                  </a:lnTo>
                  <a:lnTo>
                    <a:pt x="22" y="2"/>
                  </a:lnTo>
                  <a:lnTo>
                    <a:pt x="22" y="4"/>
                  </a:lnTo>
                  <a:lnTo>
                    <a:pt x="16" y="4"/>
                  </a:lnTo>
                  <a:lnTo>
                    <a:pt x="12" y="4"/>
                  </a:lnTo>
                  <a:lnTo>
                    <a:pt x="0" y="8"/>
                  </a:lnTo>
                  <a:lnTo>
                    <a:pt x="0" y="22"/>
                  </a:lnTo>
                  <a:lnTo>
                    <a:pt x="6" y="24"/>
                  </a:lnTo>
                  <a:lnTo>
                    <a:pt x="6" y="32"/>
                  </a:lnTo>
                  <a:lnTo>
                    <a:pt x="12" y="32"/>
                  </a:lnTo>
                  <a:lnTo>
                    <a:pt x="14" y="30"/>
                  </a:lnTo>
                  <a:lnTo>
                    <a:pt x="14" y="28"/>
                  </a:lnTo>
                  <a:lnTo>
                    <a:pt x="22" y="30"/>
                  </a:lnTo>
                  <a:lnTo>
                    <a:pt x="26" y="32"/>
                  </a:lnTo>
                  <a:lnTo>
                    <a:pt x="26" y="34"/>
                  </a:lnTo>
                  <a:lnTo>
                    <a:pt x="30" y="34"/>
                  </a:lnTo>
                  <a:lnTo>
                    <a:pt x="32" y="40"/>
                  </a:lnTo>
                  <a:lnTo>
                    <a:pt x="38" y="38"/>
                  </a:lnTo>
                  <a:lnTo>
                    <a:pt x="38" y="36"/>
                  </a:lnTo>
                  <a:lnTo>
                    <a:pt x="40" y="32"/>
                  </a:lnTo>
                  <a:lnTo>
                    <a:pt x="42" y="30"/>
                  </a:lnTo>
                  <a:lnTo>
                    <a:pt x="44" y="28"/>
                  </a:lnTo>
                  <a:lnTo>
                    <a:pt x="40" y="18"/>
                  </a:lnTo>
                  <a:lnTo>
                    <a:pt x="40" y="16"/>
                  </a:lnTo>
                  <a:lnTo>
                    <a:pt x="42" y="14"/>
                  </a:lnTo>
                  <a:lnTo>
                    <a:pt x="44" y="14"/>
                  </a:lnTo>
                  <a:lnTo>
                    <a:pt x="48" y="1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7" name="Google Shape;397;p60"/>
            <p:cNvSpPr/>
            <p:nvPr/>
          </p:nvSpPr>
          <p:spPr>
            <a:xfrm>
              <a:off x="8407284" y="4178569"/>
              <a:ext cx="125835" cy="121867"/>
            </a:xfrm>
            <a:custGeom>
              <a:rect b="b" l="l" r="r" t="t"/>
              <a:pathLst>
                <a:path extrusionOk="0" h="86" w="76">
                  <a:moveTo>
                    <a:pt x="26" y="0"/>
                  </a:moveTo>
                  <a:lnTo>
                    <a:pt x="20" y="6"/>
                  </a:lnTo>
                  <a:lnTo>
                    <a:pt x="14" y="6"/>
                  </a:lnTo>
                  <a:lnTo>
                    <a:pt x="12" y="6"/>
                  </a:lnTo>
                  <a:lnTo>
                    <a:pt x="8" y="10"/>
                  </a:lnTo>
                  <a:lnTo>
                    <a:pt x="8" y="14"/>
                  </a:lnTo>
                  <a:lnTo>
                    <a:pt x="6" y="16"/>
                  </a:lnTo>
                  <a:lnTo>
                    <a:pt x="4" y="16"/>
                  </a:lnTo>
                  <a:lnTo>
                    <a:pt x="4" y="20"/>
                  </a:lnTo>
                  <a:lnTo>
                    <a:pt x="4" y="30"/>
                  </a:lnTo>
                  <a:lnTo>
                    <a:pt x="2" y="34"/>
                  </a:lnTo>
                  <a:lnTo>
                    <a:pt x="0" y="40"/>
                  </a:lnTo>
                  <a:lnTo>
                    <a:pt x="0" y="46"/>
                  </a:lnTo>
                  <a:lnTo>
                    <a:pt x="0" y="50"/>
                  </a:lnTo>
                  <a:lnTo>
                    <a:pt x="0" y="56"/>
                  </a:lnTo>
                  <a:lnTo>
                    <a:pt x="0" y="62"/>
                  </a:lnTo>
                  <a:lnTo>
                    <a:pt x="6" y="60"/>
                  </a:lnTo>
                  <a:lnTo>
                    <a:pt x="8" y="60"/>
                  </a:lnTo>
                  <a:lnTo>
                    <a:pt x="10" y="60"/>
                  </a:lnTo>
                  <a:lnTo>
                    <a:pt x="12" y="60"/>
                  </a:lnTo>
                  <a:lnTo>
                    <a:pt x="14" y="64"/>
                  </a:lnTo>
                  <a:lnTo>
                    <a:pt x="16" y="54"/>
                  </a:lnTo>
                  <a:lnTo>
                    <a:pt x="18" y="52"/>
                  </a:lnTo>
                  <a:lnTo>
                    <a:pt x="20" y="54"/>
                  </a:lnTo>
                  <a:lnTo>
                    <a:pt x="24" y="58"/>
                  </a:lnTo>
                  <a:lnTo>
                    <a:pt x="28" y="60"/>
                  </a:lnTo>
                  <a:lnTo>
                    <a:pt x="30" y="60"/>
                  </a:lnTo>
                  <a:lnTo>
                    <a:pt x="32" y="60"/>
                  </a:lnTo>
                  <a:lnTo>
                    <a:pt x="34" y="62"/>
                  </a:lnTo>
                  <a:lnTo>
                    <a:pt x="38" y="64"/>
                  </a:lnTo>
                  <a:lnTo>
                    <a:pt x="44" y="64"/>
                  </a:lnTo>
                  <a:lnTo>
                    <a:pt x="48" y="68"/>
                  </a:lnTo>
                  <a:lnTo>
                    <a:pt x="52" y="72"/>
                  </a:lnTo>
                  <a:lnTo>
                    <a:pt x="56" y="78"/>
                  </a:lnTo>
                  <a:lnTo>
                    <a:pt x="58" y="82"/>
                  </a:lnTo>
                  <a:lnTo>
                    <a:pt x="62" y="86"/>
                  </a:lnTo>
                  <a:lnTo>
                    <a:pt x="64" y="84"/>
                  </a:lnTo>
                  <a:lnTo>
                    <a:pt x="68" y="86"/>
                  </a:lnTo>
                  <a:lnTo>
                    <a:pt x="76" y="82"/>
                  </a:lnTo>
                  <a:lnTo>
                    <a:pt x="76" y="78"/>
                  </a:lnTo>
                  <a:lnTo>
                    <a:pt x="68" y="74"/>
                  </a:lnTo>
                  <a:lnTo>
                    <a:pt x="66" y="72"/>
                  </a:lnTo>
                  <a:lnTo>
                    <a:pt x="64" y="68"/>
                  </a:lnTo>
                  <a:lnTo>
                    <a:pt x="62" y="64"/>
                  </a:lnTo>
                  <a:lnTo>
                    <a:pt x="62" y="62"/>
                  </a:lnTo>
                  <a:lnTo>
                    <a:pt x="62" y="60"/>
                  </a:lnTo>
                  <a:lnTo>
                    <a:pt x="58" y="58"/>
                  </a:lnTo>
                  <a:lnTo>
                    <a:pt x="52" y="56"/>
                  </a:lnTo>
                  <a:lnTo>
                    <a:pt x="52" y="52"/>
                  </a:lnTo>
                  <a:lnTo>
                    <a:pt x="50" y="46"/>
                  </a:lnTo>
                  <a:lnTo>
                    <a:pt x="46" y="46"/>
                  </a:lnTo>
                  <a:lnTo>
                    <a:pt x="44" y="46"/>
                  </a:lnTo>
                  <a:lnTo>
                    <a:pt x="40" y="42"/>
                  </a:lnTo>
                  <a:lnTo>
                    <a:pt x="38" y="36"/>
                  </a:lnTo>
                  <a:lnTo>
                    <a:pt x="36" y="38"/>
                  </a:lnTo>
                  <a:lnTo>
                    <a:pt x="34" y="38"/>
                  </a:lnTo>
                  <a:lnTo>
                    <a:pt x="34" y="36"/>
                  </a:lnTo>
                  <a:lnTo>
                    <a:pt x="30" y="34"/>
                  </a:lnTo>
                  <a:lnTo>
                    <a:pt x="28" y="26"/>
                  </a:lnTo>
                  <a:lnTo>
                    <a:pt x="28" y="18"/>
                  </a:lnTo>
                  <a:lnTo>
                    <a:pt x="28" y="8"/>
                  </a:lnTo>
                  <a:lnTo>
                    <a:pt x="26"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8" name="Google Shape;398;p60"/>
            <p:cNvSpPr/>
            <p:nvPr/>
          </p:nvSpPr>
          <p:spPr>
            <a:xfrm>
              <a:off x="7870388" y="4470692"/>
              <a:ext cx="65015" cy="48389"/>
            </a:xfrm>
            <a:custGeom>
              <a:rect b="b" l="l" r="r" t="t"/>
              <a:pathLst>
                <a:path extrusionOk="0" h="34" w="40">
                  <a:moveTo>
                    <a:pt x="18" y="20"/>
                  </a:moveTo>
                  <a:lnTo>
                    <a:pt x="18" y="20"/>
                  </a:lnTo>
                  <a:lnTo>
                    <a:pt x="18" y="28"/>
                  </a:lnTo>
                  <a:lnTo>
                    <a:pt x="16" y="34"/>
                  </a:lnTo>
                  <a:lnTo>
                    <a:pt x="40" y="34"/>
                  </a:lnTo>
                  <a:lnTo>
                    <a:pt x="40" y="18"/>
                  </a:lnTo>
                  <a:lnTo>
                    <a:pt x="18" y="20"/>
                  </a:lnTo>
                  <a:close/>
                  <a:moveTo>
                    <a:pt x="4" y="0"/>
                  </a:moveTo>
                  <a:lnTo>
                    <a:pt x="4" y="0"/>
                  </a:lnTo>
                  <a:lnTo>
                    <a:pt x="0" y="4"/>
                  </a:lnTo>
                  <a:lnTo>
                    <a:pt x="2" y="6"/>
                  </a:lnTo>
                  <a:lnTo>
                    <a:pt x="6" y="6"/>
                  </a:lnTo>
                  <a:lnTo>
                    <a:pt x="6" y="2"/>
                  </a:lnTo>
                  <a:lnTo>
                    <a:pt x="6"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399" name="Google Shape;399;p60"/>
            <p:cNvSpPr/>
            <p:nvPr/>
          </p:nvSpPr>
          <p:spPr>
            <a:xfrm>
              <a:off x="6033196" y="4257424"/>
              <a:ext cx="56626" cy="28675"/>
            </a:xfrm>
            <a:custGeom>
              <a:rect b="b" l="l" r="r" t="t"/>
              <a:pathLst>
                <a:path extrusionOk="0" h="20" w="34">
                  <a:moveTo>
                    <a:pt x="2" y="10"/>
                  </a:moveTo>
                  <a:lnTo>
                    <a:pt x="8" y="16"/>
                  </a:lnTo>
                  <a:lnTo>
                    <a:pt x="14" y="16"/>
                  </a:lnTo>
                  <a:lnTo>
                    <a:pt x="22" y="16"/>
                  </a:lnTo>
                  <a:lnTo>
                    <a:pt x="24" y="18"/>
                  </a:lnTo>
                  <a:lnTo>
                    <a:pt x="30" y="20"/>
                  </a:lnTo>
                  <a:lnTo>
                    <a:pt x="30" y="18"/>
                  </a:lnTo>
                  <a:lnTo>
                    <a:pt x="34" y="18"/>
                  </a:lnTo>
                  <a:lnTo>
                    <a:pt x="34" y="8"/>
                  </a:lnTo>
                  <a:lnTo>
                    <a:pt x="32" y="8"/>
                  </a:lnTo>
                  <a:lnTo>
                    <a:pt x="28" y="6"/>
                  </a:lnTo>
                  <a:lnTo>
                    <a:pt x="24" y="4"/>
                  </a:lnTo>
                  <a:lnTo>
                    <a:pt x="22" y="2"/>
                  </a:lnTo>
                  <a:lnTo>
                    <a:pt x="16" y="0"/>
                  </a:lnTo>
                  <a:lnTo>
                    <a:pt x="12" y="0"/>
                  </a:lnTo>
                  <a:lnTo>
                    <a:pt x="8" y="2"/>
                  </a:lnTo>
                  <a:lnTo>
                    <a:pt x="6" y="4"/>
                  </a:lnTo>
                  <a:lnTo>
                    <a:pt x="6" y="6"/>
                  </a:lnTo>
                  <a:lnTo>
                    <a:pt x="4" y="8"/>
                  </a:lnTo>
                  <a:lnTo>
                    <a:pt x="2" y="8"/>
                  </a:lnTo>
                  <a:lnTo>
                    <a:pt x="0" y="8"/>
                  </a:lnTo>
                  <a:lnTo>
                    <a:pt x="2"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0" name="Google Shape;400;p60"/>
            <p:cNvSpPr/>
            <p:nvPr/>
          </p:nvSpPr>
          <p:spPr>
            <a:xfrm>
              <a:off x="8182879" y="3904367"/>
              <a:ext cx="207628" cy="204307"/>
            </a:xfrm>
            <a:custGeom>
              <a:rect b="b" l="l" r="r" t="t"/>
              <a:pathLst>
                <a:path extrusionOk="0" h="144" w="126">
                  <a:moveTo>
                    <a:pt x="0" y="0"/>
                  </a:moveTo>
                  <a:lnTo>
                    <a:pt x="0" y="0"/>
                  </a:lnTo>
                  <a:lnTo>
                    <a:pt x="0" y="4"/>
                  </a:lnTo>
                  <a:lnTo>
                    <a:pt x="0" y="8"/>
                  </a:lnTo>
                  <a:lnTo>
                    <a:pt x="4" y="14"/>
                  </a:lnTo>
                  <a:lnTo>
                    <a:pt x="4" y="16"/>
                  </a:lnTo>
                  <a:lnTo>
                    <a:pt x="2" y="18"/>
                  </a:lnTo>
                  <a:lnTo>
                    <a:pt x="0" y="22"/>
                  </a:lnTo>
                  <a:lnTo>
                    <a:pt x="0" y="28"/>
                  </a:lnTo>
                  <a:lnTo>
                    <a:pt x="0" y="32"/>
                  </a:lnTo>
                  <a:lnTo>
                    <a:pt x="2" y="34"/>
                  </a:lnTo>
                  <a:lnTo>
                    <a:pt x="4" y="38"/>
                  </a:lnTo>
                  <a:lnTo>
                    <a:pt x="6" y="140"/>
                  </a:lnTo>
                  <a:lnTo>
                    <a:pt x="86" y="142"/>
                  </a:lnTo>
                  <a:lnTo>
                    <a:pt x="90" y="138"/>
                  </a:lnTo>
                  <a:lnTo>
                    <a:pt x="90" y="142"/>
                  </a:lnTo>
                  <a:lnTo>
                    <a:pt x="100" y="142"/>
                  </a:lnTo>
                  <a:lnTo>
                    <a:pt x="102" y="144"/>
                  </a:lnTo>
                  <a:lnTo>
                    <a:pt x="106" y="142"/>
                  </a:lnTo>
                  <a:lnTo>
                    <a:pt x="108" y="136"/>
                  </a:lnTo>
                  <a:lnTo>
                    <a:pt x="112" y="134"/>
                  </a:lnTo>
                  <a:lnTo>
                    <a:pt x="114" y="126"/>
                  </a:lnTo>
                  <a:lnTo>
                    <a:pt x="118" y="126"/>
                  </a:lnTo>
                  <a:lnTo>
                    <a:pt x="126" y="124"/>
                  </a:lnTo>
                  <a:lnTo>
                    <a:pt x="122" y="116"/>
                  </a:lnTo>
                  <a:lnTo>
                    <a:pt x="120" y="108"/>
                  </a:lnTo>
                  <a:lnTo>
                    <a:pt x="124" y="108"/>
                  </a:lnTo>
                  <a:lnTo>
                    <a:pt x="124" y="106"/>
                  </a:lnTo>
                  <a:lnTo>
                    <a:pt x="124" y="104"/>
                  </a:lnTo>
                  <a:lnTo>
                    <a:pt x="120" y="98"/>
                  </a:lnTo>
                  <a:lnTo>
                    <a:pt x="116" y="90"/>
                  </a:lnTo>
                  <a:lnTo>
                    <a:pt x="110" y="78"/>
                  </a:lnTo>
                  <a:lnTo>
                    <a:pt x="106" y="66"/>
                  </a:lnTo>
                  <a:lnTo>
                    <a:pt x="104" y="60"/>
                  </a:lnTo>
                  <a:lnTo>
                    <a:pt x="100" y="56"/>
                  </a:lnTo>
                  <a:lnTo>
                    <a:pt x="100" y="52"/>
                  </a:lnTo>
                  <a:lnTo>
                    <a:pt x="100" y="48"/>
                  </a:lnTo>
                  <a:lnTo>
                    <a:pt x="96" y="44"/>
                  </a:lnTo>
                  <a:lnTo>
                    <a:pt x="92" y="38"/>
                  </a:lnTo>
                  <a:lnTo>
                    <a:pt x="92" y="34"/>
                  </a:lnTo>
                  <a:lnTo>
                    <a:pt x="92" y="30"/>
                  </a:lnTo>
                  <a:lnTo>
                    <a:pt x="96" y="34"/>
                  </a:lnTo>
                  <a:lnTo>
                    <a:pt x="96" y="36"/>
                  </a:lnTo>
                  <a:lnTo>
                    <a:pt x="98" y="44"/>
                  </a:lnTo>
                  <a:lnTo>
                    <a:pt x="106" y="52"/>
                  </a:lnTo>
                  <a:lnTo>
                    <a:pt x="110" y="50"/>
                  </a:lnTo>
                  <a:lnTo>
                    <a:pt x="112" y="50"/>
                  </a:lnTo>
                  <a:lnTo>
                    <a:pt x="112" y="44"/>
                  </a:lnTo>
                  <a:lnTo>
                    <a:pt x="114" y="36"/>
                  </a:lnTo>
                  <a:lnTo>
                    <a:pt x="116" y="32"/>
                  </a:lnTo>
                  <a:lnTo>
                    <a:pt x="114" y="12"/>
                  </a:lnTo>
                  <a:lnTo>
                    <a:pt x="112" y="6"/>
                  </a:lnTo>
                  <a:lnTo>
                    <a:pt x="110" y="2"/>
                  </a:lnTo>
                  <a:lnTo>
                    <a:pt x="102" y="2"/>
                  </a:lnTo>
                  <a:lnTo>
                    <a:pt x="92" y="2"/>
                  </a:lnTo>
                  <a:lnTo>
                    <a:pt x="86" y="4"/>
                  </a:lnTo>
                  <a:lnTo>
                    <a:pt x="84" y="2"/>
                  </a:lnTo>
                  <a:lnTo>
                    <a:pt x="82" y="0"/>
                  </a:lnTo>
                  <a:lnTo>
                    <a:pt x="78" y="0"/>
                  </a:lnTo>
                  <a:lnTo>
                    <a:pt x="78" y="2"/>
                  </a:lnTo>
                  <a:lnTo>
                    <a:pt x="80" y="4"/>
                  </a:lnTo>
                  <a:lnTo>
                    <a:pt x="76" y="4"/>
                  </a:lnTo>
                  <a:lnTo>
                    <a:pt x="76" y="2"/>
                  </a:lnTo>
                  <a:lnTo>
                    <a:pt x="72" y="2"/>
                  </a:lnTo>
                  <a:lnTo>
                    <a:pt x="70" y="4"/>
                  </a:lnTo>
                  <a:lnTo>
                    <a:pt x="64" y="6"/>
                  </a:lnTo>
                  <a:lnTo>
                    <a:pt x="52" y="4"/>
                  </a:lnTo>
                  <a:lnTo>
                    <a:pt x="46" y="4"/>
                  </a:lnTo>
                  <a:lnTo>
                    <a:pt x="46" y="6"/>
                  </a:lnTo>
                  <a:lnTo>
                    <a:pt x="42" y="4"/>
                  </a:lnTo>
                  <a:lnTo>
                    <a:pt x="40" y="2"/>
                  </a:lnTo>
                  <a:lnTo>
                    <a:pt x="38" y="4"/>
                  </a:lnTo>
                  <a:lnTo>
                    <a:pt x="38" y="6"/>
                  </a:lnTo>
                  <a:lnTo>
                    <a:pt x="38" y="8"/>
                  </a:lnTo>
                  <a:lnTo>
                    <a:pt x="30" y="14"/>
                  </a:lnTo>
                  <a:lnTo>
                    <a:pt x="24" y="8"/>
                  </a:lnTo>
                  <a:lnTo>
                    <a:pt x="16" y="4"/>
                  </a:lnTo>
                  <a:lnTo>
                    <a:pt x="12" y="4"/>
                  </a:lnTo>
                  <a:lnTo>
                    <a:pt x="10" y="6"/>
                  </a:lnTo>
                  <a:lnTo>
                    <a:pt x="8" y="6"/>
                  </a:lnTo>
                  <a:lnTo>
                    <a:pt x="6" y="6"/>
                  </a:lnTo>
                  <a:lnTo>
                    <a:pt x="6" y="4"/>
                  </a:lnTo>
                  <a:lnTo>
                    <a:pt x="0" y="0"/>
                  </a:lnTo>
                  <a:close/>
                  <a:moveTo>
                    <a:pt x="92" y="24"/>
                  </a:moveTo>
                  <a:lnTo>
                    <a:pt x="92" y="24"/>
                  </a:lnTo>
                  <a:lnTo>
                    <a:pt x="92" y="26"/>
                  </a:lnTo>
                  <a:lnTo>
                    <a:pt x="90" y="28"/>
                  </a:lnTo>
                  <a:lnTo>
                    <a:pt x="90" y="24"/>
                  </a:lnTo>
                  <a:lnTo>
                    <a:pt x="92" y="2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1" name="Google Shape;401;p60"/>
            <p:cNvSpPr/>
            <p:nvPr/>
          </p:nvSpPr>
          <p:spPr>
            <a:xfrm>
              <a:off x="5991251" y="4522665"/>
              <a:ext cx="316685" cy="129036"/>
            </a:xfrm>
            <a:custGeom>
              <a:rect b="b" l="l" r="r" t="t"/>
              <a:pathLst>
                <a:path extrusionOk="0" h="92" w="192">
                  <a:moveTo>
                    <a:pt x="136" y="74"/>
                  </a:moveTo>
                  <a:lnTo>
                    <a:pt x="136" y="78"/>
                  </a:lnTo>
                  <a:lnTo>
                    <a:pt x="138" y="80"/>
                  </a:lnTo>
                  <a:lnTo>
                    <a:pt x="134" y="82"/>
                  </a:lnTo>
                  <a:lnTo>
                    <a:pt x="134" y="84"/>
                  </a:lnTo>
                  <a:lnTo>
                    <a:pt x="138" y="86"/>
                  </a:lnTo>
                  <a:lnTo>
                    <a:pt x="142" y="84"/>
                  </a:lnTo>
                  <a:lnTo>
                    <a:pt x="146" y="90"/>
                  </a:lnTo>
                  <a:lnTo>
                    <a:pt x="148" y="92"/>
                  </a:lnTo>
                  <a:lnTo>
                    <a:pt x="150" y="92"/>
                  </a:lnTo>
                  <a:lnTo>
                    <a:pt x="152" y="90"/>
                  </a:lnTo>
                  <a:lnTo>
                    <a:pt x="156" y="86"/>
                  </a:lnTo>
                  <a:lnTo>
                    <a:pt x="158" y="78"/>
                  </a:lnTo>
                  <a:lnTo>
                    <a:pt x="162" y="74"/>
                  </a:lnTo>
                  <a:lnTo>
                    <a:pt x="168" y="68"/>
                  </a:lnTo>
                  <a:lnTo>
                    <a:pt x="172" y="64"/>
                  </a:lnTo>
                  <a:lnTo>
                    <a:pt x="182" y="58"/>
                  </a:lnTo>
                  <a:lnTo>
                    <a:pt x="186" y="54"/>
                  </a:lnTo>
                  <a:lnTo>
                    <a:pt x="190" y="48"/>
                  </a:lnTo>
                  <a:lnTo>
                    <a:pt x="190" y="44"/>
                  </a:lnTo>
                  <a:lnTo>
                    <a:pt x="192" y="44"/>
                  </a:lnTo>
                  <a:lnTo>
                    <a:pt x="192" y="36"/>
                  </a:lnTo>
                  <a:lnTo>
                    <a:pt x="190" y="28"/>
                  </a:lnTo>
                  <a:lnTo>
                    <a:pt x="186" y="26"/>
                  </a:lnTo>
                  <a:lnTo>
                    <a:pt x="192" y="22"/>
                  </a:lnTo>
                  <a:lnTo>
                    <a:pt x="188" y="22"/>
                  </a:lnTo>
                  <a:lnTo>
                    <a:pt x="184" y="18"/>
                  </a:lnTo>
                  <a:lnTo>
                    <a:pt x="182" y="16"/>
                  </a:lnTo>
                  <a:lnTo>
                    <a:pt x="180" y="18"/>
                  </a:lnTo>
                  <a:lnTo>
                    <a:pt x="170" y="16"/>
                  </a:lnTo>
                  <a:lnTo>
                    <a:pt x="168" y="16"/>
                  </a:lnTo>
                  <a:lnTo>
                    <a:pt x="166" y="12"/>
                  </a:lnTo>
                  <a:lnTo>
                    <a:pt x="164" y="8"/>
                  </a:lnTo>
                  <a:lnTo>
                    <a:pt x="156" y="4"/>
                  </a:lnTo>
                  <a:lnTo>
                    <a:pt x="154" y="2"/>
                  </a:lnTo>
                  <a:lnTo>
                    <a:pt x="154" y="0"/>
                  </a:lnTo>
                  <a:lnTo>
                    <a:pt x="142" y="8"/>
                  </a:lnTo>
                  <a:lnTo>
                    <a:pt x="144" y="10"/>
                  </a:lnTo>
                  <a:lnTo>
                    <a:pt x="144" y="14"/>
                  </a:lnTo>
                  <a:lnTo>
                    <a:pt x="142" y="18"/>
                  </a:lnTo>
                  <a:lnTo>
                    <a:pt x="138" y="24"/>
                  </a:lnTo>
                  <a:lnTo>
                    <a:pt x="138" y="28"/>
                  </a:lnTo>
                  <a:lnTo>
                    <a:pt x="138" y="30"/>
                  </a:lnTo>
                  <a:lnTo>
                    <a:pt x="140" y="32"/>
                  </a:lnTo>
                  <a:lnTo>
                    <a:pt x="140" y="34"/>
                  </a:lnTo>
                  <a:lnTo>
                    <a:pt x="136" y="36"/>
                  </a:lnTo>
                  <a:lnTo>
                    <a:pt x="132" y="40"/>
                  </a:lnTo>
                  <a:lnTo>
                    <a:pt x="134" y="42"/>
                  </a:lnTo>
                  <a:lnTo>
                    <a:pt x="136" y="42"/>
                  </a:lnTo>
                  <a:lnTo>
                    <a:pt x="134" y="46"/>
                  </a:lnTo>
                  <a:lnTo>
                    <a:pt x="134" y="50"/>
                  </a:lnTo>
                  <a:lnTo>
                    <a:pt x="134" y="52"/>
                  </a:lnTo>
                  <a:lnTo>
                    <a:pt x="136" y="54"/>
                  </a:lnTo>
                  <a:lnTo>
                    <a:pt x="132" y="60"/>
                  </a:lnTo>
                  <a:lnTo>
                    <a:pt x="138" y="62"/>
                  </a:lnTo>
                  <a:lnTo>
                    <a:pt x="142" y="64"/>
                  </a:lnTo>
                  <a:lnTo>
                    <a:pt x="140" y="66"/>
                  </a:lnTo>
                  <a:lnTo>
                    <a:pt x="142" y="70"/>
                  </a:lnTo>
                  <a:lnTo>
                    <a:pt x="136" y="74"/>
                  </a:lnTo>
                  <a:close/>
                  <a:moveTo>
                    <a:pt x="144" y="60"/>
                  </a:moveTo>
                  <a:lnTo>
                    <a:pt x="144" y="64"/>
                  </a:lnTo>
                  <a:lnTo>
                    <a:pt x="142" y="64"/>
                  </a:lnTo>
                  <a:lnTo>
                    <a:pt x="142" y="62"/>
                  </a:lnTo>
                  <a:lnTo>
                    <a:pt x="144" y="60"/>
                  </a:lnTo>
                  <a:close/>
                  <a:moveTo>
                    <a:pt x="0" y="18"/>
                  </a:moveTo>
                  <a:lnTo>
                    <a:pt x="0" y="18"/>
                  </a:lnTo>
                  <a:lnTo>
                    <a:pt x="2" y="30"/>
                  </a:lnTo>
                  <a:lnTo>
                    <a:pt x="2" y="32"/>
                  </a:lnTo>
                  <a:lnTo>
                    <a:pt x="2" y="34"/>
                  </a:lnTo>
                  <a:lnTo>
                    <a:pt x="0" y="32"/>
                  </a:lnTo>
                  <a:lnTo>
                    <a:pt x="0" y="34"/>
                  </a:lnTo>
                  <a:lnTo>
                    <a:pt x="2" y="36"/>
                  </a:lnTo>
                  <a:lnTo>
                    <a:pt x="6" y="32"/>
                  </a:lnTo>
                  <a:lnTo>
                    <a:pt x="6" y="28"/>
                  </a:lnTo>
                  <a:lnTo>
                    <a:pt x="0" y="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2" name="Google Shape;402;p60"/>
            <p:cNvSpPr/>
            <p:nvPr/>
          </p:nvSpPr>
          <p:spPr>
            <a:xfrm>
              <a:off x="6377145" y="4153479"/>
              <a:ext cx="69209" cy="41220"/>
            </a:xfrm>
            <a:custGeom>
              <a:rect b="b" l="l" r="r" t="t"/>
              <a:pathLst>
                <a:path extrusionOk="0" h="30" w="42">
                  <a:moveTo>
                    <a:pt x="2" y="2"/>
                  </a:moveTo>
                  <a:lnTo>
                    <a:pt x="2" y="10"/>
                  </a:lnTo>
                  <a:lnTo>
                    <a:pt x="2" y="14"/>
                  </a:lnTo>
                  <a:lnTo>
                    <a:pt x="0" y="16"/>
                  </a:lnTo>
                  <a:lnTo>
                    <a:pt x="4" y="20"/>
                  </a:lnTo>
                  <a:lnTo>
                    <a:pt x="4" y="24"/>
                  </a:lnTo>
                  <a:lnTo>
                    <a:pt x="6" y="28"/>
                  </a:lnTo>
                  <a:lnTo>
                    <a:pt x="8" y="30"/>
                  </a:lnTo>
                  <a:lnTo>
                    <a:pt x="10" y="28"/>
                  </a:lnTo>
                  <a:lnTo>
                    <a:pt x="12" y="26"/>
                  </a:lnTo>
                  <a:lnTo>
                    <a:pt x="10" y="22"/>
                  </a:lnTo>
                  <a:lnTo>
                    <a:pt x="10" y="18"/>
                  </a:lnTo>
                  <a:lnTo>
                    <a:pt x="18" y="22"/>
                  </a:lnTo>
                  <a:lnTo>
                    <a:pt x="18" y="24"/>
                  </a:lnTo>
                  <a:lnTo>
                    <a:pt x="22" y="24"/>
                  </a:lnTo>
                  <a:lnTo>
                    <a:pt x="26" y="18"/>
                  </a:lnTo>
                  <a:lnTo>
                    <a:pt x="36" y="18"/>
                  </a:lnTo>
                  <a:lnTo>
                    <a:pt x="36" y="20"/>
                  </a:lnTo>
                  <a:lnTo>
                    <a:pt x="38" y="20"/>
                  </a:lnTo>
                  <a:lnTo>
                    <a:pt x="42" y="20"/>
                  </a:lnTo>
                  <a:lnTo>
                    <a:pt x="40" y="14"/>
                  </a:lnTo>
                  <a:lnTo>
                    <a:pt x="38" y="12"/>
                  </a:lnTo>
                  <a:lnTo>
                    <a:pt x="36" y="10"/>
                  </a:lnTo>
                  <a:lnTo>
                    <a:pt x="34" y="10"/>
                  </a:lnTo>
                  <a:lnTo>
                    <a:pt x="28" y="10"/>
                  </a:lnTo>
                  <a:lnTo>
                    <a:pt x="22" y="6"/>
                  </a:lnTo>
                  <a:lnTo>
                    <a:pt x="16" y="2"/>
                  </a:lnTo>
                  <a:lnTo>
                    <a:pt x="8" y="0"/>
                  </a:lnTo>
                  <a:lnTo>
                    <a:pt x="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3" name="Google Shape;403;p60"/>
            <p:cNvSpPr/>
            <p:nvPr/>
          </p:nvSpPr>
          <p:spPr>
            <a:xfrm>
              <a:off x="8497466" y="4293268"/>
              <a:ext cx="39848" cy="43012"/>
            </a:xfrm>
            <a:custGeom>
              <a:rect b="b" l="l" r="r" t="t"/>
              <a:pathLst>
                <a:path extrusionOk="0" h="30" w="24">
                  <a:moveTo>
                    <a:pt x="22" y="2"/>
                  </a:moveTo>
                  <a:lnTo>
                    <a:pt x="22" y="2"/>
                  </a:lnTo>
                  <a:lnTo>
                    <a:pt x="16" y="10"/>
                  </a:lnTo>
                  <a:lnTo>
                    <a:pt x="20" y="10"/>
                  </a:lnTo>
                  <a:lnTo>
                    <a:pt x="24" y="18"/>
                  </a:lnTo>
                  <a:lnTo>
                    <a:pt x="16" y="28"/>
                  </a:lnTo>
                  <a:lnTo>
                    <a:pt x="10" y="28"/>
                  </a:lnTo>
                  <a:lnTo>
                    <a:pt x="6" y="30"/>
                  </a:lnTo>
                  <a:lnTo>
                    <a:pt x="2" y="28"/>
                  </a:lnTo>
                  <a:lnTo>
                    <a:pt x="0" y="26"/>
                  </a:lnTo>
                  <a:lnTo>
                    <a:pt x="2" y="22"/>
                  </a:lnTo>
                  <a:lnTo>
                    <a:pt x="2" y="18"/>
                  </a:lnTo>
                  <a:lnTo>
                    <a:pt x="2" y="16"/>
                  </a:lnTo>
                  <a:lnTo>
                    <a:pt x="4" y="12"/>
                  </a:lnTo>
                  <a:lnTo>
                    <a:pt x="6" y="8"/>
                  </a:lnTo>
                  <a:lnTo>
                    <a:pt x="8" y="4"/>
                  </a:lnTo>
                  <a:lnTo>
                    <a:pt x="10" y="2"/>
                  </a:lnTo>
                  <a:lnTo>
                    <a:pt x="14" y="4"/>
                  </a:lnTo>
                  <a:lnTo>
                    <a:pt x="22" y="0"/>
                  </a:lnTo>
                  <a:lnTo>
                    <a:pt x="2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4" name="Google Shape;404;p60"/>
            <p:cNvSpPr/>
            <p:nvPr/>
          </p:nvSpPr>
          <p:spPr>
            <a:xfrm>
              <a:off x="7870388" y="3296822"/>
              <a:ext cx="85987" cy="91401"/>
            </a:xfrm>
            <a:custGeom>
              <a:rect b="b" l="l" r="r" t="t"/>
              <a:pathLst>
                <a:path extrusionOk="0" h="66" w="52">
                  <a:moveTo>
                    <a:pt x="10" y="54"/>
                  </a:moveTo>
                  <a:lnTo>
                    <a:pt x="20" y="54"/>
                  </a:lnTo>
                  <a:lnTo>
                    <a:pt x="22" y="50"/>
                  </a:lnTo>
                  <a:lnTo>
                    <a:pt x="24" y="48"/>
                  </a:lnTo>
                  <a:lnTo>
                    <a:pt x="24" y="52"/>
                  </a:lnTo>
                  <a:lnTo>
                    <a:pt x="26" y="54"/>
                  </a:lnTo>
                  <a:lnTo>
                    <a:pt x="30" y="54"/>
                  </a:lnTo>
                  <a:lnTo>
                    <a:pt x="34" y="64"/>
                  </a:lnTo>
                  <a:lnTo>
                    <a:pt x="30" y="46"/>
                  </a:lnTo>
                  <a:lnTo>
                    <a:pt x="28" y="46"/>
                  </a:lnTo>
                  <a:lnTo>
                    <a:pt x="24" y="46"/>
                  </a:lnTo>
                  <a:lnTo>
                    <a:pt x="28" y="32"/>
                  </a:lnTo>
                  <a:lnTo>
                    <a:pt x="30" y="34"/>
                  </a:lnTo>
                  <a:lnTo>
                    <a:pt x="32" y="34"/>
                  </a:lnTo>
                  <a:lnTo>
                    <a:pt x="34" y="34"/>
                  </a:lnTo>
                  <a:lnTo>
                    <a:pt x="34" y="28"/>
                  </a:lnTo>
                  <a:lnTo>
                    <a:pt x="28" y="28"/>
                  </a:lnTo>
                  <a:lnTo>
                    <a:pt x="28" y="22"/>
                  </a:lnTo>
                  <a:lnTo>
                    <a:pt x="28" y="16"/>
                  </a:lnTo>
                  <a:lnTo>
                    <a:pt x="24" y="16"/>
                  </a:lnTo>
                  <a:lnTo>
                    <a:pt x="22" y="14"/>
                  </a:lnTo>
                  <a:lnTo>
                    <a:pt x="26" y="14"/>
                  </a:lnTo>
                  <a:lnTo>
                    <a:pt x="28" y="14"/>
                  </a:lnTo>
                  <a:lnTo>
                    <a:pt x="30" y="12"/>
                  </a:lnTo>
                  <a:lnTo>
                    <a:pt x="32" y="6"/>
                  </a:lnTo>
                  <a:lnTo>
                    <a:pt x="30" y="0"/>
                  </a:lnTo>
                  <a:lnTo>
                    <a:pt x="22" y="6"/>
                  </a:lnTo>
                  <a:lnTo>
                    <a:pt x="20" y="10"/>
                  </a:lnTo>
                  <a:lnTo>
                    <a:pt x="18" y="12"/>
                  </a:lnTo>
                  <a:lnTo>
                    <a:pt x="14" y="14"/>
                  </a:lnTo>
                  <a:lnTo>
                    <a:pt x="10" y="12"/>
                  </a:lnTo>
                  <a:lnTo>
                    <a:pt x="6" y="16"/>
                  </a:lnTo>
                  <a:lnTo>
                    <a:pt x="2" y="20"/>
                  </a:lnTo>
                  <a:lnTo>
                    <a:pt x="4" y="22"/>
                  </a:lnTo>
                  <a:lnTo>
                    <a:pt x="4" y="24"/>
                  </a:lnTo>
                  <a:lnTo>
                    <a:pt x="6" y="24"/>
                  </a:lnTo>
                  <a:lnTo>
                    <a:pt x="8" y="18"/>
                  </a:lnTo>
                  <a:lnTo>
                    <a:pt x="10" y="18"/>
                  </a:lnTo>
                  <a:lnTo>
                    <a:pt x="10" y="22"/>
                  </a:lnTo>
                  <a:lnTo>
                    <a:pt x="10" y="24"/>
                  </a:lnTo>
                  <a:lnTo>
                    <a:pt x="12" y="20"/>
                  </a:lnTo>
                  <a:lnTo>
                    <a:pt x="12" y="18"/>
                  </a:lnTo>
                  <a:lnTo>
                    <a:pt x="10" y="16"/>
                  </a:lnTo>
                  <a:lnTo>
                    <a:pt x="18" y="16"/>
                  </a:lnTo>
                  <a:lnTo>
                    <a:pt x="18" y="20"/>
                  </a:lnTo>
                  <a:lnTo>
                    <a:pt x="18" y="24"/>
                  </a:lnTo>
                  <a:lnTo>
                    <a:pt x="16" y="24"/>
                  </a:lnTo>
                  <a:lnTo>
                    <a:pt x="16" y="22"/>
                  </a:lnTo>
                  <a:lnTo>
                    <a:pt x="14" y="22"/>
                  </a:lnTo>
                  <a:lnTo>
                    <a:pt x="10" y="28"/>
                  </a:lnTo>
                  <a:lnTo>
                    <a:pt x="0" y="28"/>
                  </a:lnTo>
                  <a:lnTo>
                    <a:pt x="2" y="30"/>
                  </a:lnTo>
                  <a:lnTo>
                    <a:pt x="2" y="32"/>
                  </a:lnTo>
                  <a:lnTo>
                    <a:pt x="0" y="36"/>
                  </a:lnTo>
                  <a:lnTo>
                    <a:pt x="4" y="36"/>
                  </a:lnTo>
                  <a:lnTo>
                    <a:pt x="6" y="38"/>
                  </a:lnTo>
                  <a:lnTo>
                    <a:pt x="6" y="40"/>
                  </a:lnTo>
                  <a:lnTo>
                    <a:pt x="4" y="50"/>
                  </a:lnTo>
                  <a:lnTo>
                    <a:pt x="10" y="52"/>
                  </a:lnTo>
                  <a:lnTo>
                    <a:pt x="10" y="54"/>
                  </a:lnTo>
                  <a:close/>
                  <a:moveTo>
                    <a:pt x="46" y="58"/>
                  </a:moveTo>
                  <a:lnTo>
                    <a:pt x="46" y="58"/>
                  </a:lnTo>
                  <a:lnTo>
                    <a:pt x="38" y="60"/>
                  </a:lnTo>
                  <a:lnTo>
                    <a:pt x="38" y="62"/>
                  </a:lnTo>
                  <a:lnTo>
                    <a:pt x="38" y="64"/>
                  </a:lnTo>
                  <a:lnTo>
                    <a:pt x="38" y="66"/>
                  </a:lnTo>
                  <a:lnTo>
                    <a:pt x="42" y="66"/>
                  </a:lnTo>
                  <a:lnTo>
                    <a:pt x="50" y="62"/>
                  </a:lnTo>
                  <a:lnTo>
                    <a:pt x="52" y="58"/>
                  </a:lnTo>
                  <a:lnTo>
                    <a:pt x="46" y="58"/>
                  </a:lnTo>
                  <a:close/>
                  <a:moveTo>
                    <a:pt x="46" y="34"/>
                  </a:moveTo>
                  <a:lnTo>
                    <a:pt x="42" y="40"/>
                  </a:lnTo>
                  <a:lnTo>
                    <a:pt x="44" y="40"/>
                  </a:lnTo>
                  <a:lnTo>
                    <a:pt x="44" y="42"/>
                  </a:lnTo>
                  <a:lnTo>
                    <a:pt x="38" y="40"/>
                  </a:lnTo>
                  <a:lnTo>
                    <a:pt x="36" y="42"/>
                  </a:lnTo>
                  <a:lnTo>
                    <a:pt x="34" y="44"/>
                  </a:lnTo>
                  <a:lnTo>
                    <a:pt x="38" y="50"/>
                  </a:lnTo>
                  <a:lnTo>
                    <a:pt x="38" y="54"/>
                  </a:lnTo>
                  <a:lnTo>
                    <a:pt x="40" y="52"/>
                  </a:lnTo>
                  <a:lnTo>
                    <a:pt x="42" y="52"/>
                  </a:lnTo>
                  <a:lnTo>
                    <a:pt x="44" y="54"/>
                  </a:lnTo>
                  <a:lnTo>
                    <a:pt x="42" y="54"/>
                  </a:lnTo>
                  <a:lnTo>
                    <a:pt x="44" y="54"/>
                  </a:lnTo>
                  <a:lnTo>
                    <a:pt x="48" y="54"/>
                  </a:lnTo>
                  <a:lnTo>
                    <a:pt x="46" y="54"/>
                  </a:lnTo>
                  <a:lnTo>
                    <a:pt x="52" y="52"/>
                  </a:lnTo>
                  <a:lnTo>
                    <a:pt x="52" y="34"/>
                  </a:lnTo>
                  <a:lnTo>
                    <a:pt x="46" y="3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5" name="Google Shape;405;p60"/>
            <p:cNvSpPr/>
            <p:nvPr/>
          </p:nvSpPr>
          <p:spPr>
            <a:xfrm>
              <a:off x="7950084" y="3465286"/>
              <a:ext cx="111154" cy="62726"/>
            </a:xfrm>
            <a:custGeom>
              <a:rect b="b" l="l" r="r" t="t"/>
              <a:pathLst>
                <a:path extrusionOk="0" h="44" w="68">
                  <a:moveTo>
                    <a:pt x="54" y="40"/>
                  </a:moveTo>
                  <a:lnTo>
                    <a:pt x="54" y="40"/>
                  </a:lnTo>
                  <a:lnTo>
                    <a:pt x="56" y="38"/>
                  </a:lnTo>
                  <a:lnTo>
                    <a:pt x="56" y="36"/>
                  </a:lnTo>
                  <a:lnTo>
                    <a:pt x="58" y="34"/>
                  </a:lnTo>
                  <a:lnTo>
                    <a:pt x="60" y="34"/>
                  </a:lnTo>
                  <a:lnTo>
                    <a:pt x="60" y="32"/>
                  </a:lnTo>
                  <a:lnTo>
                    <a:pt x="60" y="30"/>
                  </a:lnTo>
                  <a:lnTo>
                    <a:pt x="62" y="30"/>
                  </a:lnTo>
                  <a:lnTo>
                    <a:pt x="68" y="26"/>
                  </a:lnTo>
                  <a:lnTo>
                    <a:pt x="66" y="24"/>
                  </a:lnTo>
                  <a:lnTo>
                    <a:pt x="64" y="20"/>
                  </a:lnTo>
                  <a:lnTo>
                    <a:pt x="62" y="20"/>
                  </a:lnTo>
                  <a:lnTo>
                    <a:pt x="60" y="18"/>
                  </a:lnTo>
                  <a:lnTo>
                    <a:pt x="60" y="16"/>
                  </a:lnTo>
                  <a:lnTo>
                    <a:pt x="58" y="14"/>
                  </a:lnTo>
                  <a:lnTo>
                    <a:pt x="54" y="16"/>
                  </a:lnTo>
                  <a:lnTo>
                    <a:pt x="50" y="14"/>
                  </a:lnTo>
                  <a:lnTo>
                    <a:pt x="46" y="10"/>
                  </a:lnTo>
                  <a:lnTo>
                    <a:pt x="44" y="8"/>
                  </a:lnTo>
                  <a:lnTo>
                    <a:pt x="42" y="10"/>
                  </a:lnTo>
                  <a:lnTo>
                    <a:pt x="40" y="10"/>
                  </a:lnTo>
                  <a:lnTo>
                    <a:pt x="40" y="8"/>
                  </a:lnTo>
                  <a:lnTo>
                    <a:pt x="36" y="6"/>
                  </a:lnTo>
                  <a:lnTo>
                    <a:pt x="30" y="6"/>
                  </a:lnTo>
                  <a:lnTo>
                    <a:pt x="28" y="4"/>
                  </a:lnTo>
                  <a:lnTo>
                    <a:pt x="22" y="0"/>
                  </a:lnTo>
                  <a:lnTo>
                    <a:pt x="14" y="6"/>
                  </a:lnTo>
                  <a:lnTo>
                    <a:pt x="10" y="8"/>
                  </a:lnTo>
                  <a:lnTo>
                    <a:pt x="8" y="10"/>
                  </a:lnTo>
                  <a:lnTo>
                    <a:pt x="6" y="12"/>
                  </a:lnTo>
                  <a:lnTo>
                    <a:pt x="2" y="14"/>
                  </a:lnTo>
                  <a:lnTo>
                    <a:pt x="0" y="14"/>
                  </a:lnTo>
                  <a:lnTo>
                    <a:pt x="0" y="18"/>
                  </a:lnTo>
                  <a:lnTo>
                    <a:pt x="6" y="24"/>
                  </a:lnTo>
                  <a:lnTo>
                    <a:pt x="8" y="28"/>
                  </a:lnTo>
                  <a:lnTo>
                    <a:pt x="8" y="32"/>
                  </a:lnTo>
                  <a:lnTo>
                    <a:pt x="8" y="34"/>
                  </a:lnTo>
                  <a:lnTo>
                    <a:pt x="10" y="34"/>
                  </a:lnTo>
                  <a:lnTo>
                    <a:pt x="12" y="34"/>
                  </a:lnTo>
                  <a:lnTo>
                    <a:pt x="14" y="36"/>
                  </a:lnTo>
                  <a:lnTo>
                    <a:pt x="18" y="40"/>
                  </a:lnTo>
                  <a:lnTo>
                    <a:pt x="22" y="42"/>
                  </a:lnTo>
                  <a:lnTo>
                    <a:pt x="24" y="44"/>
                  </a:lnTo>
                  <a:lnTo>
                    <a:pt x="26" y="42"/>
                  </a:lnTo>
                  <a:lnTo>
                    <a:pt x="28" y="38"/>
                  </a:lnTo>
                  <a:lnTo>
                    <a:pt x="30" y="36"/>
                  </a:lnTo>
                  <a:lnTo>
                    <a:pt x="32" y="36"/>
                  </a:lnTo>
                  <a:lnTo>
                    <a:pt x="34" y="36"/>
                  </a:lnTo>
                  <a:lnTo>
                    <a:pt x="38" y="38"/>
                  </a:lnTo>
                  <a:lnTo>
                    <a:pt x="42" y="40"/>
                  </a:lnTo>
                  <a:lnTo>
                    <a:pt x="46" y="40"/>
                  </a:lnTo>
                  <a:lnTo>
                    <a:pt x="54" y="4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6" name="Google Shape;406;p60"/>
            <p:cNvSpPr/>
            <p:nvPr/>
          </p:nvSpPr>
          <p:spPr>
            <a:xfrm>
              <a:off x="8321297" y="3825512"/>
              <a:ext cx="44042" cy="23298"/>
            </a:xfrm>
            <a:custGeom>
              <a:rect b="b" l="l" r="r" t="t"/>
              <a:pathLst>
                <a:path extrusionOk="0" h="16" w="26">
                  <a:moveTo>
                    <a:pt x="18" y="12"/>
                  </a:moveTo>
                  <a:lnTo>
                    <a:pt x="18" y="12"/>
                  </a:lnTo>
                  <a:lnTo>
                    <a:pt x="14" y="16"/>
                  </a:lnTo>
                  <a:lnTo>
                    <a:pt x="4" y="16"/>
                  </a:lnTo>
                  <a:lnTo>
                    <a:pt x="4" y="14"/>
                  </a:lnTo>
                  <a:lnTo>
                    <a:pt x="2" y="14"/>
                  </a:lnTo>
                  <a:lnTo>
                    <a:pt x="0" y="12"/>
                  </a:lnTo>
                  <a:lnTo>
                    <a:pt x="2" y="10"/>
                  </a:lnTo>
                  <a:lnTo>
                    <a:pt x="4" y="12"/>
                  </a:lnTo>
                  <a:lnTo>
                    <a:pt x="8" y="12"/>
                  </a:lnTo>
                  <a:lnTo>
                    <a:pt x="10" y="10"/>
                  </a:lnTo>
                  <a:lnTo>
                    <a:pt x="14" y="10"/>
                  </a:lnTo>
                  <a:lnTo>
                    <a:pt x="18" y="12"/>
                  </a:lnTo>
                  <a:close/>
                  <a:moveTo>
                    <a:pt x="18" y="12"/>
                  </a:moveTo>
                  <a:lnTo>
                    <a:pt x="18" y="12"/>
                  </a:lnTo>
                  <a:lnTo>
                    <a:pt x="26" y="0"/>
                  </a:lnTo>
                  <a:lnTo>
                    <a:pt x="20" y="4"/>
                  </a:lnTo>
                  <a:lnTo>
                    <a:pt x="10" y="6"/>
                  </a:lnTo>
                  <a:lnTo>
                    <a:pt x="2" y="8"/>
                  </a:lnTo>
                  <a:lnTo>
                    <a:pt x="2" y="10"/>
                  </a:lnTo>
                  <a:lnTo>
                    <a:pt x="4" y="12"/>
                  </a:lnTo>
                  <a:lnTo>
                    <a:pt x="8" y="12"/>
                  </a:lnTo>
                  <a:lnTo>
                    <a:pt x="10" y="10"/>
                  </a:lnTo>
                  <a:lnTo>
                    <a:pt x="14" y="10"/>
                  </a:lnTo>
                  <a:lnTo>
                    <a:pt x="18"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7" name="Google Shape;407;p60"/>
            <p:cNvSpPr/>
            <p:nvPr/>
          </p:nvSpPr>
          <p:spPr>
            <a:xfrm>
              <a:off x="6142253" y="4081792"/>
              <a:ext cx="188753" cy="73479"/>
            </a:xfrm>
            <a:custGeom>
              <a:rect b="b" l="l" r="r" t="t"/>
              <a:pathLst>
                <a:path extrusionOk="0" h="52" w="114">
                  <a:moveTo>
                    <a:pt x="18" y="16"/>
                  </a:moveTo>
                  <a:lnTo>
                    <a:pt x="18" y="16"/>
                  </a:lnTo>
                  <a:lnTo>
                    <a:pt x="18" y="20"/>
                  </a:lnTo>
                  <a:lnTo>
                    <a:pt x="20" y="24"/>
                  </a:lnTo>
                  <a:lnTo>
                    <a:pt x="16" y="26"/>
                  </a:lnTo>
                  <a:lnTo>
                    <a:pt x="18" y="26"/>
                  </a:lnTo>
                  <a:lnTo>
                    <a:pt x="22" y="22"/>
                  </a:lnTo>
                  <a:lnTo>
                    <a:pt x="24" y="18"/>
                  </a:lnTo>
                  <a:lnTo>
                    <a:pt x="18" y="16"/>
                  </a:lnTo>
                  <a:close/>
                  <a:moveTo>
                    <a:pt x="18" y="0"/>
                  </a:moveTo>
                  <a:lnTo>
                    <a:pt x="18" y="0"/>
                  </a:lnTo>
                  <a:lnTo>
                    <a:pt x="12" y="4"/>
                  </a:lnTo>
                  <a:lnTo>
                    <a:pt x="6" y="8"/>
                  </a:lnTo>
                  <a:lnTo>
                    <a:pt x="0" y="20"/>
                  </a:lnTo>
                  <a:lnTo>
                    <a:pt x="4" y="20"/>
                  </a:lnTo>
                  <a:lnTo>
                    <a:pt x="10" y="18"/>
                  </a:lnTo>
                  <a:lnTo>
                    <a:pt x="10" y="14"/>
                  </a:lnTo>
                  <a:lnTo>
                    <a:pt x="14" y="10"/>
                  </a:lnTo>
                  <a:lnTo>
                    <a:pt x="20" y="6"/>
                  </a:lnTo>
                  <a:lnTo>
                    <a:pt x="24" y="6"/>
                  </a:lnTo>
                  <a:lnTo>
                    <a:pt x="30" y="8"/>
                  </a:lnTo>
                  <a:lnTo>
                    <a:pt x="34" y="14"/>
                  </a:lnTo>
                  <a:lnTo>
                    <a:pt x="40" y="14"/>
                  </a:lnTo>
                  <a:lnTo>
                    <a:pt x="42" y="16"/>
                  </a:lnTo>
                  <a:lnTo>
                    <a:pt x="44" y="16"/>
                  </a:lnTo>
                  <a:lnTo>
                    <a:pt x="48" y="16"/>
                  </a:lnTo>
                  <a:lnTo>
                    <a:pt x="50" y="20"/>
                  </a:lnTo>
                  <a:lnTo>
                    <a:pt x="54" y="26"/>
                  </a:lnTo>
                  <a:lnTo>
                    <a:pt x="60" y="26"/>
                  </a:lnTo>
                  <a:lnTo>
                    <a:pt x="66" y="26"/>
                  </a:lnTo>
                  <a:lnTo>
                    <a:pt x="66" y="30"/>
                  </a:lnTo>
                  <a:lnTo>
                    <a:pt x="70" y="34"/>
                  </a:lnTo>
                  <a:lnTo>
                    <a:pt x="74" y="36"/>
                  </a:lnTo>
                  <a:lnTo>
                    <a:pt x="82" y="42"/>
                  </a:lnTo>
                  <a:lnTo>
                    <a:pt x="78" y="52"/>
                  </a:lnTo>
                  <a:lnTo>
                    <a:pt x="114" y="46"/>
                  </a:lnTo>
                  <a:lnTo>
                    <a:pt x="112" y="40"/>
                  </a:lnTo>
                  <a:lnTo>
                    <a:pt x="106" y="40"/>
                  </a:lnTo>
                  <a:lnTo>
                    <a:pt x="100" y="40"/>
                  </a:lnTo>
                  <a:lnTo>
                    <a:pt x="98" y="30"/>
                  </a:lnTo>
                  <a:lnTo>
                    <a:pt x="88" y="30"/>
                  </a:lnTo>
                  <a:lnTo>
                    <a:pt x="88" y="28"/>
                  </a:lnTo>
                  <a:lnTo>
                    <a:pt x="86" y="26"/>
                  </a:lnTo>
                  <a:lnTo>
                    <a:pt x="76" y="20"/>
                  </a:lnTo>
                  <a:lnTo>
                    <a:pt x="64" y="14"/>
                  </a:lnTo>
                  <a:lnTo>
                    <a:pt x="60" y="14"/>
                  </a:lnTo>
                  <a:lnTo>
                    <a:pt x="58" y="10"/>
                  </a:lnTo>
                  <a:lnTo>
                    <a:pt x="54" y="6"/>
                  </a:lnTo>
                  <a:lnTo>
                    <a:pt x="36" y="2"/>
                  </a:lnTo>
                  <a:lnTo>
                    <a:pt x="18"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8" name="Google Shape;408;p60"/>
            <p:cNvSpPr/>
            <p:nvPr/>
          </p:nvSpPr>
          <p:spPr>
            <a:xfrm>
              <a:off x="7973153" y="3572816"/>
              <a:ext cx="115349" cy="105738"/>
            </a:xfrm>
            <a:custGeom>
              <a:rect b="b" l="l" r="r" t="t"/>
              <a:pathLst>
                <a:path extrusionOk="0" h="76" w="70">
                  <a:moveTo>
                    <a:pt x="56" y="76"/>
                  </a:moveTo>
                  <a:lnTo>
                    <a:pt x="58" y="76"/>
                  </a:lnTo>
                  <a:lnTo>
                    <a:pt x="58" y="74"/>
                  </a:lnTo>
                  <a:lnTo>
                    <a:pt x="56" y="70"/>
                  </a:lnTo>
                  <a:lnTo>
                    <a:pt x="52" y="66"/>
                  </a:lnTo>
                  <a:lnTo>
                    <a:pt x="50" y="66"/>
                  </a:lnTo>
                  <a:lnTo>
                    <a:pt x="48" y="66"/>
                  </a:lnTo>
                  <a:lnTo>
                    <a:pt x="48" y="64"/>
                  </a:lnTo>
                  <a:lnTo>
                    <a:pt x="46" y="62"/>
                  </a:lnTo>
                  <a:lnTo>
                    <a:pt x="44" y="58"/>
                  </a:lnTo>
                  <a:lnTo>
                    <a:pt x="38" y="54"/>
                  </a:lnTo>
                  <a:lnTo>
                    <a:pt x="32" y="46"/>
                  </a:lnTo>
                  <a:lnTo>
                    <a:pt x="32" y="44"/>
                  </a:lnTo>
                  <a:lnTo>
                    <a:pt x="30" y="36"/>
                  </a:lnTo>
                  <a:lnTo>
                    <a:pt x="26" y="34"/>
                  </a:lnTo>
                  <a:lnTo>
                    <a:pt x="26" y="30"/>
                  </a:lnTo>
                  <a:lnTo>
                    <a:pt x="28" y="28"/>
                  </a:lnTo>
                  <a:lnTo>
                    <a:pt x="30" y="28"/>
                  </a:lnTo>
                  <a:lnTo>
                    <a:pt x="32" y="30"/>
                  </a:lnTo>
                  <a:lnTo>
                    <a:pt x="34" y="32"/>
                  </a:lnTo>
                  <a:lnTo>
                    <a:pt x="34" y="30"/>
                  </a:lnTo>
                  <a:lnTo>
                    <a:pt x="36" y="30"/>
                  </a:lnTo>
                  <a:lnTo>
                    <a:pt x="38" y="30"/>
                  </a:lnTo>
                  <a:lnTo>
                    <a:pt x="40" y="32"/>
                  </a:lnTo>
                  <a:lnTo>
                    <a:pt x="42" y="34"/>
                  </a:lnTo>
                  <a:lnTo>
                    <a:pt x="44" y="32"/>
                  </a:lnTo>
                  <a:lnTo>
                    <a:pt x="48" y="30"/>
                  </a:lnTo>
                  <a:lnTo>
                    <a:pt x="50" y="30"/>
                  </a:lnTo>
                  <a:lnTo>
                    <a:pt x="56" y="34"/>
                  </a:lnTo>
                  <a:lnTo>
                    <a:pt x="58" y="36"/>
                  </a:lnTo>
                  <a:lnTo>
                    <a:pt x="60" y="36"/>
                  </a:lnTo>
                  <a:lnTo>
                    <a:pt x="62" y="36"/>
                  </a:lnTo>
                  <a:lnTo>
                    <a:pt x="68" y="36"/>
                  </a:lnTo>
                  <a:lnTo>
                    <a:pt x="70" y="34"/>
                  </a:lnTo>
                  <a:lnTo>
                    <a:pt x="70" y="32"/>
                  </a:lnTo>
                  <a:lnTo>
                    <a:pt x="68" y="30"/>
                  </a:lnTo>
                  <a:lnTo>
                    <a:pt x="68" y="28"/>
                  </a:lnTo>
                  <a:lnTo>
                    <a:pt x="68" y="26"/>
                  </a:lnTo>
                  <a:lnTo>
                    <a:pt x="68" y="24"/>
                  </a:lnTo>
                  <a:lnTo>
                    <a:pt x="64" y="26"/>
                  </a:lnTo>
                  <a:lnTo>
                    <a:pt x="60" y="24"/>
                  </a:lnTo>
                  <a:lnTo>
                    <a:pt x="50" y="18"/>
                  </a:lnTo>
                  <a:lnTo>
                    <a:pt x="44" y="12"/>
                  </a:lnTo>
                  <a:lnTo>
                    <a:pt x="42" y="8"/>
                  </a:lnTo>
                  <a:lnTo>
                    <a:pt x="40" y="4"/>
                  </a:lnTo>
                  <a:lnTo>
                    <a:pt x="38" y="2"/>
                  </a:lnTo>
                  <a:lnTo>
                    <a:pt x="34" y="0"/>
                  </a:lnTo>
                  <a:lnTo>
                    <a:pt x="32" y="0"/>
                  </a:lnTo>
                  <a:lnTo>
                    <a:pt x="32" y="4"/>
                  </a:lnTo>
                  <a:lnTo>
                    <a:pt x="30" y="6"/>
                  </a:lnTo>
                  <a:lnTo>
                    <a:pt x="26" y="6"/>
                  </a:lnTo>
                  <a:lnTo>
                    <a:pt x="24" y="6"/>
                  </a:lnTo>
                  <a:lnTo>
                    <a:pt x="24" y="8"/>
                  </a:lnTo>
                  <a:lnTo>
                    <a:pt x="22" y="14"/>
                  </a:lnTo>
                  <a:lnTo>
                    <a:pt x="20" y="18"/>
                  </a:lnTo>
                  <a:lnTo>
                    <a:pt x="18" y="18"/>
                  </a:lnTo>
                  <a:lnTo>
                    <a:pt x="16" y="18"/>
                  </a:lnTo>
                  <a:lnTo>
                    <a:pt x="14" y="16"/>
                  </a:lnTo>
                  <a:lnTo>
                    <a:pt x="14" y="14"/>
                  </a:lnTo>
                  <a:lnTo>
                    <a:pt x="14" y="16"/>
                  </a:lnTo>
                  <a:lnTo>
                    <a:pt x="14" y="20"/>
                  </a:lnTo>
                  <a:lnTo>
                    <a:pt x="14" y="24"/>
                  </a:lnTo>
                  <a:lnTo>
                    <a:pt x="10" y="24"/>
                  </a:lnTo>
                  <a:lnTo>
                    <a:pt x="6" y="26"/>
                  </a:lnTo>
                  <a:lnTo>
                    <a:pt x="0" y="28"/>
                  </a:lnTo>
                  <a:lnTo>
                    <a:pt x="0" y="30"/>
                  </a:lnTo>
                  <a:lnTo>
                    <a:pt x="0" y="32"/>
                  </a:lnTo>
                  <a:lnTo>
                    <a:pt x="0" y="36"/>
                  </a:lnTo>
                  <a:lnTo>
                    <a:pt x="2" y="38"/>
                  </a:lnTo>
                  <a:lnTo>
                    <a:pt x="4" y="38"/>
                  </a:lnTo>
                  <a:lnTo>
                    <a:pt x="6" y="36"/>
                  </a:lnTo>
                  <a:lnTo>
                    <a:pt x="4" y="34"/>
                  </a:lnTo>
                  <a:lnTo>
                    <a:pt x="6" y="34"/>
                  </a:lnTo>
                  <a:lnTo>
                    <a:pt x="10" y="34"/>
                  </a:lnTo>
                  <a:lnTo>
                    <a:pt x="12" y="26"/>
                  </a:lnTo>
                  <a:lnTo>
                    <a:pt x="14" y="28"/>
                  </a:lnTo>
                  <a:lnTo>
                    <a:pt x="16" y="30"/>
                  </a:lnTo>
                  <a:lnTo>
                    <a:pt x="14" y="34"/>
                  </a:lnTo>
                  <a:lnTo>
                    <a:pt x="14" y="40"/>
                  </a:lnTo>
                  <a:lnTo>
                    <a:pt x="20" y="46"/>
                  </a:lnTo>
                  <a:lnTo>
                    <a:pt x="20" y="48"/>
                  </a:lnTo>
                  <a:lnTo>
                    <a:pt x="18" y="50"/>
                  </a:lnTo>
                  <a:lnTo>
                    <a:pt x="30" y="58"/>
                  </a:lnTo>
                  <a:lnTo>
                    <a:pt x="32" y="58"/>
                  </a:lnTo>
                  <a:lnTo>
                    <a:pt x="36" y="58"/>
                  </a:lnTo>
                  <a:lnTo>
                    <a:pt x="40" y="62"/>
                  </a:lnTo>
                  <a:lnTo>
                    <a:pt x="44" y="66"/>
                  </a:lnTo>
                  <a:lnTo>
                    <a:pt x="48" y="68"/>
                  </a:lnTo>
                  <a:lnTo>
                    <a:pt x="54" y="70"/>
                  </a:lnTo>
                  <a:lnTo>
                    <a:pt x="56" y="7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09" name="Google Shape;409;p60"/>
            <p:cNvSpPr/>
            <p:nvPr/>
          </p:nvSpPr>
          <p:spPr>
            <a:xfrm>
              <a:off x="6117086" y="4320150"/>
              <a:ext cx="60820" cy="64518"/>
            </a:xfrm>
            <a:custGeom>
              <a:rect b="b" l="l" r="r" t="t"/>
              <a:pathLst>
                <a:path extrusionOk="0" h="46" w="38">
                  <a:moveTo>
                    <a:pt x="4" y="0"/>
                  </a:moveTo>
                  <a:lnTo>
                    <a:pt x="4" y="0"/>
                  </a:lnTo>
                  <a:lnTo>
                    <a:pt x="2" y="0"/>
                  </a:lnTo>
                  <a:lnTo>
                    <a:pt x="0" y="0"/>
                  </a:lnTo>
                  <a:lnTo>
                    <a:pt x="4" y="6"/>
                  </a:lnTo>
                  <a:lnTo>
                    <a:pt x="4" y="10"/>
                  </a:lnTo>
                  <a:lnTo>
                    <a:pt x="0" y="22"/>
                  </a:lnTo>
                  <a:lnTo>
                    <a:pt x="4" y="24"/>
                  </a:lnTo>
                  <a:lnTo>
                    <a:pt x="6" y="26"/>
                  </a:lnTo>
                  <a:lnTo>
                    <a:pt x="12" y="24"/>
                  </a:lnTo>
                  <a:lnTo>
                    <a:pt x="12" y="22"/>
                  </a:lnTo>
                  <a:lnTo>
                    <a:pt x="12" y="20"/>
                  </a:lnTo>
                  <a:lnTo>
                    <a:pt x="20" y="26"/>
                  </a:lnTo>
                  <a:lnTo>
                    <a:pt x="26" y="32"/>
                  </a:lnTo>
                  <a:lnTo>
                    <a:pt x="26" y="38"/>
                  </a:lnTo>
                  <a:lnTo>
                    <a:pt x="26" y="40"/>
                  </a:lnTo>
                  <a:lnTo>
                    <a:pt x="26" y="44"/>
                  </a:lnTo>
                  <a:lnTo>
                    <a:pt x="28" y="44"/>
                  </a:lnTo>
                  <a:lnTo>
                    <a:pt x="28" y="42"/>
                  </a:lnTo>
                  <a:lnTo>
                    <a:pt x="28" y="38"/>
                  </a:lnTo>
                  <a:lnTo>
                    <a:pt x="32" y="38"/>
                  </a:lnTo>
                  <a:lnTo>
                    <a:pt x="34" y="46"/>
                  </a:lnTo>
                  <a:lnTo>
                    <a:pt x="36" y="40"/>
                  </a:lnTo>
                  <a:lnTo>
                    <a:pt x="34" y="36"/>
                  </a:lnTo>
                  <a:lnTo>
                    <a:pt x="32" y="34"/>
                  </a:lnTo>
                  <a:lnTo>
                    <a:pt x="34" y="32"/>
                  </a:lnTo>
                  <a:lnTo>
                    <a:pt x="34" y="28"/>
                  </a:lnTo>
                  <a:lnTo>
                    <a:pt x="34" y="26"/>
                  </a:lnTo>
                  <a:lnTo>
                    <a:pt x="36" y="26"/>
                  </a:lnTo>
                  <a:lnTo>
                    <a:pt x="38" y="26"/>
                  </a:lnTo>
                  <a:lnTo>
                    <a:pt x="36" y="20"/>
                  </a:lnTo>
                  <a:lnTo>
                    <a:pt x="24" y="6"/>
                  </a:lnTo>
                  <a:lnTo>
                    <a:pt x="22" y="6"/>
                  </a:lnTo>
                  <a:lnTo>
                    <a:pt x="20" y="6"/>
                  </a:lnTo>
                  <a:lnTo>
                    <a:pt x="18" y="4"/>
                  </a:lnTo>
                  <a:lnTo>
                    <a:pt x="14" y="4"/>
                  </a:lnTo>
                  <a:lnTo>
                    <a:pt x="14" y="6"/>
                  </a:lnTo>
                  <a:lnTo>
                    <a:pt x="12" y="4"/>
                  </a:lnTo>
                  <a:lnTo>
                    <a:pt x="6" y="4"/>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0" name="Google Shape;410;p60"/>
            <p:cNvSpPr/>
            <p:nvPr/>
          </p:nvSpPr>
          <p:spPr>
            <a:xfrm>
              <a:off x="7927014" y="4470692"/>
              <a:ext cx="140516" cy="166672"/>
            </a:xfrm>
            <a:custGeom>
              <a:rect b="b" l="l" r="r" t="t"/>
              <a:pathLst>
                <a:path extrusionOk="0" h="118" w="86">
                  <a:moveTo>
                    <a:pt x="6" y="118"/>
                  </a:moveTo>
                  <a:lnTo>
                    <a:pt x="6" y="118"/>
                  </a:lnTo>
                  <a:lnTo>
                    <a:pt x="8" y="116"/>
                  </a:lnTo>
                  <a:lnTo>
                    <a:pt x="14" y="114"/>
                  </a:lnTo>
                  <a:lnTo>
                    <a:pt x="16" y="114"/>
                  </a:lnTo>
                  <a:lnTo>
                    <a:pt x="18" y="112"/>
                  </a:lnTo>
                  <a:lnTo>
                    <a:pt x="20" y="110"/>
                  </a:lnTo>
                  <a:lnTo>
                    <a:pt x="22" y="112"/>
                  </a:lnTo>
                  <a:lnTo>
                    <a:pt x="22" y="114"/>
                  </a:lnTo>
                  <a:lnTo>
                    <a:pt x="24" y="114"/>
                  </a:lnTo>
                  <a:lnTo>
                    <a:pt x="26" y="112"/>
                  </a:lnTo>
                  <a:lnTo>
                    <a:pt x="28" y="112"/>
                  </a:lnTo>
                  <a:lnTo>
                    <a:pt x="34" y="112"/>
                  </a:lnTo>
                  <a:lnTo>
                    <a:pt x="34" y="110"/>
                  </a:lnTo>
                  <a:lnTo>
                    <a:pt x="34" y="108"/>
                  </a:lnTo>
                  <a:lnTo>
                    <a:pt x="38" y="108"/>
                  </a:lnTo>
                  <a:lnTo>
                    <a:pt x="42" y="108"/>
                  </a:lnTo>
                  <a:lnTo>
                    <a:pt x="44" y="106"/>
                  </a:lnTo>
                  <a:lnTo>
                    <a:pt x="44" y="114"/>
                  </a:lnTo>
                  <a:lnTo>
                    <a:pt x="50" y="114"/>
                  </a:lnTo>
                  <a:lnTo>
                    <a:pt x="54" y="114"/>
                  </a:lnTo>
                  <a:lnTo>
                    <a:pt x="56" y="112"/>
                  </a:lnTo>
                  <a:lnTo>
                    <a:pt x="60" y="112"/>
                  </a:lnTo>
                  <a:lnTo>
                    <a:pt x="62" y="110"/>
                  </a:lnTo>
                  <a:lnTo>
                    <a:pt x="62" y="106"/>
                  </a:lnTo>
                  <a:lnTo>
                    <a:pt x="62" y="102"/>
                  </a:lnTo>
                  <a:lnTo>
                    <a:pt x="62" y="100"/>
                  </a:lnTo>
                  <a:lnTo>
                    <a:pt x="64" y="100"/>
                  </a:lnTo>
                  <a:lnTo>
                    <a:pt x="64" y="98"/>
                  </a:lnTo>
                  <a:lnTo>
                    <a:pt x="66" y="96"/>
                  </a:lnTo>
                  <a:lnTo>
                    <a:pt x="68" y="90"/>
                  </a:lnTo>
                  <a:lnTo>
                    <a:pt x="66" y="86"/>
                  </a:lnTo>
                  <a:lnTo>
                    <a:pt x="64" y="82"/>
                  </a:lnTo>
                  <a:lnTo>
                    <a:pt x="66" y="76"/>
                  </a:lnTo>
                  <a:lnTo>
                    <a:pt x="68" y="72"/>
                  </a:lnTo>
                  <a:lnTo>
                    <a:pt x="70" y="70"/>
                  </a:lnTo>
                  <a:lnTo>
                    <a:pt x="72" y="68"/>
                  </a:lnTo>
                  <a:lnTo>
                    <a:pt x="72" y="66"/>
                  </a:lnTo>
                  <a:lnTo>
                    <a:pt x="74" y="60"/>
                  </a:lnTo>
                  <a:lnTo>
                    <a:pt x="76" y="54"/>
                  </a:lnTo>
                  <a:lnTo>
                    <a:pt x="78" y="48"/>
                  </a:lnTo>
                  <a:lnTo>
                    <a:pt x="78" y="42"/>
                  </a:lnTo>
                  <a:lnTo>
                    <a:pt x="78" y="32"/>
                  </a:lnTo>
                  <a:lnTo>
                    <a:pt x="80" y="22"/>
                  </a:lnTo>
                  <a:lnTo>
                    <a:pt x="80" y="16"/>
                  </a:lnTo>
                  <a:lnTo>
                    <a:pt x="82" y="14"/>
                  </a:lnTo>
                  <a:lnTo>
                    <a:pt x="84" y="6"/>
                  </a:lnTo>
                  <a:lnTo>
                    <a:pt x="86" y="0"/>
                  </a:lnTo>
                  <a:lnTo>
                    <a:pt x="78" y="2"/>
                  </a:lnTo>
                  <a:lnTo>
                    <a:pt x="74" y="2"/>
                  </a:lnTo>
                  <a:lnTo>
                    <a:pt x="72" y="2"/>
                  </a:lnTo>
                  <a:lnTo>
                    <a:pt x="68" y="4"/>
                  </a:lnTo>
                  <a:lnTo>
                    <a:pt x="68" y="6"/>
                  </a:lnTo>
                  <a:lnTo>
                    <a:pt x="66" y="8"/>
                  </a:lnTo>
                  <a:lnTo>
                    <a:pt x="64" y="10"/>
                  </a:lnTo>
                  <a:lnTo>
                    <a:pt x="62" y="10"/>
                  </a:lnTo>
                  <a:lnTo>
                    <a:pt x="62" y="12"/>
                  </a:lnTo>
                  <a:lnTo>
                    <a:pt x="60" y="16"/>
                  </a:lnTo>
                  <a:lnTo>
                    <a:pt x="62" y="22"/>
                  </a:lnTo>
                  <a:lnTo>
                    <a:pt x="56" y="20"/>
                  </a:lnTo>
                  <a:lnTo>
                    <a:pt x="48" y="20"/>
                  </a:lnTo>
                  <a:lnTo>
                    <a:pt x="46" y="20"/>
                  </a:lnTo>
                  <a:lnTo>
                    <a:pt x="44" y="18"/>
                  </a:lnTo>
                  <a:lnTo>
                    <a:pt x="42" y="16"/>
                  </a:lnTo>
                  <a:lnTo>
                    <a:pt x="36" y="16"/>
                  </a:lnTo>
                  <a:lnTo>
                    <a:pt x="28" y="16"/>
                  </a:lnTo>
                  <a:lnTo>
                    <a:pt x="28" y="26"/>
                  </a:lnTo>
                  <a:lnTo>
                    <a:pt x="28" y="28"/>
                  </a:lnTo>
                  <a:lnTo>
                    <a:pt x="28" y="30"/>
                  </a:lnTo>
                  <a:lnTo>
                    <a:pt x="30" y="30"/>
                  </a:lnTo>
                  <a:lnTo>
                    <a:pt x="36" y="28"/>
                  </a:lnTo>
                  <a:lnTo>
                    <a:pt x="42" y="30"/>
                  </a:lnTo>
                  <a:lnTo>
                    <a:pt x="42" y="40"/>
                  </a:lnTo>
                  <a:lnTo>
                    <a:pt x="40" y="40"/>
                  </a:lnTo>
                  <a:lnTo>
                    <a:pt x="36" y="40"/>
                  </a:lnTo>
                  <a:lnTo>
                    <a:pt x="32" y="40"/>
                  </a:lnTo>
                  <a:lnTo>
                    <a:pt x="32" y="44"/>
                  </a:lnTo>
                  <a:lnTo>
                    <a:pt x="32" y="50"/>
                  </a:lnTo>
                  <a:lnTo>
                    <a:pt x="30" y="50"/>
                  </a:lnTo>
                  <a:lnTo>
                    <a:pt x="34" y="52"/>
                  </a:lnTo>
                  <a:lnTo>
                    <a:pt x="36" y="56"/>
                  </a:lnTo>
                  <a:lnTo>
                    <a:pt x="36" y="58"/>
                  </a:lnTo>
                  <a:lnTo>
                    <a:pt x="36" y="62"/>
                  </a:lnTo>
                  <a:lnTo>
                    <a:pt x="36" y="66"/>
                  </a:lnTo>
                  <a:lnTo>
                    <a:pt x="38" y="68"/>
                  </a:lnTo>
                  <a:lnTo>
                    <a:pt x="38" y="70"/>
                  </a:lnTo>
                  <a:lnTo>
                    <a:pt x="36" y="72"/>
                  </a:lnTo>
                  <a:lnTo>
                    <a:pt x="36" y="74"/>
                  </a:lnTo>
                  <a:lnTo>
                    <a:pt x="40" y="76"/>
                  </a:lnTo>
                  <a:lnTo>
                    <a:pt x="38" y="82"/>
                  </a:lnTo>
                  <a:lnTo>
                    <a:pt x="38" y="86"/>
                  </a:lnTo>
                  <a:lnTo>
                    <a:pt x="36" y="88"/>
                  </a:lnTo>
                  <a:lnTo>
                    <a:pt x="36" y="86"/>
                  </a:lnTo>
                  <a:lnTo>
                    <a:pt x="34" y="82"/>
                  </a:lnTo>
                  <a:lnTo>
                    <a:pt x="30" y="80"/>
                  </a:lnTo>
                  <a:lnTo>
                    <a:pt x="26" y="82"/>
                  </a:lnTo>
                  <a:lnTo>
                    <a:pt x="22" y="82"/>
                  </a:lnTo>
                  <a:lnTo>
                    <a:pt x="22" y="80"/>
                  </a:lnTo>
                  <a:lnTo>
                    <a:pt x="18" y="78"/>
                  </a:lnTo>
                  <a:lnTo>
                    <a:pt x="18" y="80"/>
                  </a:lnTo>
                  <a:lnTo>
                    <a:pt x="18" y="82"/>
                  </a:lnTo>
                  <a:lnTo>
                    <a:pt x="18" y="84"/>
                  </a:lnTo>
                  <a:lnTo>
                    <a:pt x="12" y="82"/>
                  </a:lnTo>
                  <a:lnTo>
                    <a:pt x="12" y="84"/>
                  </a:lnTo>
                  <a:lnTo>
                    <a:pt x="12" y="86"/>
                  </a:lnTo>
                  <a:lnTo>
                    <a:pt x="12" y="88"/>
                  </a:lnTo>
                  <a:lnTo>
                    <a:pt x="10" y="88"/>
                  </a:lnTo>
                  <a:lnTo>
                    <a:pt x="10" y="90"/>
                  </a:lnTo>
                  <a:lnTo>
                    <a:pt x="10" y="92"/>
                  </a:lnTo>
                  <a:lnTo>
                    <a:pt x="14" y="98"/>
                  </a:lnTo>
                  <a:lnTo>
                    <a:pt x="14" y="102"/>
                  </a:lnTo>
                  <a:lnTo>
                    <a:pt x="12" y="102"/>
                  </a:lnTo>
                  <a:lnTo>
                    <a:pt x="10" y="102"/>
                  </a:lnTo>
                  <a:lnTo>
                    <a:pt x="6" y="100"/>
                  </a:lnTo>
                  <a:lnTo>
                    <a:pt x="4" y="100"/>
                  </a:lnTo>
                  <a:lnTo>
                    <a:pt x="2" y="102"/>
                  </a:lnTo>
                  <a:lnTo>
                    <a:pt x="0" y="104"/>
                  </a:lnTo>
                  <a:lnTo>
                    <a:pt x="0" y="110"/>
                  </a:lnTo>
                  <a:lnTo>
                    <a:pt x="4" y="114"/>
                  </a:lnTo>
                  <a:lnTo>
                    <a:pt x="6" y="116"/>
                  </a:lnTo>
                  <a:lnTo>
                    <a:pt x="6" y="1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1" name="Google Shape;411;p60"/>
            <p:cNvSpPr/>
            <p:nvPr/>
          </p:nvSpPr>
          <p:spPr>
            <a:xfrm>
              <a:off x="6240824" y="4312982"/>
              <a:ext cx="239087" cy="319006"/>
            </a:xfrm>
            <a:custGeom>
              <a:rect b="b" l="l" r="r" t="t"/>
              <a:pathLst>
                <a:path extrusionOk="0" h="226" w="144">
                  <a:moveTo>
                    <a:pt x="2" y="148"/>
                  </a:moveTo>
                  <a:lnTo>
                    <a:pt x="2" y="148"/>
                  </a:lnTo>
                  <a:lnTo>
                    <a:pt x="2" y="150"/>
                  </a:lnTo>
                  <a:lnTo>
                    <a:pt x="4" y="152"/>
                  </a:lnTo>
                  <a:lnTo>
                    <a:pt x="12" y="156"/>
                  </a:lnTo>
                  <a:lnTo>
                    <a:pt x="14" y="160"/>
                  </a:lnTo>
                  <a:lnTo>
                    <a:pt x="16" y="164"/>
                  </a:lnTo>
                  <a:lnTo>
                    <a:pt x="18" y="164"/>
                  </a:lnTo>
                  <a:lnTo>
                    <a:pt x="28" y="166"/>
                  </a:lnTo>
                  <a:lnTo>
                    <a:pt x="30" y="164"/>
                  </a:lnTo>
                  <a:lnTo>
                    <a:pt x="32" y="166"/>
                  </a:lnTo>
                  <a:lnTo>
                    <a:pt x="36" y="170"/>
                  </a:lnTo>
                  <a:lnTo>
                    <a:pt x="40" y="170"/>
                  </a:lnTo>
                  <a:lnTo>
                    <a:pt x="46" y="170"/>
                  </a:lnTo>
                  <a:lnTo>
                    <a:pt x="46" y="174"/>
                  </a:lnTo>
                  <a:lnTo>
                    <a:pt x="48" y="176"/>
                  </a:lnTo>
                  <a:lnTo>
                    <a:pt x="52" y="180"/>
                  </a:lnTo>
                  <a:lnTo>
                    <a:pt x="54" y="184"/>
                  </a:lnTo>
                  <a:lnTo>
                    <a:pt x="56" y="186"/>
                  </a:lnTo>
                  <a:lnTo>
                    <a:pt x="58" y="188"/>
                  </a:lnTo>
                  <a:lnTo>
                    <a:pt x="66" y="188"/>
                  </a:lnTo>
                  <a:lnTo>
                    <a:pt x="66" y="192"/>
                  </a:lnTo>
                  <a:lnTo>
                    <a:pt x="66" y="194"/>
                  </a:lnTo>
                  <a:lnTo>
                    <a:pt x="70" y="196"/>
                  </a:lnTo>
                  <a:lnTo>
                    <a:pt x="76" y="198"/>
                  </a:lnTo>
                  <a:lnTo>
                    <a:pt x="76" y="196"/>
                  </a:lnTo>
                  <a:lnTo>
                    <a:pt x="80" y="196"/>
                  </a:lnTo>
                  <a:lnTo>
                    <a:pt x="84" y="196"/>
                  </a:lnTo>
                  <a:lnTo>
                    <a:pt x="88" y="198"/>
                  </a:lnTo>
                  <a:lnTo>
                    <a:pt x="94" y="200"/>
                  </a:lnTo>
                  <a:lnTo>
                    <a:pt x="98" y="200"/>
                  </a:lnTo>
                  <a:lnTo>
                    <a:pt x="98" y="202"/>
                  </a:lnTo>
                  <a:lnTo>
                    <a:pt x="88" y="224"/>
                  </a:lnTo>
                  <a:lnTo>
                    <a:pt x="92" y="224"/>
                  </a:lnTo>
                  <a:lnTo>
                    <a:pt x="96" y="226"/>
                  </a:lnTo>
                  <a:lnTo>
                    <a:pt x="108" y="194"/>
                  </a:lnTo>
                  <a:lnTo>
                    <a:pt x="110" y="190"/>
                  </a:lnTo>
                  <a:lnTo>
                    <a:pt x="108" y="186"/>
                  </a:lnTo>
                  <a:lnTo>
                    <a:pt x="104" y="182"/>
                  </a:lnTo>
                  <a:lnTo>
                    <a:pt x="102" y="182"/>
                  </a:lnTo>
                  <a:lnTo>
                    <a:pt x="102" y="178"/>
                  </a:lnTo>
                  <a:lnTo>
                    <a:pt x="110" y="176"/>
                  </a:lnTo>
                  <a:lnTo>
                    <a:pt x="110" y="172"/>
                  </a:lnTo>
                  <a:lnTo>
                    <a:pt x="108" y="170"/>
                  </a:lnTo>
                  <a:lnTo>
                    <a:pt x="104" y="170"/>
                  </a:lnTo>
                  <a:lnTo>
                    <a:pt x="104" y="164"/>
                  </a:lnTo>
                  <a:lnTo>
                    <a:pt x="110" y="162"/>
                  </a:lnTo>
                  <a:lnTo>
                    <a:pt x="126" y="160"/>
                  </a:lnTo>
                  <a:lnTo>
                    <a:pt x="126" y="156"/>
                  </a:lnTo>
                  <a:lnTo>
                    <a:pt x="128" y="158"/>
                  </a:lnTo>
                  <a:lnTo>
                    <a:pt x="132" y="156"/>
                  </a:lnTo>
                  <a:lnTo>
                    <a:pt x="134" y="152"/>
                  </a:lnTo>
                  <a:lnTo>
                    <a:pt x="138" y="152"/>
                  </a:lnTo>
                  <a:lnTo>
                    <a:pt x="140" y="158"/>
                  </a:lnTo>
                  <a:lnTo>
                    <a:pt x="142" y="158"/>
                  </a:lnTo>
                  <a:lnTo>
                    <a:pt x="144" y="152"/>
                  </a:lnTo>
                  <a:lnTo>
                    <a:pt x="142" y="146"/>
                  </a:lnTo>
                  <a:lnTo>
                    <a:pt x="140" y="142"/>
                  </a:lnTo>
                  <a:lnTo>
                    <a:pt x="138" y="144"/>
                  </a:lnTo>
                  <a:lnTo>
                    <a:pt x="136" y="144"/>
                  </a:lnTo>
                  <a:lnTo>
                    <a:pt x="136" y="142"/>
                  </a:lnTo>
                  <a:lnTo>
                    <a:pt x="136" y="138"/>
                  </a:lnTo>
                  <a:lnTo>
                    <a:pt x="138" y="136"/>
                  </a:lnTo>
                  <a:lnTo>
                    <a:pt x="142" y="132"/>
                  </a:lnTo>
                  <a:lnTo>
                    <a:pt x="144" y="124"/>
                  </a:lnTo>
                  <a:lnTo>
                    <a:pt x="140" y="122"/>
                  </a:lnTo>
                  <a:lnTo>
                    <a:pt x="134" y="118"/>
                  </a:lnTo>
                  <a:lnTo>
                    <a:pt x="130" y="114"/>
                  </a:lnTo>
                  <a:lnTo>
                    <a:pt x="128" y="110"/>
                  </a:lnTo>
                  <a:lnTo>
                    <a:pt x="124" y="106"/>
                  </a:lnTo>
                  <a:lnTo>
                    <a:pt x="122" y="104"/>
                  </a:lnTo>
                  <a:lnTo>
                    <a:pt x="122" y="102"/>
                  </a:lnTo>
                  <a:lnTo>
                    <a:pt x="122" y="98"/>
                  </a:lnTo>
                  <a:lnTo>
                    <a:pt x="122" y="96"/>
                  </a:lnTo>
                  <a:lnTo>
                    <a:pt x="124" y="96"/>
                  </a:lnTo>
                  <a:lnTo>
                    <a:pt x="124" y="88"/>
                  </a:lnTo>
                  <a:lnTo>
                    <a:pt x="116" y="86"/>
                  </a:lnTo>
                  <a:lnTo>
                    <a:pt x="108" y="88"/>
                  </a:lnTo>
                  <a:lnTo>
                    <a:pt x="102" y="78"/>
                  </a:lnTo>
                  <a:lnTo>
                    <a:pt x="100" y="76"/>
                  </a:lnTo>
                  <a:lnTo>
                    <a:pt x="96" y="76"/>
                  </a:lnTo>
                  <a:lnTo>
                    <a:pt x="90" y="76"/>
                  </a:lnTo>
                  <a:lnTo>
                    <a:pt x="86" y="76"/>
                  </a:lnTo>
                  <a:lnTo>
                    <a:pt x="78" y="74"/>
                  </a:lnTo>
                  <a:lnTo>
                    <a:pt x="78" y="72"/>
                  </a:lnTo>
                  <a:lnTo>
                    <a:pt x="76" y="68"/>
                  </a:lnTo>
                  <a:lnTo>
                    <a:pt x="74" y="64"/>
                  </a:lnTo>
                  <a:lnTo>
                    <a:pt x="72" y="60"/>
                  </a:lnTo>
                  <a:lnTo>
                    <a:pt x="72" y="56"/>
                  </a:lnTo>
                  <a:lnTo>
                    <a:pt x="74" y="56"/>
                  </a:lnTo>
                  <a:lnTo>
                    <a:pt x="68" y="46"/>
                  </a:lnTo>
                  <a:lnTo>
                    <a:pt x="64" y="46"/>
                  </a:lnTo>
                  <a:lnTo>
                    <a:pt x="62" y="46"/>
                  </a:lnTo>
                  <a:lnTo>
                    <a:pt x="62" y="42"/>
                  </a:lnTo>
                  <a:lnTo>
                    <a:pt x="64" y="36"/>
                  </a:lnTo>
                  <a:lnTo>
                    <a:pt x="64" y="32"/>
                  </a:lnTo>
                  <a:lnTo>
                    <a:pt x="66" y="28"/>
                  </a:lnTo>
                  <a:lnTo>
                    <a:pt x="64" y="24"/>
                  </a:lnTo>
                  <a:lnTo>
                    <a:pt x="70" y="22"/>
                  </a:lnTo>
                  <a:lnTo>
                    <a:pt x="74" y="12"/>
                  </a:lnTo>
                  <a:lnTo>
                    <a:pt x="80" y="6"/>
                  </a:lnTo>
                  <a:lnTo>
                    <a:pt x="86" y="2"/>
                  </a:lnTo>
                  <a:lnTo>
                    <a:pt x="86" y="0"/>
                  </a:lnTo>
                  <a:lnTo>
                    <a:pt x="78" y="0"/>
                  </a:lnTo>
                  <a:lnTo>
                    <a:pt x="78" y="4"/>
                  </a:lnTo>
                  <a:lnTo>
                    <a:pt x="64" y="14"/>
                  </a:lnTo>
                  <a:lnTo>
                    <a:pt x="60" y="14"/>
                  </a:lnTo>
                  <a:lnTo>
                    <a:pt x="58" y="12"/>
                  </a:lnTo>
                  <a:lnTo>
                    <a:pt x="56" y="14"/>
                  </a:lnTo>
                  <a:lnTo>
                    <a:pt x="54" y="16"/>
                  </a:lnTo>
                  <a:lnTo>
                    <a:pt x="54" y="20"/>
                  </a:lnTo>
                  <a:lnTo>
                    <a:pt x="52" y="20"/>
                  </a:lnTo>
                  <a:lnTo>
                    <a:pt x="52" y="18"/>
                  </a:lnTo>
                  <a:lnTo>
                    <a:pt x="46" y="18"/>
                  </a:lnTo>
                  <a:lnTo>
                    <a:pt x="44" y="32"/>
                  </a:lnTo>
                  <a:lnTo>
                    <a:pt x="40" y="32"/>
                  </a:lnTo>
                  <a:lnTo>
                    <a:pt x="40" y="36"/>
                  </a:lnTo>
                  <a:lnTo>
                    <a:pt x="40" y="40"/>
                  </a:lnTo>
                  <a:lnTo>
                    <a:pt x="34" y="40"/>
                  </a:lnTo>
                  <a:lnTo>
                    <a:pt x="30" y="48"/>
                  </a:lnTo>
                  <a:lnTo>
                    <a:pt x="30" y="54"/>
                  </a:lnTo>
                  <a:lnTo>
                    <a:pt x="24" y="50"/>
                  </a:lnTo>
                  <a:lnTo>
                    <a:pt x="22" y="54"/>
                  </a:lnTo>
                  <a:lnTo>
                    <a:pt x="24" y="56"/>
                  </a:lnTo>
                  <a:lnTo>
                    <a:pt x="24" y="60"/>
                  </a:lnTo>
                  <a:lnTo>
                    <a:pt x="24" y="64"/>
                  </a:lnTo>
                  <a:lnTo>
                    <a:pt x="22" y="66"/>
                  </a:lnTo>
                  <a:lnTo>
                    <a:pt x="20" y="68"/>
                  </a:lnTo>
                  <a:lnTo>
                    <a:pt x="20" y="78"/>
                  </a:lnTo>
                  <a:lnTo>
                    <a:pt x="22" y="82"/>
                  </a:lnTo>
                  <a:lnTo>
                    <a:pt x="22" y="84"/>
                  </a:lnTo>
                  <a:lnTo>
                    <a:pt x="20" y="98"/>
                  </a:lnTo>
                  <a:lnTo>
                    <a:pt x="16" y="114"/>
                  </a:lnTo>
                  <a:lnTo>
                    <a:pt x="22" y="118"/>
                  </a:lnTo>
                  <a:lnTo>
                    <a:pt x="14" y="126"/>
                  </a:lnTo>
                  <a:lnTo>
                    <a:pt x="4" y="132"/>
                  </a:lnTo>
                  <a:lnTo>
                    <a:pt x="6" y="134"/>
                  </a:lnTo>
                  <a:lnTo>
                    <a:pt x="4" y="136"/>
                  </a:lnTo>
                  <a:lnTo>
                    <a:pt x="4" y="140"/>
                  </a:lnTo>
                  <a:lnTo>
                    <a:pt x="6" y="142"/>
                  </a:lnTo>
                  <a:lnTo>
                    <a:pt x="0" y="142"/>
                  </a:lnTo>
                  <a:lnTo>
                    <a:pt x="2" y="14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2" name="Google Shape;412;p60"/>
            <p:cNvSpPr/>
            <p:nvPr/>
          </p:nvSpPr>
          <p:spPr>
            <a:xfrm>
              <a:off x="9084696" y="3411521"/>
              <a:ext cx="1149294" cy="783177"/>
            </a:xfrm>
            <a:custGeom>
              <a:rect b="b" l="l" r="r" t="t"/>
              <a:pathLst>
                <a:path extrusionOk="0" h="556" w="698">
                  <a:moveTo>
                    <a:pt x="670" y="140"/>
                  </a:moveTo>
                  <a:lnTo>
                    <a:pt x="672" y="142"/>
                  </a:lnTo>
                  <a:lnTo>
                    <a:pt x="674" y="138"/>
                  </a:lnTo>
                  <a:lnTo>
                    <a:pt x="680" y="136"/>
                  </a:lnTo>
                  <a:lnTo>
                    <a:pt x="682" y="132"/>
                  </a:lnTo>
                  <a:lnTo>
                    <a:pt x="684" y="130"/>
                  </a:lnTo>
                  <a:lnTo>
                    <a:pt x="690" y="126"/>
                  </a:lnTo>
                  <a:lnTo>
                    <a:pt x="692" y="120"/>
                  </a:lnTo>
                  <a:lnTo>
                    <a:pt x="694" y="112"/>
                  </a:lnTo>
                  <a:lnTo>
                    <a:pt x="692" y="108"/>
                  </a:lnTo>
                  <a:lnTo>
                    <a:pt x="696" y="104"/>
                  </a:lnTo>
                  <a:lnTo>
                    <a:pt x="696" y="98"/>
                  </a:lnTo>
                  <a:lnTo>
                    <a:pt x="694" y="96"/>
                  </a:lnTo>
                  <a:lnTo>
                    <a:pt x="694" y="90"/>
                  </a:lnTo>
                  <a:lnTo>
                    <a:pt x="698" y="84"/>
                  </a:lnTo>
                  <a:lnTo>
                    <a:pt x="690" y="86"/>
                  </a:lnTo>
                  <a:lnTo>
                    <a:pt x="688" y="90"/>
                  </a:lnTo>
                  <a:lnTo>
                    <a:pt x="684" y="92"/>
                  </a:lnTo>
                  <a:lnTo>
                    <a:pt x="680" y="92"/>
                  </a:lnTo>
                  <a:lnTo>
                    <a:pt x="676" y="94"/>
                  </a:lnTo>
                  <a:lnTo>
                    <a:pt x="672" y="98"/>
                  </a:lnTo>
                  <a:lnTo>
                    <a:pt x="668" y="100"/>
                  </a:lnTo>
                  <a:lnTo>
                    <a:pt x="664" y="102"/>
                  </a:lnTo>
                  <a:lnTo>
                    <a:pt x="658" y="98"/>
                  </a:lnTo>
                  <a:lnTo>
                    <a:pt x="654" y="96"/>
                  </a:lnTo>
                  <a:lnTo>
                    <a:pt x="650" y="92"/>
                  </a:lnTo>
                  <a:lnTo>
                    <a:pt x="652" y="86"/>
                  </a:lnTo>
                  <a:lnTo>
                    <a:pt x="650" y="82"/>
                  </a:lnTo>
                  <a:lnTo>
                    <a:pt x="644" y="76"/>
                  </a:lnTo>
                  <a:lnTo>
                    <a:pt x="642" y="70"/>
                  </a:lnTo>
                  <a:lnTo>
                    <a:pt x="640" y="66"/>
                  </a:lnTo>
                  <a:lnTo>
                    <a:pt x="638" y="62"/>
                  </a:lnTo>
                  <a:lnTo>
                    <a:pt x="630" y="60"/>
                  </a:lnTo>
                  <a:lnTo>
                    <a:pt x="626" y="60"/>
                  </a:lnTo>
                  <a:lnTo>
                    <a:pt x="622" y="60"/>
                  </a:lnTo>
                  <a:lnTo>
                    <a:pt x="618" y="56"/>
                  </a:lnTo>
                  <a:lnTo>
                    <a:pt x="614" y="48"/>
                  </a:lnTo>
                  <a:lnTo>
                    <a:pt x="608" y="40"/>
                  </a:lnTo>
                  <a:lnTo>
                    <a:pt x="608" y="34"/>
                  </a:lnTo>
                  <a:lnTo>
                    <a:pt x="608" y="28"/>
                  </a:lnTo>
                  <a:lnTo>
                    <a:pt x="602" y="22"/>
                  </a:lnTo>
                  <a:lnTo>
                    <a:pt x="600" y="18"/>
                  </a:lnTo>
                  <a:lnTo>
                    <a:pt x="594" y="14"/>
                  </a:lnTo>
                  <a:lnTo>
                    <a:pt x="586" y="12"/>
                  </a:lnTo>
                  <a:lnTo>
                    <a:pt x="582" y="8"/>
                  </a:lnTo>
                  <a:lnTo>
                    <a:pt x="578" y="4"/>
                  </a:lnTo>
                  <a:lnTo>
                    <a:pt x="572" y="0"/>
                  </a:lnTo>
                  <a:lnTo>
                    <a:pt x="566" y="0"/>
                  </a:lnTo>
                  <a:lnTo>
                    <a:pt x="562" y="2"/>
                  </a:lnTo>
                  <a:lnTo>
                    <a:pt x="556" y="4"/>
                  </a:lnTo>
                  <a:lnTo>
                    <a:pt x="550" y="4"/>
                  </a:lnTo>
                  <a:lnTo>
                    <a:pt x="546" y="8"/>
                  </a:lnTo>
                  <a:lnTo>
                    <a:pt x="540" y="12"/>
                  </a:lnTo>
                  <a:lnTo>
                    <a:pt x="536" y="16"/>
                  </a:lnTo>
                  <a:lnTo>
                    <a:pt x="534" y="18"/>
                  </a:lnTo>
                  <a:lnTo>
                    <a:pt x="534" y="22"/>
                  </a:lnTo>
                  <a:lnTo>
                    <a:pt x="538" y="20"/>
                  </a:lnTo>
                  <a:lnTo>
                    <a:pt x="538" y="26"/>
                  </a:lnTo>
                  <a:lnTo>
                    <a:pt x="538" y="32"/>
                  </a:lnTo>
                  <a:lnTo>
                    <a:pt x="534" y="34"/>
                  </a:lnTo>
                  <a:lnTo>
                    <a:pt x="536" y="40"/>
                  </a:lnTo>
                  <a:lnTo>
                    <a:pt x="532" y="46"/>
                  </a:lnTo>
                  <a:lnTo>
                    <a:pt x="528" y="52"/>
                  </a:lnTo>
                  <a:lnTo>
                    <a:pt x="524" y="56"/>
                  </a:lnTo>
                  <a:lnTo>
                    <a:pt x="522" y="58"/>
                  </a:lnTo>
                  <a:lnTo>
                    <a:pt x="524" y="60"/>
                  </a:lnTo>
                  <a:lnTo>
                    <a:pt x="522" y="62"/>
                  </a:lnTo>
                  <a:lnTo>
                    <a:pt x="520" y="64"/>
                  </a:lnTo>
                  <a:lnTo>
                    <a:pt x="516" y="64"/>
                  </a:lnTo>
                  <a:lnTo>
                    <a:pt x="508" y="72"/>
                  </a:lnTo>
                  <a:lnTo>
                    <a:pt x="504" y="68"/>
                  </a:lnTo>
                  <a:lnTo>
                    <a:pt x="496" y="64"/>
                  </a:lnTo>
                  <a:lnTo>
                    <a:pt x="490" y="66"/>
                  </a:lnTo>
                  <a:lnTo>
                    <a:pt x="486" y="78"/>
                  </a:lnTo>
                  <a:lnTo>
                    <a:pt x="488" y="84"/>
                  </a:lnTo>
                  <a:lnTo>
                    <a:pt x="486" y="90"/>
                  </a:lnTo>
                  <a:lnTo>
                    <a:pt x="484" y="92"/>
                  </a:lnTo>
                  <a:lnTo>
                    <a:pt x="484" y="98"/>
                  </a:lnTo>
                  <a:lnTo>
                    <a:pt x="492" y="102"/>
                  </a:lnTo>
                  <a:lnTo>
                    <a:pt x="500" y="100"/>
                  </a:lnTo>
                  <a:lnTo>
                    <a:pt x="506" y="94"/>
                  </a:lnTo>
                  <a:lnTo>
                    <a:pt x="510" y="94"/>
                  </a:lnTo>
                  <a:lnTo>
                    <a:pt x="512" y="98"/>
                  </a:lnTo>
                  <a:lnTo>
                    <a:pt x="518" y="104"/>
                  </a:lnTo>
                  <a:lnTo>
                    <a:pt x="526" y="106"/>
                  </a:lnTo>
                  <a:lnTo>
                    <a:pt x="530" y="110"/>
                  </a:lnTo>
                  <a:lnTo>
                    <a:pt x="528" y="116"/>
                  </a:lnTo>
                  <a:lnTo>
                    <a:pt x="524" y="116"/>
                  </a:lnTo>
                  <a:lnTo>
                    <a:pt x="518" y="116"/>
                  </a:lnTo>
                  <a:lnTo>
                    <a:pt x="516" y="118"/>
                  </a:lnTo>
                  <a:lnTo>
                    <a:pt x="514" y="120"/>
                  </a:lnTo>
                  <a:lnTo>
                    <a:pt x="510" y="122"/>
                  </a:lnTo>
                  <a:lnTo>
                    <a:pt x="504" y="122"/>
                  </a:lnTo>
                  <a:lnTo>
                    <a:pt x="494" y="128"/>
                  </a:lnTo>
                  <a:lnTo>
                    <a:pt x="492" y="124"/>
                  </a:lnTo>
                  <a:lnTo>
                    <a:pt x="488" y="126"/>
                  </a:lnTo>
                  <a:lnTo>
                    <a:pt x="486" y="132"/>
                  </a:lnTo>
                  <a:lnTo>
                    <a:pt x="482" y="134"/>
                  </a:lnTo>
                  <a:lnTo>
                    <a:pt x="466" y="138"/>
                  </a:lnTo>
                  <a:lnTo>
                    <a:pt x="464" y="146"/>
                  </a:lnTo>
                  <a:lnTo>
                    <a:pt x="456" y="152"/>
                  </a:lnTo>
                  <a:lnTo>
                    <a:pt x="448" y="150"/>
                  </a:lnTo>
                  <a:lnTo>
                    <a:pt x="444" y="142"/>
                  </a:lnTo>
                  <a:lnTo>
                    <a:pt x="438" y="142"/>
                  </a:lnTo>
                  <a:lnTo>
                    <a:pt x="434" y="146"/>
                  </a:lnTo>
                  <a:lnTo>
                    <a:pt x="430" y="152"/>
                  </a:lnTo>
                  <a:lnTo>
                    <a:pt x="430" y="158"/>
                  </a:lnTo>
                  <a:lnTo>
                    <a:pt x="432" y="164"/>
                  </a:lnTo>
                  <a:lnTo>
                    <a:pt x="434" y="170"/>
                  </a:lnTo>
                  <a:lnTo>
                    <a:pt x="430" y="176"/>
                  </a:lnTo>
                  <a:lnTo>
                    <a:pt x="424" y="178"/>
                  </a:lnTo>
                  <a:lnTo>
                    <a:pt x="416" y="182"/>
                  </a:lnTo>
                  <a:lnTo>
                    <a:pt x="404" y="184"/>
                  </a:lnTo>
                  <a:lnTo>
                    <a:pt x="394" y="184"/>
                  </a:lnTo>
                  <a:lnTo>
                    <a:pt x="388" y="186"/>
                  </a:lnTo>
                  <a:lnTo>
                    <a:pt x="384" y="186"/>
                  </a:lnTo>
                  <a:lnTo>
                    <a:pt x="378" y="192"/>
                  </a:lnTo>
                  <a:lnTo>
                    <a:pt x="370" y="196"/>
                  </a:lnTo>
                  <a:lnTo>
                    <a:pt x="362" y="196"/>
                  </a:lnTo>
                  <a:lnTo>
                    <a:pt x="354" y="198"/>
                  </a:lnTo>
                  <a:lnTo>
                    <a:pt x="342" y="198"/>
                  </a:lnTo>
                  <a:lnTo>
                    <a:pt x="336" y="194"/>
                  </a:lnTo>
                  <a:lnTo>
                    <a:pt x="330" y="188"/>
                  </a:lnTo>
                  <a:lnTo>
                    <a:pt x="328" y="186"/>
                  </a:lnTo>
                  <a:lnTo>
                    <a:pt x="310" y="186"/>
                  </a:lnTo>
                  <a:lnTo>
                    <a:pt x="300" y="184"/>
                  </a:lnTo>
                  <a:lnTo>
                    <a:pt x="292" y="184"/>
                  </a:lnTo>
                  <a:lnTo>
                    <a:pt x="282" y="184"/>
                  </a:lnTo>
                  <a:lnTo>
                    <a:pt x="276" y="184"/>
                  </a:lnTo>
                  <a:lnTo>
                    <a:pt x="270" y="180"/>
                  </a:lnTo>
                  <a:lnTo>
                    <a:pt x="264" y="174"/>
                  </a:lnTo>
                  <a:lnTo>
                    <a:pt x="258" y="168"/>
                  </a:lnTo>
                  <a:lnTo>
                    <a:pt x="254" y="166"/>
                  </a:lnTo>
                  <a:lnTo>
                    <a:pt x="250" y="158"/>
                  </a:lnTo>
                  <a:lnTo>
                    <a:pt x="246" y="154"/>
                  </a:lnTo>
                  <a:lnTo>
                    <a:pt x="240" y="152"/>
                  </a:lnTo>
                  <a:lnTo>
                    <a:pt x="236" y="148"/>
                  </a:lnTo>
                  <a:lnTo>
                    <a:pt x="230" y="144"/>
                  </a:lnTo>
                  <a:lnTo>
                    <a:pt x="222" y="144"/>
                  </a:lnTo>
                  <a:lnTo>
                    <a:pt x="216" y="142"/>
                  </a:lnTo>
                  <a:lnTo>
                    <a:pt x="214" y="138"/>
                  </a:lnTo>
                  <a:lnTo>
                    <a:pt x="216" y="130"/>
                  </a:lnTo>
                  <a:lnTo>
                    <a:pt x="218" y="126"/>
                  </a:lnTo>
                  <a:lnTo>
                    <a:pt x="214" y="118"/>
                  </a:lnTo>
                  <a:lnTo>
                    <a:pt x="208" y="116"/>
                  </a:lnTo>
                  <a:lnTo>
                    <a:pt x="208" y="112"/>
                  </a:lnTo>
                  <a:lnTo>
                    <a:pt x="200" y="104"/>
                  </a:lnTo>
                  <a:lnTo>
                    <a:pt x="194" y="100"/>
                  </a:lnTo>
                  <a:lnTo>
                    <a:pt x="186" y="102"/>
                  </a:lnTo>
                  <a:lnTo>
                    <a:pt x="180" y="100"/>
                  </a:lnTo>
                  <a:lnTo>
                    <a:pt x="176" y="96"/>
                  </a:lnTo>
                  <a:lnTo>
                    <a:pt x="176" y="92"/>
                  </a:lnTo>
                  <a:lnTo>
                    <a:pt x="174" y="84"/>
                  </a:lnTo>
                  <a:lnTo>
                    <a:pt x="176" y="72"/>
                  </a:lnTo>
                  <a:lnTo>
                    <a:pt x="170" y="76"/>
                  </a:lnTo>
                  <a:lnTo>
                    <a:pt x="154" y="80"/>
                  </a:lnTo>
                  <a:lnTo>
                    <a:pt x="148" y="84"/>
                  </a:lnTo>
                  <a:lnTo>
                    <a:pt x="146" y="88"/>
                  </a:lnTo>
                  <a:lnTo>
                    <a:pt x="138" y="92"/>
                  </a:lnTo>
                  <a:lnTo>
                    <a:pt x="136" y="96"/>
                  </a:lnTo>
                  <a:lnTo>
                    <a:pt x="136" y="100"/>
                  </a:lnTo>
                  <a:lnTo>
                    <a:pt x="126" y="104"/>
                  </a:lnTo>
                  <a:lnTo>
                    <a:pt x="120" y="104"/>
                  </a:lnTo>
                  <a:lnTo>
                    <a:pt x="116" y="108"/>
                  </a:lnTo>
                  <a:lnTo>
                    <a:pt x="112" y="114"/>
                  </a:lnTo>
                  <a:lnTo>
                    <a:pt x="106" y="118"/>
                  </a:lnTo>
                  <a:lnTo>
                    <a:pt x="104" y="128"/>
                  </a:lnTo>
                  <a:lnTo>
                    <a:pt x="106" y="134"/>
                  </a:lnTo>
                  <a:lnTo>
                    <a:pt x="110" y="138"/>
                  </a:lnTo>
                  <a:lnTo>
                    <a:pt x="108" y="142"/>
                  </a:lnTo>
                  <a:lnTo>
                    <a:pt x="96" y="142"/>
                  </a:lnTo>
                  <a:lnTo>
                    <a:pt x="88" y="146"/>
                  </a:lnTo>
                  <a:lnTo>
                    <a:pt x="78" y="148"/>
                  </a:lnTo>
                  <a:lnTo>
                    <a:pt x="76" y="150"/>
                  </a:lnTo>
                  <a:lnTo>
                    <a:pt x="78" y="154"/>
                  </a:lnTo>
                  <a:lnTo>
                    <a:pt x="84" y="160"/>
                  </a:lnTo>
                  <a:lnTo>
                    <a:pt x="86" y="166"/>
                  </a:lnTo>
                  <a:lnTo>
                    <a:pt x="82" y="176"/>
                  </a:lnTo>
                  <a:lnTo>
                    <a:pt x="80" y="184"/>
                  </a:lnTo>
                  <a:lnTo>
                    <a:pt x="72" y="188"/>
                  </a:lnTo>
                  <a:lnTo>
                    <a:pt x="66" y="194"/>
                  </a:lnTo>
                  <a:lnTo>
                    <a:pt x="64" y="194"/>
                  </a:lnTo>
                  <a:lnTo>
                    <a:pt x="60" y="196"/>
                  </a:lnTo>
                  <a:lnTo>
                    <a:pt x="60" y="202"/>
                  </a:lnTo>
                  <a:lnTo>
                    <a:pt x="56" y="202"/>
                  </a:lnTo>
                  <a:lnTo>
                    <a:pt x="52" y="204"/>
                  </a:lnTo>
                  <a:lnTo>
                    <a:pt x="46" y="204"/>
                  </a:lnTo>
                  <a:lnTo>
                    <a:pt x="40" y="208"/>
                  </a:lnTo>
                  <a:lnTo>
                    <a:pt x="40" y="214"/>
                  </a:lnTo>
                  <a:lnTo>
                    <a:pt x="40" y="216"/>
                  </a:lnTo>
                  <a:lnTo>
                    <a:pt x="38" y="218"/>
                  </a:lnTo>
                  <a:lnTo>
                    <a:pt x="34" y="220"/>
                  </a:lnTo>
                  <a:lnTo>
                    <a:pt x="28" y="220"/>
                  </a:lnTo>
                  <a:lnTo>
                    <a:pt x="26" y="222"/>
                  </a:lnTo>
                  <a:lnTo>
                    <a:pt x="22" y="224"/>
                  </a:lnTo>
                  <a:lnTo>
                    <a:pt x="22" y="222"/>
                  </a:lnTo>
                  <a:lnTo>
                    <a:pt x="20" y="220"/>
                  </a:lnTo>
                  <a:lnTo>
                    <a:pt x="18" y="218"/>
                  </a:lnTo>
                  <a:lnTo>
                    <a:pt x="14" y="218"/>
                  </a:lnTo>
                  <a:lnTo>
                    <a:pt x="12" y="222"/>
                  </a:lnTo>
                  <a:lnTo>
                    <a:pt x="8" y="226"/>
                  </a:lnTo>
                  <a:lnTo>
                    <a:pt x="4" y="228"/>
                  </a:lnTo>
                  <a:lnTo>
                    <a:pt x="0" y="232"/>
                  </a:lnTo>
                  <a:lnTo>
                    <a:pt x="2" y="238"/>
                  </a:lnTo>
                  <a:lnTo>
                    <a:pt x="0" y="242"/>
                  </a:lnTo>
                  <a:lnTo>
                    <a:pt x="4" y="246"/>
                  </a:lnTo>
                  <a:lnTo>
                    <a:pt x="12" y="242"/>
                  </a:lnTo>
                  <a:lnTo>
                    <a:pt x="14" y="244"/>
                  </a:lnTo>
                  <a:lnTo>
                    <a:pt x="12" y="248"/>
                  </a:lnTo>
                  <a:lnTo>
                    <a:pt x="12" y="252"/>
                  </a:lnTo>
                  <a:lnTo>
                    <a:pt x="14" y="258"/>
                  </a:lnTo>
                  <a:lnTo>
                    <a:pt x="14" y="264"/>
                  </a:lnTo>
                  <a:lnTo>
                    <a:pt x="16" y="266"/>
                  </a:lnTo>
                  <a:lnTo>
                    <a:pt x="18" y="270"/>
                  </a:lnTo>
                  <a:lnTo>
                    <a:pt x="14" y="272"/>
                  </a:lnTo>
                  <a:lnTo>
                    <a:pt x="14" y="276"/>
                  </a:lnTo>
                  <a:lnTo>
                    <a:pt x="22" y="276"/>
                  </a:lnTo>
                  <a:lnTo>
                    <a:pt x="34" y="284"/>
                  </a:lnTo>
                  <a:lnTo>
                    <a:pt x="36" y="288"/>
                  </a:lnTo>
                  <a:lnTo>
                    <a:pt x="42" y="292"/>
                  </a:lnTo>
                  <a:lnTo>
                    <a:pt x="46" y="288"/>
                  </a:lnTo>
                  <a:lnTo>
                    <a:pt x="50" y="286"/>
                  </a:lnTo>
                  <a:lnTo>
                    <a:pt x="54" y="286"/>
                  </a:lnTo>
                  <a:lnTo>
                    <a:pt x="58" y="288"/>
                  </a:lnTo>
                  <a:lnTo>
                    <a:pt x="64" y="288"/>
                  </a:lnTo>
                  <a:lnTo>
                    <a:pt x="66" y="292"/>
                  </a:lnTo>
                  <a:lnTo>
                    <a:pt x="70" y="296"/>
                  </a:lnTo>
                  <a:lnTo>
                    <a:pt x="72" y="302"/>
                  </a:lnTo>
                  <a:lnTo>
                    <a:pt x="68" y="304"/>
                  </a:lnTo>
                  <a:lnTo>
                    <a:pt x="68" y="308"/>
                  </a:lnTo>
                  <a:lnTo>
                    <a:pt x="66" y="312"/>
                  </a:lnTo>
                  <a:lnTo>
                    <a:pt x="62" y="314"/>
                  </a:lnTo>
                  <a:lnTo>
                    <a:pt x="60" y="320"/>
                  </a:lnTo>
                  <a:lnTo>
                    <a:pt x="58" y="322"/>
                  </a:lnTo>
                  <a:lnTo>
                    <a:pt x="56" y="328"/>
                  </a:lnTo>
                  <a:lnTo>
                    <a:pt x="60" y="330"/>
                  </a:lnTo>
                  <a:lnTo>
                    <a:pt x="62" y="334"/>
                  </a:lnTo>
                  <a:lnTo>
                    <a:pt x="62" y="342"/>
                  </a:lnTo>
                  <a:lnTo>
                    <a:pt x="66" y="344"/>
                  </a:lnTo>
                  <a:lnTo>
                    <a:pt x="68" y="344"/>
                  </a:lnTo>
                  <a:lnTo>
                    <a:pt x="68" y="348"/>
                  </a:lnTo>
                  <a:lnTo>
                    <a:pt x="66" y="354"/>
                  </a:lnTo>
                  <a:lnTo>
                    <a:pt x="68" y="358"/>
                  </a:lnTo>
                  <a:lnTo>
                    <a:pt x="66" y="360"/>
                  </a:lnTo>
                  <a:lnTo>
                    <a:pt x="68" y="366"/>
                  </a:lnTo>
                  <a:lnTo>
                    <a:pt x="72" y="368"/>
                  </a:lnTo>
                  <a:lnTo>
                    <a:pt x="78" y="372"/>
                  </a:lnTo>
                  <a:lnTo>
                    <a:pt x="84" y="372"/>
                  </a:lnTo>
                  <a:lnTo>
                    <a:pt x="88" y="376"/>
                  </a:lnTo>
                  <a:lnTo>
                    <a:pt x="92" y="380"/>
                  </a:lnTo>
                  <a:lnTo>
                    <a:pt x="94" y="378"/>
                  </a:lnTo>
                  <a:lnTo>
                    <a:pt x="98" y="380"/>
                  </a:lnTo>
                  <a:lnTo>
                    <a:pt x="106" y="380"/>
                  </a:lnTo>
                  <a:lnTo>
                    <a:pt x="110" y="380"/>
                  </a:lnTo>
                  <a:lnTo>
                    <a:pt x="114" y="388"/>
                  </a:lnTo>
                  <a:lnTo>
                    <a:pt x="120" y="388"/>
                  </a:lnTo>
                  <a:lnTo>
                    <a:pt x="126" y="388"/>
                  </a:lnTo>
                  <a:lnTo>
                    <a:pt x="130" y="390"/>
                  </a:lnTo>
                  <a:lnTo>
                    <a:pt x="130" y="396"/>
                  </a:lnTo>
                  <a:lnTo>
                    <a:pt x="136" y="398"/>
                  </a:lnTo>
                  <a:lnTo>
                    <a:pt x="140" y="404"/>
                  </a:lnTo>
                  <a:lnTo>
                    <a:pt x="144" y="408"/>
                  </a:lnTo>
                  <a:lnTo>
                    <a:pt x="148" y="408"/>
                  </a:lnTo>
                  <a:lnTo>
                    <a:pt x="154" y="412"/>
                  </a:lnTo>
                  <a:lnTo>
                    <a:pt x="164" y="412"/>
                  </a:lnTo>
                  <a:lnTo>
                    <a:pt x="172" y="414"/>
                  </a:lnTo>
                  <a:lnTo>
                    <a:pt x="176" y="412"/>
                  </a:lnTo>
                  <a:lnTo>
                    <a:pt x="180" y="412"/>
                  </a:lnTo>
                  <a:lnTo>
                    <a:pt x="184" y="418"/>
                  </a:lnTo>
                  <a:lnTo>
                    <a:pt x="190" y="410"/>
                  </a:lnTo>
                  <a:lnTo>
                    <a:pt x="192" y="408"/>
                  </a:lnTo>
                  <a:lnTo>
                    <a:pt x="198" y="406"/>
                  </a:lnTo>
                  <a:lnTo>
                    <a:pt x="204" y="408"/>
                  </a:lnTo>
                  <a:lnTo>
                    <a:pt x="210" y="408"/>
                  </a:lnTo>
                  <a:lnTo>
                    <a:pt x="216" y="410"/>
                  </a:lnTo>
                  <a:lnTo>
                    <a:pt x="224" y="408"/>
                  </a:lnTo>
                  <a:lnTo>
                    <a:pt x="230" y="406"/>
                  </a:lnTo>
                  <a:lnTo>
                    <a:pt x="234" y="402"/>
                  </a:lnTo>
                  <a:lnTo>
                    <a:pt x="240" y="402"/>
                  </a:lnTo>
                  <a:lnTo>
                    <a:pt x="244" y="402"/>
                  </a:lnTo>
                  <a:lnTo>
                    <a:pt x="248" y="400"/>
                  </a:lnTo>
                  <a:lnTo>
                    <a:pt x="252" y="400"/>
                  </a:lnTo>
                  <a:lnTo>
                    <a:pt x="258" y="402"/>
                  </a:lnTo>
                  <a:lnTo>
                    <a:pt x="258" y="408"/>
                  </a:lnTo>
                  <a:lnTo>
                    <a:pt x="260" y="412"/>
                  </a:lnTo>
                  <a:lnTo>
                    <a:pt x="264" y="410"/>
                  </a:lnTo>
                  <a:lnTo>
                    <a:pt x="268" y="412"/>
                  </a:lnTo>
                  <a:lnTo>
                    <a:pt x="272" y="412"/>
                  </a:lnTo>
                  <a:lnTo>
                    <a:pt x="276" y="414"/>
                  </a:lnTo>
                  <a:lnTo>
                    <a:pt x="278" y="418"/>
                  </a:lnTo>
                  <a:lnTo>
                    <a:pt x="278" y="422"/>
                  </a:lnTo>
                  <a:lnTo>
                    <a:pt x="282" y="420"/>
                  </a:lnTo>
                  <a:lnTo>
                    <a:pt x="286" y="420"/>
                  </a:lnTo>
                  <a:lnTo>
                    <a:pt x="286" y="426"/>
                  </a:lnTo>
                  <a:lnTo>
                    <a:pt x="290" y="430"/>
                  </a:lnTo>
                  <a:lnTo>
                    <a:pt x="288" y="436"/>
                  </a:lnTo>
                  <a:lnTo>
                    <a:pt x="290" y="440"/>
                  </a:lnTo>
                  <a:lnTo>
                    <a:pt x="288" y="444"/>
                  </a:lnTo>
                  <a:lnTo>
                    <a:pt x="288" y="452"/>
                  </a:lnTo>
                  <a:lnTo>
                    <a:pt x="284" y="456"/>
                  </a:lnTo>
                  <a:lnTo>
                    <a:pt x="280" y="462"/>
                  </a:lnTo>
                  <a:lnTo>
                    <a:pt x="280" y="466"/>
                  </a:lnTo>
                  <a:lnTo>
                    <a:pt x="282" y="470"/>
                  </a:lnTo>
                  <a:lnTo>
                    <a:pt x="282" y="474"/>
                  </a:lnTo>
                  <a:lnTo>
                    <a:pt x="284" y="476"/>
                  </a:lnTo>
                  <a:lnTo>
                    <a:pt x="286" y="474"/>
                  </a:lnTo>
                  <a:lnTo>
                    <a:pt x="288" y="472"/>
                  </a:lnTo>
                  <a:lnTo>
                    <a:pt x="292" y="470"/>
                  </a:lnTo>
                  <a:lnTo>
                    <a:pt x="296" y="470"/>
                  </a:lnTo>
                  <a:lnTo>
                    <a:pt x="298" y="474"/>
                  </a:lnTo>
                  <a:lnTo>
                    <a:pt x="296" y="478"/>
                  </a:lnTo>
                  <a:lnTo>
                    <a:pt x="298" y="482"/>
                  </a:lnTo>
                  <a:lnTo>
                    <a:pt x="302" y="482"/>
                  </a:lnTo>
                  <a:lnTo>
                    <a:pt x="304" y="484"/>
                  </a:lnTo>
                  <a:lnTo>
                    <a:pt x="300" y="492"/>
                  </a:lnTo>
                  <a:lnTo>
                    <a:pt x="300" y="494"/>
                  </a:lnTo>
                  <a:lnTo>
                    <a:pt x="304" y="496"/>
                  </a:lnTo>
                  <a:lnTo>
                    <a:pt x="308" y="496"/>
                  </a:lnTo>
                  <a:lnTo>
                    <a:pt x="310" y="502"/>
                  </a:lnTo>
                  <a:lnTo>
                    <a:pt x="310" y="508"/>
                  </a:lnTo>
                  <a:lnTo>
                    <a:pt x="318" y="510"/>
                  </a:lnTo>
                  <a:lnTo>
                    <a:pt x="322" y="510"/>
                  </a:lnTo>
                  <a:lnTo>
                    <a:pt x="326" y="508"/>
                  </a:lnTo>
                  <a:lnTo>
                    <a:pt x="328" y="500"/>
                  </a:lnTo>
                  <a:lnTo>
                    <a:pt x="324" y="488"/>
                  </a:lnTo>
                  <a:lnTo>
                    <a:pt x="324" y="484"/>
                  </a:lnTo>
                  <a:lnTo>
                    <a:pt x="330" y="484"/>
                  </a:lnTo>
                  <a:lnTo>
                    <a:pt x="338" y="488"/>
                  </a:lnTo>
                  <a:lnTo>
                    <a:pt x="342" y="486"/>
                  </a:lnTo>
                  <a:lnTo>
                    <a:pt x="348" y="492"/>
                  </a:lnTo>
                  <a:lnTo>
                    <a:pt x="352" y="488"/>
                  </a:lnTo>
                  <a:lnTo>
                    <a:pt x="360" y="486"/>
                  </a:lnTo>
                  <a:lnTo>
                    <a:pt x="364" y="484"/>
                  </a:lnTo>
                  <a:lnTo>
                    <a:pt x="368" y="486"/>
                  </a:lnTo>
                  <a:lnTo>
                    <a:pt x="374" y="490"/>
                  </a:lnTo>
                  <a:lnTo>
                    <a:pt x="378" y="492"/>
                  </a:lnTo>
                  <a:lnTo>
                    <a:pt x="378" y="494"/>
                  </a:lnTo>
                  <a:lnTo>
                    <a:pt x="374" y="500"/>
                  </a:lnTo>
                  <a:lnTo>
                    <a:pt x="380" y="506"/>
                  </a:lnTo>
                  <a:lnTo>
                    <a:pt x="386" y="504"/>
                  </a:lnTo>
                  <a:lnTo>
                    <a:pt x="392" y="504"/>
                  </a:lnTo>
                  <a:lnTo>
                    <a:pt x="398" y="506"/>
                  </a:lnTo>
                  <a:lnTo>
                    <a:pt x="406" y="504"/>
                  </a:lnTo>
                  <a:lnTo>
                    <a:pt x="416" y="504"/>
                  </a:lnTo>
                  <a:lnTo>
                    <a:pt x="414" y="510"/>
                  </a:lnTo>
                  <a:lnTo>
                    <a:pt x="414" y="514"/>
                  </a:lnTo>
                  <a:lnTo>
                    <a:pt x="418" y="524"/>
                  </a:lnTo>
                  <a:lnTo>
                    <a:pt x="422" y="522"/>
                  </a:lnTo>
                  <a:lnTo>
                    <a:pt x="424" y="522"/>
                  </a:lnTo>
                  <a:lnTo>
                    <a:pt x="424" y="518"/>
                  </a:lnTo>
                  <a:lnTo>
                    <a:pt x="422" y="518"/>
                  </a:lnTo>
                  <a:lnTo>
                    <a:pt x="422" y="516"/>
                  </a:lnTo>
                  <a:lnTo>
                    <a:pt x="420" y="514"/>
                  </a:lnTo>
                  <a:lnTo>
                    <a:pt x="432" y="508"/>
                  </a:lnTo>
                  <a:lnTo>
                    <a:pt x="434" y="504"/>
                  </a:lnTo>
                  <a:lnTo>
                    <a:pt x="440" y="502"/>
                  </a:lnTo>
                  <a:lnTo>
                    <a:pt x="444" y="502"/>
                  </a:lnTo>
                  <a:lnTo>
                    <a:pt x="448" y="502"/>
                  </a:lnTo>
                  <a:lnTo>
                    <a:pt x="454" y="500"/>
                  </a:lnTo>
                  <a:lnTo>
                    <a:pt x="458" y="494"/>
                  </a:lnTo>
                  <a:lnTo>
                    <a:pt x="460" y="490"/>
                  </a:lnTo>
                  <a:lnTo>
                    <a:pt x="466" y="494"/>
                  </a:lnTo>
                  <a:lnTo>
                    <a:pt x="472" y="490"/>
                  </a:lnTo>
                  <a:lnTo>
                    <a:pt x="478" y="490"/>
                  </a:lnTo>
                  <a:lnTo>
                    <a:pt x="486" y="490"/>
                  </a:lnTo>
                  <a:lnTo>
                    <a:pt x="488" y="488"/>
                  </a:lnTo>
                  <a:lnTo>
                    <a:pt x="488" y="484"/>
                  </a:lnTo>
                  <a:lnTo>
                    <a:pt x="488" y="478"/>
                  </a:lnTo>
                  <a:lnTo>
                    <a:pt x="506" y="470"/>
                  </a:lnTo>
                  <a:lnTo>
                    <a:pt x="506" y="462"/>
                  </a:lnTo>
                  <a:lnTo>
                    <a:pt x="510" y="462"/>
                  </a:lnTo>
                  <a:lnTo>
                    <a:pt x="512" y="462"/>
                  </a:lnTo>
                  <a:lnTo>
                    <a:pt x="516" y="462"/>
                  </a:lnTo>
                  <a:lnTo>
                    <a:pt x="518" y="462"/>
                  </a:lnTo>
                  <a:lnTo>
                    <a:pt x="516" y="456"/>
                  </a:lnTo>
                  <a:lnTo>
                    <a:pt x="520" y="454"/>
                  </a:lnTo>
                  <a:lnTo>
                    <a:pt x="518" y="454"/>
                  </a:lnTo>
                  <a:lnTo>
                    <a:pt x="518" y="450"/>
                  </a:lnTo>
                  <a:lnTo>
                    <a:pt x="526" y="450"/>
                  </a:lnTo>
                  <a:lnTo>
                    <a:pt x="526" y="438"/>
                  </a:lnTo>
                  <a:lnTo>
                    <a:pt x="524" y="438"/>
                  </a:lnTo>
                  <a:lnTo>
                    <a:pt x="522" y="436"/>
                  </a:lnTo>
                  <a:lnTo>
                    <a:pt x="524" y="436"/>
                  </a:lnTo>
                  <a:lnTo>
                    <a:pt x="524" y="430"/>
                  </a:lnTo>
                  <a:lnTo>
                    <a:pt x="526" y="426"/>
                  </a:lnTo>
                  <a:lnTo>
                    <a:pt x="530" y="426"/>
                  </a:lnTo>
                  <a:lnTo>
                    <a:pt x="532" y="422"/>
                  </a:lnTo>
                  <a:lnTo>
                    <a:pt x="536" y="420"/>
                  </a:lnTo>
                  <a:lnTo>
                    <a:pt x="538" y="420"/>
                  </a:lnTo>
                  <a:lnTo>
                    <a:pt x="538" y="416"/>
                  </a:lnTo>
                  <a:lnTo>
                    <a:pt x="538" y="412"/>
                  </a:lnTo>
                  <a:lnTo>
                    <a:pt x="542" y="406"/>
                  </a:lnTo>
                  <a:lnTo>
                    <a:pt x="546" y="406"/>
                  </a:lnTo>
                  <a:lnTo>
                    <a:pt x="548" y="406"/>
                  </a:lnTo>
                  <a:lnTo>
                    <a:pt x="546" y="398"/>
                  </a:lnTo>
                  <a:lnTo>
                    <a:pt x="546" y="392"/>
                  </a:lnTo>
                  <a:lnTo>
                    <a:pt x="552" y="392"/>
                  </a:lnTo>
                  <a:lnTo>
                    <a:pt x="552" y="386"/>
                  </a:lnTo>
                  <a:lnTo>
                    <a:pt x="552" y="384"/>
                  </a:lnTo>
                  <a:lnTo>
                    <a:pt x="550" y="386"/>
                  </a:lnTo>
                  <a:lnTo>
                    <a:pt x="554" y="380"/>
                  </a:lnTo>
                  <a:lnTo>
                    <a:pt x="550" y="376"/>
                  </a:lnTo>
                  <a:lnTo>
                    <a:pt x="544" y="376"/>
                  </a:lnTo>
                  <a:lnTo>
                    <a:pt x="542" y="378"/>
                  </a:lnTo>
                  <a:lnTo>
                    <a:pt x="540" y="376"/>
                  </a:lnTo>
                  <a:lnTo>
                    <a:pt x="540" y="374"/>
                  </a:lnTo>
                  <a:lnTo>
                    <a:pt x="546" y="370"/>
                  </a:lnTo>
                  <a:lnTo>
                    <a:pt x="550" y="364"/>
                  </a:lnTo>
                  <a:lnTo>
                    <a:pt x="550" y="362"/>
                  </a:lnTo>
                  <a:lnTo>
                    <a:pt x="550" y="360"/>
                  </a:lnTo>
                  <a:lnTo>
                    <a:pt x="542" y="354"/>
                  </a:lnTo>
                  <a:lnTo>
                    <a:pt x="546" y="354"/>
                  </a:lnTo>
                  <a:lnTo>
                    <a:pt x="546" y="348"/>
                  </a:lnTo>
                  <a:lnTo>
                    <a:pt x="540" y="342"/>
                  </a:lnTo>
                  <a:lnTo>
                    <a:pt x="534" y="334"/>
                  </a:lnTo>
                  <a:lnTo>
                    <a:pt x="534" y="330"/>
                  </a:lnTo>
                  <a:lnTo>
                    <a:pt x="534" y="326"/>
                  </a:lnTo>
                  <a:lnTo>
                    <a:pt x="532" y="326"/>
                  </a:lnTo>
                  <a:lnTo>
                    <a:pt x="528" y="326"/>
                  </a:lnTo>
                  <a:lnTo>
                    <a:pt x="528" y="324"/>
                  </a:lnTo>
                  <a:lnTo>
                    <a:pt x="530" y="324"/>
                  </a:lnTo>
                  <a:lnTo>
                    <a:pt x="530" y="322"/>
                  </a:lnTo>
                  <a:lnTo>
                    <a:pt x="528" y="318"/>
                  </a:lnTo>
                  <a:lnTo>
                    <a:pt x="524" y="314"/>
                  </a:lnTo>
                  <a:lnTo>
                    <a:pt x="522" y="308"/>
                  </a:lnTo>
                  <a:lnTo>
                    <a:pt x="524" y="300"/>
                  </a:lnTo>
                  <a:lnTo>
                    <a:pt x="526" y="298"/>
                  </a:lnTo>
                  <a:lnTo>
                    <a:pt x="528" y="296"/>
                  </a:lnTo>
                  <a:lnTo>
                    <a:pt x="532" y="294"/>
                  </a:lnTo>
                  <a:lnTo>
                    <a:pt x="532" y="292"/>
                  </a:lnTo>
                  <a:lnTo>
                    <a:pt x="530" y="290"/>
                  </a:lnTo>
                  <a:lnTo>
                    <a:pt x="538" y="282"/>
                  </a:lnTo>
                  <a:lnTo>
                    <a:pt x="546" y="276"/>
                  </a:lnTo>
                  <a:lnTo>
                    <a:pt x="554" y="274"/>
                  </a:lnTo>
                  <a:lnTo>
                    <a:pt x="560" y="272"/>
                  </a:lnTo>
                  <a:lnTo>
                    <a:pt x="562" y="268"/>
                  </a:lnTo>
                  <a:lnTo>
                    <a:pt x="562" y="264"/>
                  </a:lnTo>
                  <a:lnTo>
                    <a:pt x="546" y="264"/>
                  </a:lnTo>
                  <a:lnTo>
                    <a:pt x="542" y="262"/>
                  </a:lnTo>
                  <a:lnTo>
                    <a:pt x="538" y="260"/>
                  </a:lnTo>
                  <a:lnTo>
                    <a:pt x="534" y="260"/>
                  </a:lnTo>
                  <a:lnTo>
                    <a:pt x="530" y="264"/>
                  </a:lnTo>
                  <a:lnTo>
                    <a:pt x="526" y="270"/>
                  </a:lnTo>
                  <a:lnTo>
                    <a:pt x="516" y="272"/>
                  </a:lnTo>
                  <a:lnTo>
                    <a:pt x="510" y="258"/>
                  </a:lnTo>
                  <a:lnTo>
                    <a:pt x="502" y="244"/>
                  </a:lnTo>
                  <a:lnTo>
                    <a:pt x="504" y="244"/>
                  </a:lnTo>
                  <a:lnTo>
                    <a:pt x="504" y="242"/>
                  </a:lnTo>
                  <a:lnTo>
                    <a:pt x="506" y="240"/>
                  </a:lnTo>
                  <a:lnTo>
                    <a:pt x="512" y="240"/>
                  </a:lnTo>
                  <a:lnTo>
                    <a:pt x="518" y="240"/>
                  </a:lnTo>
                  <a:lnTo>
                    <a:pt x="520" y="236"/>
                  </a:lnTo>
                  <a:lnTo>
                    <a:pt x="522" y="230"/>
                  </a:lnTo>
                  <a:lnTo>
                    <a:pt x="528" y="228"/>
                  </a:lnTo>
                  <a:lnTo>
                    <a:pt x="534" y="226"/>
                  </a:lnTo>
                  <a:lnTo>
                    <a:pt x="540" y="218"/>
                  </a:lnTo>
                  <a:lnTo>
                    <a:pt x="544" y="208"/>
                  </a:lnTo>
                  <a:lnTo>
                    <a:pt x="554" y="212"/>
                  </a:lnTo>
                  <a:lnTo>
                    <a:pt x="558" y="214"/>
                  </a:lnTo>
                  <a:lnTo>
                    <a:pt x="556" y="218"/>
                  </a:lnTo>
                  <a:lnTo>
                    <a:pt x="552" y="226"/>
                  </a:lnTo>
                  <a:lnTo>
                    <a:pt x="548" y="234"/>
                  </a:lnTo>
                  <a:lnTo>
                    <a:pt x="548" y="238"/>
                  </a:lnTo>
                  <a:lnTo>
                    <a:pt x="552" y="236"/>
                  </a:lnTo>
                  <a:lnTo>
                    <a:pt x="548" y="242"/>
                  </a:lnTo>
                  <a:lnTo>
                    <a:pt x="548" y="244"/>
                  </a:lnTo>
                  <a:lnTo>
                    <a:pt x="550" y="244"/>
                  </a:lnTo>
                  <a:lnTo>
                    <a:pt x="556" y="240"/>
                  </a:lnTo>
                  <a:lnTo>
                    <a:pt x="562" y="234"/>
                  </a:lnTo>
                  <a:lnTo>
                    <a:pt x="570" y="228"/>
                  </a:lnTo>
                  <a:lnTo>
                    <a:pt x="574" y="226"/>
                  </a:lnTo>
                  <a:lnTo>
                    <a:pt x="578" y="226"/>
                  </a:lnTo>
                  <a:lnTo>
                    <a:pt x="580" y="228"/>
                  </a:lnTo>
                  <a:lnTo>
                    <a:pt x="582" y="228"/>
                  </a:lnTo>
                  <a:lnTo>
                    <a:pt x="586" y="228"/>
                  </a:lnTo>
                  <a:lnTo>
                    <a:pt x="590" y="220"/>
                  </a:lnTo>
                  <a:lnTo>
                    <a:pt x="594" y="216"/>
                  </a:lnTo>
                  <a:lnTo>
                    <a:pt x="598" y="208"/>
                  </a:lnTo>
                  <a:lnTo>
                    <a:pt x="602" y="202"/>
                  </a:lnTo>
                  <a:lnTo>
                    <a:pt x="610" y="196"/>
                  </a:lnTo>
                  <a:lnTo>
                    <a:pt x="608" y="190"/>
                  </a:lnTo>
                  <a:lnTo>
                    <a:pt x="614" y="188"/>
                  </a:lnTo>
                  <a:lnTo>
                    <a:pt x="616" y="192"/>
                  </a:lnTo>
                  <a:lnTo>
                    <a:pt x="622" y="194"/>
                  </a:lnTo>
                  <a:lnTo>
                    <a:pt x="628" y="196"/>
                  </a:lnTo>
                  <a:lnTo>
                    <a:pt x="628" y="190"/>
                  </a:lnTo>
                  <a:lnTo>
                    <a:pt x="628" y="188"/>
                  </a:lnTo>
                  <a:lnTo>
                    <a:pt x="632" y="184"/>
                  </a:lnTo>
                  <a:lnTo>
                    <a:pt x="636" y="184"/>
                  </a:lnTo>
                  <a:lnTo>
                    <a:pt x="640" y="182"/>
                  </a:lnTo>
                  <a:lnTo>
                    <a:pt x="638" y="180"/>
                  </a:lnTo>
                  <a:lnTo>
                    <a:pt x="644" y="178"/>
                  </a:lnTo>
                  <a:lnTo>
                    <a:pt x="646" y="168"/>
                  </a:lnTo>
                  <a:lnTo>
                    <a:pt x="652" y="180"/>
                  </a:lnTo>
                  <a:lnTo>
                    <a:pt x="654" y="176"/>
                  </a:lnTo>
                  <a:lnTo>
                    <a:pt x="654" y="172"/>
                  </a:lnTo>
                  <a:lnTo>
                    <a:pt x="658" y="168"/>
                  </a:lnTo>
                  <a:lnTo>
                    <a:pt x="658" y="164"/>
                  </a:lnTo>
                  <a:lnTo>
                    <a:pt x="656" y="156"/>
                  </a:lnTo>
                  <a:lnTo>
                    <a:pt x="658" y="150"/>
                  </a:lnTo>
                  <a:lnTo>
                    <a:pt x="658" y="144"/>
                  </a:lnTo>
                  <a:lnTo>
                    <a:pt x="662" y="142"/>
                  </a:lnTo>
                  <a:lnTo>
                    <a:pt x="666" y="140"/>
                  </a:lnTo>
                  <a:lnTo>
                    <a:pt x="664" y="138"/>
                  </a:lnTo>
                  <a:lnTo>
                    <a:pt x="664" y="136"/>
                  </a:lnTo>
                  <a:lnTo>
                    <a:pt x="668" y="138"/>
                  </a:lnTo>
                  <a:lnTo>
                    <a:pt x="670" y="140"/>
                  </a:lnTo>
                  <a:close/>
                  <a:moveTo>
                    <a:pt x="460" y="486"/>
                  </a:moveTo>
                  <a:lnTo>
                    <a:pt x="460" y="486"/>
                  </a:lnTo>
                  <a:lnTo>
                    <a:pt x="462" y="486"/>
                  </a:lnTo>
                  <a:lnTo>
                    <a:pt x="460" y="488"/>
                  </a:lnTo>
                  <a:lnTo>
                    <a:pt x="460" y="490"/>
                  </a:lnTo>
                  <a:lnTo>
                    <a:pt x="458" y="486"/>
                  </a:lnTo>
                  <a:lnTo>
                    <a:pt x="460" y="486"/>
                  </a:lnTo>
                  <a:close/>
                  <a:moveTo>
                    <a:pt x="422" y="528"/>
                  </a:moveTo>
                  <a:lnTo>
                    <a:pt x="422" y="528"/>
                  </a:lnTo>
                  <a:lnTo>
                    <a:pt x="418" y="530"/>
                  </a:lnTo>
                  <a:lnTo>
                    <a:pt x="412" y="532"/>
                  </a:lnTo>
                  <a:lnTo>
                    <a:pt x="402" y="540"/>
                  </a:lnTo>
                  <a:lnTo>
                    <a:pt x="406" y="552"/>
                  </a:lnTo>
                  <a:lnTo>
                    <a:pt x="410" y="556"/>
                  </a:lnTo>
                  <a:lnTo>
                    <a:pt x="418" y="556"/>
                  </a:lnTo>
                  <a:lnTo>
                    <a:pt x="422" y="552"/>
                  </a:lnTo>
                  <a:lnTo>
                    <a:pt x="426" y="548"/>
                  </a:lnTo>
                  <a:lnTo>
                    <a:pt x="430" y="534"/>
                  </a:lnTo>
                  <a:lnTo>
                    <a:pt x="432" y="534"/>
                  </a:lnTo>
                  <a:lnTo>
                    <a:pt x="432" y="532"/>
                  </a:lnTo>
                  <a:lnTo>
                    <a:pt x="430" y="528"/>
                  </a:lnTo>
                  <a:lnTo>
                    <a:pt x="422" y="528"/>
                  </a:lnTo>
                  <a:close/>
                  <a:moveTo>
                    <a:pt x="442" y="394"/>
                  </a:moveTo>
                  <a:lnTo>
                    <a:pt x="442" y="394"/>
                  </a:lnTo>
                  <a:lnTo>
                    <a:pt x="446" y="394"/>
                  </a:lnTo>
                  <a:lnTo>
                    <a:pt x="450" y="394"/>
                  </a:lnTo>
                  <a:lnTo>
                    <a:pt x="450" y="396"/>
                  </a:lnTo>
                  <a:lnTo>
                    <a:pt x="448" y="396"/>
                  </a:lnTo>
                  <a:lnTo>
                    <a:pt x="448" y="400"/>
                  </a:lnTo>
                  <a:lnTo>
                    <a:pt x="446" y="400"/>
                  </a:lnTo>
                  <a:lnTo>
                    <a:pt x="442" y="400"/>
                  </a:lnTo>
                  <a:lnTo>
                    <a:pt x="440" y="396"/>
                  </a:lnTo>
                  <a:lnTo>
                    <a:pt x="440" y="394"/>
                  </a:lnTo>
                  <a:lnTo>
                    <a:pt x="442" y="394"/>
                  </a:lnTo>
                  <a:close/>
                  <a:moveTo>
                    <a:pt x="492" y="388"/>
                  </a:moveTo>
                  <a:lnTo>
                    <a:pt x="492" y="388"/>
                  </a:lnTo>
                  <a:lnTo>
                    <a:pt x="496" y="388"/>
                  </a:lnTo>
                  <a:lnTo>
                    <a:pt x="496" y="390"/>
                  </a:lnTo>
                  <a:lnTo>
                    <a:pt x="496" y="392"/>
                  </a:lnTo>
                  <a:lnTo>
                    <a:pt x="492" y="390"/>
                  </a:lnTo>
                  <a:lnTo>
                    <a:pt x="490" y="388"/>
                  </a:lnTo>
                  <a:lnTo>
                    <a:pt x="492" y="388"/>
                  </a:lnTo>
                  <a:close/>
                  <a:moveTo>
                    <a:pt x="534" y="356"/>
                  </a:moveTo>
                  <a:lnTo>
                    <a:pt x="534" y="356"/>
                  </a:lnTo>
                  <a:lnTo>
                    <a:pt x="536" y="358"/>
                  </a:lnTo>
                  <a:lnTo>
                    <a:pt x="538" y="360"/>
                  </a:lnTo>
                  <a:lnTo>
                    <a:pt x="536" y="362"/>
                  </a:lnTo>
                  <a:lnTo>
                    <a:pt x="532" y="364"/>
                  </a:lnTo>
                  <a:lnTo>
                    <a:pt x="532" y="360"/>
                  </a:lnTo>
                  <a:lnTo>
                    <a:pt x="532" y="358"/>
                  </a:lnTo>
                  <a:lnTo>
                    <a:pt x="534" y="356"/>
                  </a:lnTo>
                  <a:close/>
                  <a:moveTo>
                    <a:pt x="540" y="350"/>
                  </a:moveTo>
                  <a:lnTo>
                    <a:pt x="540" y="350"/>
                  </a:lnTo>
                  <a:lnTo>
                    <a:pt x="540" y="352"/>
                  </a:lnTo>
                  <a:lnTo>
                    <a:pt x="542" y="354"/>
                  </a:lnTo>
                  <a:lnTo>
                    <a:pt x="540" y="354"/>
                  </a:lnTo>
                  <a:lnTo>
                    <a:pt x="536" y="354"/>
                  </a:lnTo>
                  <a:lnTo>
                    <a:pt x="534" y="352"/>
                  </a:lnTo>
                  <a:lnTo>
                    <a:pt x="536" y="350"/>
                  </a:lnTo>
                  <a:lnTo>
                    <a:pt x="540" y="350"/>
                  </a:lnTo>
                  <a:close/>
                  <a:moveTo>
                    <a:pt x="310" y="270"/>
                  </a:moveTo>
                  <a:lnTo>
                    <a:pt x="310" y="270"/>
                  </a:lnTo>
                  <a:lnTo>
                    <a:pt x="312" y="274"/>
                  </a:lnTo>
                  <a:lnTo>
                    <a:pt x="312" y="276"/>
                  </a:lnTo>
                  <a:lnTo>
                    <a:pt x="310" y="274"/>
                  </a:lnTo>
                  <a:lnTo>
                    <a:pt x="308" y="272"/>
                  </a:lnTo>
                  <a:lnTo>
                    <a:pt x="308" y="270"/>
                  </a:lnTo>
                  <a:lnTo>
                    <a:pt x="310" y="270"/>
                  </a:lnTo>
                  <a:close/>
                </a:path>
              </a:pathLst>
            </a:custGeom>
            <a:solidFill>
              <a:srgbClr val="F4F3EE"/>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2F2F2"/>
                </a:solidFill>
                <a:latin typeface="Roboto"/>
                <a:ea typeface="Roboto"/>
                <a:cs typeface="Roboto"/>
                <a:sym typeface="Roboto"/>
              </a:endParaRPr>
            </a:p>
          </p:txBody>
        </p:sp>
        <p:sp>
          <p:nvSpPr>
            <p:cNvPr id="413" name="Google Shape;413;p60"/>
            <p:cNvSpPr/>
            <p:nvPr/>
          </p:nvSpPr>
          <p:spPr>
            <a:xfrm>
              <a:off x="9845999" y="4105090"/>
              <a:ext cx="8389" cy="5377"/>
            </a:xfrm>
            <a:custGeom>
              <a:rect b="b" l="l" r="r" t="t"/>
              <a:pathLst>
                <a:path extrusionOk="0" h="4" w="6">
                  <a:moveTo>
                    <a:pt x="6" y="0"/>
                  </a:moveTo>
                  <a:lnTo>
                    <a:pt x="6" y="0"/>
                  </a:lnTo>
                  <a:lnTo>
                    <a:pt x="4" y="0"/>
                  </a:lnTo>
                  <a:lnTo>
                    <a:pt x="2" y="0"/>
                  </a:lnTo>
                  <a:lnTo>
                    <a:pt x="4" y="2"/>
                  </a:lnTo>
                  <a:lnTo>
                    <a:pt x="6" y="2"/>
                  </a:lnTo>
                  <a:lnTo>
                    <a:pt x="6" y="0"/>
                  </a:lnTo>
                  <a:close/>
                  <a:moveTo>
                    <a:pt x="6" y="4"/>
                  </a:moveTo>
                  <a:lnTo>
                    <a:pt x="6" y="4"/>
                  </a:lnTo>
                  <a:lnTo>
                    <a:pt x="4" y="4"/>
                  </a:lnTo>
                  <a:lnTo>
                    <a:pt x="6" y="4"/>
                  </a:lnTo>
                  <a:close/>
                  <a:moveTo>
                    <a:pt x="2" y="2"/>
                  </a:moveTo>
                  <a:lnTo>
                    <a:pt x="2" y="2"/>
                  </a:lnTo>
                  <a:lnTo>
                    <a:pt x="2" y="4"/>
                  </a:lnTo>
                  <a:lnTo>
                    <a:pt x="0" y="4"/>
                  </a:lnTo>
                  <a:lnTo>
                    <a:pt x="2" y="4"/>
                  </a:lnTo>
                  <a:lnTo>
                    <a:pt x="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4" name="Google Shape;414;p60"/>
            <p:cNvSpPr/>
            <p:nvPr/>
          </p:nvSpPr>
          <p:spPr>
            <a:xfrm>
              <a:off x="6310033" y="4891852"/>
              <a:ext cx="184558" cy="856655"/>
            </a:xfrm>
            <a:custGeom>
              <a:rect b="b" l="l" r="r" t="t"/>
              <a:pathLst>
                <a:path extrusionOk="0" h="608" w="112">
                  <a:moveTo>
                    <a:pt x="56" y="6"/>
                  </a:moveTo>
                  <a:lnTo>
                    <a:pt x="56" y="6"/>
                  </a:lnTo>
                  <a:lnTo>
                    <a:pt x="54" y="10"/>
                  </a:lnTo>
                  <a:lnTo>
                    <a:pt x="54" y="12"/>
                  </a:lnTo>
                  <a:lnTo>
                    <a:pt x="56" y="16"/>
                  </a:lnTo>
                  <a:lnTo>
                    <a:pt x="58" y="24"/>
                  </a:lnTo>
                  <a:lnTo>
                    <a:pt x="60" y="38"/>
                  </a:lnTo>
                  <a:lnTo>
                    <a:pt x="60" y="52"/>
                  </a:lnTo>
                  <a:lnTo>
                    <a:pt x="58" y="86"/>
                  </a:lnTo>
                  <a:lnTo>
                    <a:pt x="56" y="86"/>
                  </a:lnTo>
                  <a:lnTo>
                    <a:pt x="56" y="90"/>
                  </a:lnTo>
                  <a:lnTo>
                    <a:pt x="56" y="92"/>
                  </a:lnTo>
                  <a:lnTo>
                    <a:pt x="58" y="94"/>
                  </a:lnTo>
                  <a:lnTo>
                    <a:pt x="56" y="102"/>
                  </a:lnTo>
                  <a:lnTo>
                    <a:pt x="56" y="108"/>
                  </a:lnTo>
                  <a:lnTo>
                    <a:pt x="56" y="114"/>
                  </a:lnTo>
                  <a:lnTo>
                    <a:pt x="58" y="122"/>
                  </a:lnTo>
                  <a:lnTo>
                    <a:pt x="54" y="128"/>
                  </a:lnTo>
                  <a:lnTo>
                    <a:pt x="52" y="152"/>
                  </a:lnTo>
                  <a:lnTo>
                    <a:pt x="50" y="166"/>
                  </a:lnTo>
                  <a:lnTo>
                    <a:pt x="48" y="170"/>
                  </a:lnTo>
                  <a:lnTo>
                    <a:pt x="44" y="174"/>
                  </a:lnTo>
                  <a:lnTo>
                    <a:pt x="48" y="184"/>
                  </a:lnTo>
                  <a:lnTo>
                    <a:pt x="50" y="184"/>
                  </a:lnTo>
                  <a:lnTo>
                    <a:pt x="50" y="188"/>
                  </a:lnTo>
                  <a:lnTo>
                    <a:pt x="48" y="196"/>
                  </a:lnTo>
                  <a:lnTo>
                    <a:pt x="46" y="200"/>
                  </a:lnTo>
                  <a:lnTo>
                    <a:pt x="44" y="204"/>
                  </a:lnTo>
                  <a:lnTo>
                    <a:pt x="48" y="216"/>
                  </a:lnTo>
                  <a:lnTo>
                    <a:pt x="50" y="224"/>
                  </a:lnTo>
                  <a:lnTo>
                    <a:pt x="48" y="232"/>
                  </a:lnTo>
                  <a:lnTo>
                    <a:pt x="44" y="234"/>
                  </a:lnTo>
                  <a:lnTo>
                    <a:pt x="42" y="236"/>
                  </a:lnTo>
                  <a:lnTo>
                    <a:pt x="40" y="244"/>
                  </a:lnTo>
                  <a:lnTo>
                    <a:pt x="42" y="250"/>
                  </a:lnTo>
                  <a:lnTo>
                    <a:pt x="38" y="252"/>
                  </a:lnTo>
                  <a:lnTo>
                    <a:pt x="32" y="274"/>
                  </a:lnTo>
                  <a:lnTo>
                    <a:pt x="34" y="276"/>
                  </a:lnTo>
                  <a:lnTo>
                    <a:pt x="32" y="278"/>
                  </a:lnTo>
                  <a:lnTo>
                    <a:pt x="28" y="294"/>
                  </a:lnTo>
                  <a:lnTo>
                    <a:pt x="24" y="302"/>
                  </a:lnTo>
                  <a:lnTo>
                    <a:pt x="22" y="306"/>
                  </a:lnTo>
                  <a:lnTo>
                    <a:pt x="20" y="306"/>
                  </a:lnTo>
                  <a:lnTo>
                    <a:pt x="26" y="308"/>
                  </a:lnTo>
                  <a:lnTo>
                    <a:pt x="26" y="314"/>
                  </a:lnTo>
                  <a:lnTo>
                    <a:pt x="28" y="320"/>
                  </a:lnTo>
                  <a:lnTo>
                    <a:pt x="28" y="328"/>
                  </a:lnTo>
                  <a:lnTo>
                    <a:pt x="30" y="342"/>
                  </a:lnTo>
                  <a:lnTo>
                    <a:pt x="26" y="342"/>
                  </a:lnTo>
                  <a:lnTo>
                    <a:pt x="24" y="354"/>
                  </a:lnTo>
                  <a:lnTo>
                    <a:pt x="22" y="364"/>
                  </a:lnTo>
                  <a:lnTo>
                    <a:pt x="22" y="368"/>
                  </a:lnTo>
                  <a:lnTo>
                    <a:pt x="24" y="370"/>
                  </a:lnTo>
                  <a:lnTo>
                    <a:pt x="28" y="372"/>
                  </a:lnTo>
                  <a:lnTo>
                    <a:pt x="34" y="370"/>
                  </a:lnTo>
                  <a:lnTo>
                    <a:pt x="32" y="394"/>
                  </a:lnTo>
                  <a:lnTo>
                    <a:pt x="30" y="394"/>
                  </a:lnTo>
                  <a:lnTo>
                    <a:pt x="30" y="398"/>
                  </a:lnTo>
                  <a:lnTo>
                    <a:pt x="30" y="402"/>
                  </a:lnTo>
                  <a:lnTo>
                    <a:pt x="32" y="404"/>
                  </a:lnTo>
                  <a:lnTo>
                    <a:pt x="32" y="408"/>
                  </a:lnTo>
                  <a:lnTo>
                    <a:pt x="30" y="408"/>
                  </a:lnTo>
                  <a:lnTo>
                    <a:pt x="28" y="412"/>
                  </a:lnTo>
                  <a:lnTo>
                    <a:pt x="30" y="412"/>
                  </a:lnTo>
                  <a:lnTo>
                    <a:pt x="30" y="416"/>
                  </a:lnTo>
                  <a:lnTo>
                    <a:pt x="26" y="414"/>
                  </a:lnTo>
                  <a:lnTo>
                    <a:pt x="24" y="424"/>
                  </a:lnTo>
                  <a:lnTo>
                    <a:pt x="24" y="430"/>
                  </a:lnTo>
                  <a:lnTo>
                    <a:pt x="24" y="438"/>
                  </a:lnTo>
                  <a:lnTo>
                    <a:pt x="24" y="450"/>
                  </a:lnTo>
                  <a:lnTo>
                    <a:pt x="20" y="446"/>
                  </a:lnTo>
                  <a:lnTo>
                    <a:pt x="18" y="446"/>
                  </a:lnTo>
                  <a:lnTo>
                    <a:pt x="16" y="448"/>
                  </a:lnTo>
                  <a:lnTo>
                    <a:pt x="14" y="450"/>
                  </a:lnTo>
                  <a:lnTo>
                    <a:pt x="14" y="448"/>
                  </a:lnTo>
                  <a:lnTo>
                    <a:pt x="16" y="446"/>
                  </a:lnTo>
                  <a:lnTo>
                    <a:pt x="8" y="442"/>
                  </a:lnTo>
                  <a:lnTo>
                    <a:pt x="8" y="444"/>
                  </a:lnTo>
                  <a:lnTo>
                    <a:pt x="4" y="444"/>
                  </a:lnTo>
                  <a:lnTo>
                    <a:pt x="4" y="448"/>
                  </a:lnTo>
                  <a:lnTo>
                    <a:pt x="2" y="458"/>
                  </a:lnTo>
                  <a:lnTo>
                    <a:pt x="6" y="454"/>
                  </a:lnTo>
                  <a:lnTo>
                    <a:pt x="6" y="460"/>
                  </a:lnTo>
                  <a:lnTo>
                    <a:pt x="12" y="460"/>
                  </a:lnTo>
                  <a:lnTo>
                    <a:pt x="14" y="456"/>
                  </a:lnTo>
                  <a:lnTo>
                    <a:pt x="16" y="456"/>
                  </a:lnTo>
                  <a:lnTo>
                    <a:pt x="18" y="460"/>
                  </a:lnTo>
                  <a:lnTo>
                    <a:pt x="18" y="464"/>
                  </a:lnTo>
                  <a:lnTo>
                    <a:pt x="18" y="466"/>
                  </a:lnTo>
                  <a:lnTo>
                    <a:pt x="20" y="470"/>
                  </a:lnTo>
                  <a:lnTo>
                    <a:pt x="20" y="472"/>
                  </a:lnTo>
                  <a:lnTo>
                    <a:pt x="16" y="472"/>
                  </a:lnTo>
                  <a:lnTo>
                    <a:pt x="16" y="486"/>
                  </a:lnTo>
                  <a:lnTo>
                    <a:pt x="16" y="500"/>
                  </a:lnTo>
                  <a:lnTo>
                    <a:pt x="18" y="496"/>
                  </a:lnTo>
                  <a:lnTo>
                    <a:pt x="20" y="498"/>
                  </a:lnTo>
                  <a:lnTo>
                    <a:pt x="18" y="500"/>
                  </a:lnTo>
                  <a:lnTo>
                    <a:pt x="16" y="504"/>
                  </a:lnTo>
                  <a:lnTo>
                    <a:pt x="14" y="506"/>
                  </a:lnTo>
                  <a:lnTo>
                    <a:pt x="14" y="510"/>
                  </a:lnTo>
                  <a:lnTo>
                    <a:pt x="12" y="510"/>
                  </a:lnTo>
                  <a:lnTo>
                    <a:pt x="12" y="508"/>
                  </a:lnTo>
                  <a:lnTo>
                    <a:pt x="12" y="492"/>
                  </a:lnTo>
                  <a:lnTo>
                    <a:pt x="10" y="476"/>
                  </a:lnTo>
                  <a:lnTo>
                    <a:pt x="4" y="476"/>
                  </a:lnTo>
                  <a:lnTo>
                    <a:pt x="4" y="480"/>
                  </a:lnTo>
                  <a:lnTo>
                    <a:pt x="6" y="480"/>
                  </a:lnTo>
                  <a:lnTo>
                    <a:pt x="4" y="480"/>
                  </a:lnTo>
                  <a:lnTo>
                    <a:pt x="0" y="484"/>
                  </a:lnTo>
                  <a:lnTo>
                    <a:pt x="0" y="488"/>
                  </a:lnTo>
                  <a:lnTo>
                    <a:pt x="2" y="492"/>
                  </a:lnTo>
                  <a:lnTo>
                    <a:pt x="4" y="496"/>
                  </a:lnTo>
                  <a:lnTo>
                    <a:pt x="2" y="500"/>
                  </a:lnTo>
                  <a:lnTo>
                    <a:pt x="0" y="502"/>
                  </a:lnTo>
                  <a:lnTo>
                    <a:pt x="0" y="504"/>
                  </a:lnTo>
                  <a:lnTo>
                    <a:pt x="2" y="508"/>
                  </a:lnTo>
                  <a:lnTo>
                    <a:pt x="12" y="510"/>
                  </a:lnTo>
                  <a:lnTo>
                    <a:pt x="12" y="516"/>
                  </a:lnTo>
                  <a:lnTo>
                    <a:pt x="14" y="516"/>
                  </a:lnTo>
                  <a:lnTo>
                    <a:pt x="18" y="516"/>
                  </a:lnTo>
                  <a:lnTo>
                    <a:pt x="18" y="518"/>
                  </a:lnTo>
                  <a:lnTo>
                    <a:pt x="18" y="520"/>
                  </a:lnTo>
                  <a:lnTo>
                    <a:pt x="12" y="518"/>
                  </a:lnTo>
                  <a:lnTo>
                    <a:pt x="12" y="522"/>
                  </a:lnTo>
                  <a:lnTo>
                    <a:pt x="12" y="524"/>
                  </a:lnTo>
                  <a:lnTo>
                    <a:pt x="12" y="522"/>
                  </a:lnTo>
                  <a:lnTo>
                    <a:pt x="6" y="520"/>
                  </a:lnTo>
                  <a:lnTo>
                    <a:pt x="6" y="526"/>
                  </a:lnTo>
                  <a:lnTo>
                    <a:pt x="4" y="526"/>
                  </a:lnTo>
                  <a:lnTo>
                    <a:pt x="4" y="536"/>
                  </a:lnTo>
                  <a:lnTo>
                    <a:pt x="10" y="536"/>
                  </a:lnTo>
                  <a:lnTo>
                    <a:pt x="12" y="532"/>
                  </a:lnTo>
                  <a:lnTo>
                    <a:pt x="14" y="530"/>
                  </a:lnTo>
                  <a:lnTo>
                    <a:pt x="16" y="532"/>
                  </a:lnTo>
                  <a:lnTo>
                    <a:pt x="16" y="528"/>
                  </a:lnTo>
                  <a:lnTo>
                    <a:pt x="14" y="526"/>
                  </a:lnTo>
                  <a:lnTo>
                    <a:pt x="18" y="524"/>
                  </a:lnTo>
                  <a:lnTo>
                    <a:pt x="18" y="520"/>
                  </a:lnTo>
                  <a:lnTo>
                    <a:pt x="20" y="522"/>
                  </a:lnTo>
                  <a:lnTo>
                    <a:pt x="22" y="522"/>
                  </a:lnTo>
                  <a:lnTo>
                    <a:pt x="18" y="526"/>
                  </a:lnTo>
                  <a:lnTo>
                    <a:pt x="18" y="530"/>
                  </a:lnTo>
                  <a:lnTo>
                    <a:pt x="18" y="532"/>
                  </a:lnTo>
                  <a:lnTo>
                    <a:pt x="20" y="532"/>
                  </a:lnTo>
                  <a:lnTo>
                    <a:pt x="20" y="534"/>
                  </a:lnTo>
                  <a:lnTo>
                    <a:pt x="20" y="536"/>
                  </a:lnTo>
                  <a:lnTo>
                    <a:pt x="18" y="536"/>
                  </a:lnTo>
                  <a:lnTo>
                    <a:pt x="18" y="540"/>
                  </a:lnTo>
                  <a:lnTo>
                    <a:pt x="16" y="538"/>
                  </a:lnTo>
                  <a:lnTo>
                    <a:pt x="14" y="538"/>
                  </a:lnTo>
                  <a:lnTo>
                    <a:pt x="14" y="542"/>
                  </a:lnTo>
                  <a:lnTo>
                    <a:pt x="10" y="542"/>
                  </a:lnTo>
                  <a:lnTo>
                    <a:pt x="10" y="540"/>
                  </a:lnTo>
                  <a:lnTo>
                    <a:pt x="12" y="540"/>
                  </a:lnTo>
                  <a:lnTo>
                    <a:pt x="8" y="540"/>
                  </a:lnTo>
                  <a:lnTo>
                    <a:pt x="4" y="540"/>
                  </a:lnTo>
                  <a:lnTo>
                    <a:pt x="8" y="554"/>
                  </a:lnTo>
                  <a:lnTo>
                    <a:pt x="12" y="558"/>
                  </a:lnTo>
                  <a:lnTo>
                    <a:pt x="18" y="562"/>
                  </a:lnTo>
                  <a:lnTo>
                    <a:pt x="20" y="562"/>
                  </a:lnTo>
                  <a:lnTo>
                    <a:pt x="22" y="562"/>
                  </a:lnTo>
                  <a:lnTo>
                    <a:pt x="14" y="558"/>
                  </a:lnTo>
                  <a:lnTo>
                    <a:pt x="14" y="556"/>
                  </a:lnTo>
                  <a:lnTo>
                    <a:pt x="18" y="556"/>
                  </a:lnTo>
                  <a:lnTo>
                    <a:pt x="18" y="550"/>
                  </a:lnTo>
                  <a:lnTo>
                    <a:pt x="18" y="544"/>
                  </a:lnTo>
                  <a:lnTo>
                    <a:pt x="16" y="542"/>
                  </a:lnTo>
                  <a:lnTo>
                    <a:pt x="20" y="540"/>
                  </a:lnTo>
                  <a:lnTo>
                    <a:pt x="22" y="540"/>
                  </a:lnTo>
                  <a:lnTo>
                    <a:pt x="22" y="542"/>
                  </a:lnTo>
                  <a:lnTo>
                    <a:pt x="26" y="544"/>
                  </a:lnTo>
                  <a:lnTo>
                    <a:pt x="30" y="538"/>
                  </a:lnTo>
                  <a:lnTo>
                    <a:pt x="32" y="538"/>
                  </a:lnTo>
                  <a:lnTo>
                    <a:pt x="34" y="540"/>
                  </a:lnTo>
                  <a:lnTo>
                    <a:pt x="32" y="542"/>
                  </a:lnTo>
                  <a:lnTo>
                    <a:pt x="32" y="544"/>
                  </a:lnTo>
                  <a:lnTo>
                    <a:pt x="32" y="542"/>
                  </a:lnTo>
                  <a:lnTo>
                    <a:pt x="30" y="542"/>
                  </a:lnTo>
                  <a:lnTo>
                    <a:pt x="30" y="548"/>
                  </a:lnTo>
                  <a:lnTo>
                    <a:pt x="26" y="544"/>
                  </a:lnTo>
                  <a:lnTo>
                    <a:pt x="22" y="548"/>
                  </a:lnTo>
                  <a:lnTo>
                    <a:pt x="24" y="560"/>
                  </a:lnTo>
                  <a:lnTo>
                    <a:pt x="28" y="562"/>
                  </a:lnTo>
                  <a:lnTo>
                    <a:pt x="24" y="562"/>
                  </a:lnTo>
                  <a:lnTo>
                    <a:pt x="24" y="568"/>
                  </a:lnTo>
                  <a:lnTo>
                    <a:pt x="22" y="572"/>
                  </a:lnTo>
                  <a:lnTo>
                    <a:pt x="28" y="572"/>
                  </a:lnTo>
                  <a:lnTo>
                    <a:pt x="30" y="572"/>
                  </a:lnTo>
                  <a:lnTo>
                    <a:pt x="30" y="576"/>
                  </a:lnTo>
                  <a:lnTo>
                    <a:pt x="28" y="576"/>
                  </a:lnTo>
                  <a:lnTo>
                    <a:pt x="30" y="578"/>
                  </a:lnTo>
                  <a:lnTo>
                    <a:pt x="34" y="580"/>
                  </a:lnTo>
                  <a:lnTo>
                    <a:pt x="36" y="578"/>
                  </a:lnTo>
                  <a:lnTo>
                    <a:pt x="36" y="576"/>
                  </a:lnTo>
                  <a:lnTo>
                    <a:pt x="34" y="574"/>
                  </a:lnTo>
                  <a:lnTo>
                    <a:pt x="36" y="570"/>
                  </a:lnTo>
                  <a:lnTo>
                    <a:pt x="32" y="568"/>
                  </a:lnTo>
                  <a:lnTo>
                    <a:pt x="34" y="566"/>
                  </a:lnTo>
                  <a:lnTo>
                    <a:pt x="36" y="564"/>
                  </a:lnTo>
                  <a:lnTo>
                    <a:pt x="38" y="564"/>
                  </a:lnTo>
                  <a:lnTo>
                    <a:pt x="38" y="568"/>
                  </a:lnTo>
                  <a:lnTo>
                    <a:pt x="40" y="572"/>
                  </a:lnTo>
                  <a:lnTo>
                    <a:pt x="44" y="572"/>
                  </a:lnTo>
                  <a:lnTo>
                    <a:pt x="48" y="572"/>
                  </a:lnTo>
                  <a:lnTo>
                    <a:pt x="48" y="578"/>
                  </a:lnTo>
                  <a:lnTo>
                    <a:pt x="38" y="574"/>
                  </a:lnTo>
                  <a:lnTo>
                    <a:pt x="42" y="582"/>
                  </a:lnTo>
                  <a:lnTo>
                    <a:pt x="48" y="580"/>
                  </a:lnTo>
                  <a:lnTo>
                    <a:pt x="54" y="580"/>
                  </a:lnTo>
                  <a:lnTo>
                    <a:pt x="50" y="582"/>
                  </a:lnTo>
                  <a:lnTo>
                    <a:pt x="38" y="586"/>
                  </a:lnTo>
                  <a:lnTo>
                    <a:pt x="38" y="590"/>
                  </a:lnTo>
                  <a:lnTo>
                    <a:pt x="40" y="590"/>
                  </a:lnTo>
                  <a:lnTo>
                    <a:pt x="40" y="586"/>
                  </a:lnTo>
                  <a:lnTo>
                    <a:pt x="50" y="588"/>
                  </a:lnTo>
                  <a:lnTo>
                    <a:pt x="50" y="592"/>
                  </a:lnTo>
                  <a:lnTo>
                    <a:pt x="54" y="592"/>
                  </a:lnTo>
                  <a:lnTo>
                    <a:pt x="58" y="592"/>
                  </a:lnTo>
                  <a:lnTo>
                    <a:pt x="60" y="594"/>
                  </a:lnTo>
                  <a:lnTo>
                    <a:pt x="60" y="596"/>
                  </a:lnTo>
                  <a:lnTo>
                    <a:pt x="64" y="594"/>
                  </a:lnTo>
                  <a:lnTo>
                    <a:pt x="64" y="596"/>
                  </a:lnTo>
                  <a:lnTo>
                    <a:pt x="62" y="596"/>
                  </a:lnTo>
                  <a:lnTo>
                    <a:pt x="58" y="598"/>
                  </a:lnTo>
                  <a:lnTo>
                    <a:pt x="62" y="602"/>
                  </a:lnTo>
                  <a:lnTo>
                    <a:pt x="68" y="604"/>
                  </a:lnTo>
                  <a:lnTo>
                    <a:pt x="70" y="604"/>
                  </a:lnTo>
                  <a:lnTo>
                    <a:pt x="70" y="602"/>
                  </a:lnTo>
                  <a:lnTo>
                    <a:pt x="70" y="600"/>
                  </a:lnTo>
                  <a:lnTo>
                    <a:pt x="72" y="600"/>
                  </a:lnTo>
                  <a:lnTo>
                    <a:pt x="78" y="600"/>
                  </a:lnTo>
                  <a:lnTo>
                    <a:pt x="80" y="600"/>
                  </a:lnTo>
                  <a:lnTo>
                    <a:pt x="78" y="598"/>
                  </a:lnTo>
                  <a:lnTo>
                    <a:pt x="78" y="594"/>
                  </a:lnTo>
                  <a:lnTo>
                    <a:pt x="72" y="592"/>
                  </a:lnTo>
                  <a:lnTo>
                    <a:pt x="76" y="592"/>
                  </a:lnTo>
                  <a:lnTo>
                    <a:pt x="80" y="592"/>
                  </a:lnTo>
                  <a:lnTo>
                    <a:pt x="86" y="600"/>
                  </a:lnTo>
                  <a:lnTo>
                    <a:pt x="88" y="600"/>
                  </a:lnTo>
                  <a:lnTo>
                    <a:pt x="90" y="598"/>
                  </a:lnTo>
                  <a:lnTo>
                    <a:pt x="92" y="598"/>
                  </a:lnTo>
                  <a:lnTo>
                    <a:pt x="92" y="594"/>
                  </a:lnTo>
                  <a:lnTo>
                    <a:pt x="94" y="592"/>
                  </a:lnTo>
                  <a:lnTo>
                    <a:pt x="98" y="590"/>
                  </a:lnTo>
                  <a:lnTo>
                    <a:pt x="104" y="590"/>
                  </a:lnTo>
                  <a:lnTo>
                    <a:pt x="112" y="592"/>
                  </a:lnTo>
                  <a:lnTo>
                    <a:pt x="86" y="590"/>
                  </a:lnTo>
                  <a:lnTo>
                    <a:pt x="78" y="588"/>
                  </a:lnTo>
                  <a:lnTo>
                    <a:pt x="76" y="590"/>
                  </a:lnTo>
                  <a:lnTo>
                    <a:pt x="76" y="556"/>
                  </a:lnTo>
                  <a:lnTo>
                    <a:pt x="66" y="552"/>
                  </a:lnTo>
                  <a:lnTo>
                    <a:pt x="68" y="548"/>
                  </a:lnTo>
                  <a:lnTo>
                    <a:pt x="70" y="544"/>
                  </a:lnTo>
                  <a:lnTo>
                    <a:pt x="72" y="546"/>
                  </a:lnTo>
                  <a:lnTo>
                    <a:pt x="74" y="546"/>
                  </a:lnTo>
                  <a:lnTo>
                    <a:pt x="72" y="546"/>
                  </a:lnTo>
                  <a:lnTo>
                    <a:pt x="78" y="546"/>
                  </a:lnTo>
                  <a:lnTo>
                    <a:pt x="76" y="544"/>
                  </a:lnTo>
                  <a:lnTo>
                    <a:pt x="58" y="542"/>
                  </a:lnTo>
                  <a:lnTo>
                    <a:pt x="42" y="544"/>
                  </a:lnTo>
                  <a:lnTo>
                    <a:pt x="38" y="538"/>
                  </a:lnTo>
                  <a:lnTo>
                    <a:pt x="34" y="532"/>
                  </a:lnTo>
                  <a:lnTo>
                    <a:pt x="30" y="526"/>
                  </a:lnTo>
                  <a:lnTo>
                    <a:pt x="30" y="524"/>
                  </a:lnTo>
                  <a:lnTo>
                    <a:pt x="32" y="522"/>
                  </a:lnTo>
                  <a:lnTo>
                    <a:pt x="34" y="520"/>
                  </a:lnTo>
                  <a:lnTo>
                    <a:pt x="32" y="516"/>
                  </a:lnTo>
                  <a:lnTo>
                    <a:pt x="30" y="514"/>
                  </a:lnTo>
                  <a:lnTo>
                    <a:pt x="26" y="516"/>
                  </a:lnTo>
                  <a:lnTo>
                    <a:pt x="24" y="516"/>
                  </a:lnTo>
                  <a:lnTo>
                    <a:pt x="24" y="514"/>
                  </a:lnTo>
                  <a:lnTo>
                    <a:pt x="24" y="508"/>
                  </a:lnTo>
                  <a:lnTo>
                    <a:pt x="24" y="504"/>
                  </a:lnTo>
                  <a:lnTo>
                    <a:pt x="26" y="500"/>
                  </a:lnTo>
                  <a:lnTo>
                    <a:pt x="26" y="496"/>
                  </a:lnTo>
                  <a:lnTo>
                    <a:pt x="24" y="490"/>
                  </a:lnTo>
                  <a:lnTo>
                    <a:pt x="26" y="486"/>
                  </a:lnTo>
                  <a:lnTo>
                    <a:pt x="28" y="486"/>
                  </a:lnTo>
                  <a:lnTo>
                    <a:pt x="34" y="482"/>
                  </a:lnTo>
                  <a:lnTo>
                    <a:pt x="36" y="478"/>
                  </a:lnTo>
                  <a:lnTo>
                    <a:pt x="34" y="474"/>
                  </a:lnTo>
                  <a:lnTo>
                    <a:pt x="34" y="470"/>
                  </a:lnTo>
                  <a:lnTo>
                    <a:pt x="36" y="466"/>
                  </a:lnTo>
                  <a:lnTo>
                    <a:pt x="40" y="462"/>
                  </a:lnTo>
                  <a:lnTo>
                    <a:pt x="40" y="458"/>
                  </a:lnTo>
                  <a:lnTo>
                    <a:pt x="40" y="452"/>
                  </a:lnTo>
                  <a:lnTo>
                    <a:pt x="40" y="446"/>
                  </a:lnTo>
                  <a:lnTo>
                    <a:pt x="42" y="442"/>
                  </a:lnTo>
                  <a:lnTo>
                    <a:pt x="40" y="438"/>
                  </a:lnTo>
                  <a:lnTo>
                    <a:pt x="38" y="434"/>
                  </a:lnTo>
                  <a:lnTo>
                    <a:pt x="40" y="432"/>
                  </a:lnTo>
                  <a:lnTo>
                    <a:pt x="40" y="428"/>
                  </a:lnTo>
                  <a:lnTo>
                    <a:pt x="42" y="428"/>
                  </a:lnTo>
                  <a:lnTo>
                    <a:pt x="44" y="426"/>
                  </a:lnTo>
                  <a:lnTo>
                    <a:pt x="44" y="424"/>
                  </a:lnTo>
                  <a:lnTo>
                    <a:pt x="42" y="422"/>
                  </a:lnTo>
                  <a:lnTo>
                    <a:pt x="42" y="418"/>
                  </a:lnTo>
                  <a:lnTo>
                    <a:pt x="44" y="414"/>
                  </a:lnTo>
                  <a:lnTo>
                    <a:pt x="46" y="412"/>
                  </a:lnTo>
                  <a:lnTo>
                    <a:pt x="44" y="410"/>
                  </a:lnTo>
                  <a:lnTo>
                    <a:pt x="44" y="406"/>
                  </a:lnTo>
                  <a:lnTo>
                    <a:pt x="42" y="402"/>
                  </a:lnTo>
                  <a:lnTo>
                    <a:pt x="42" y="398"/>
                  </a:lnTo>
                  <a:lnTo>
                    <a:pt x="42" y="396"/>
                  </a:lnTo>
                  <a:lnTo>
                    <a:pt x="42" y="394"/>
                  </a:lnTo>
                  <a:lnTo>
                    <a:pt x="38" y="390"/>
                  </a:lnTo>
                  <a:lnTo>
                    <a:pt x="38" y="388"/>
                  </a:lnTo>
                  <a:lnTo>
                    <a:pt x="40" y="384"/>
                  </a:lnTo>
                  <a:lnTo>
                    <a:pt x="42" y="378"/>
                  </a:lnTo>
                  <a:lnTo>
                    <a:pt x="42" y="368"/>
                  </a:lnTo>
                  <a:lnTo>
                    <a:pt x="42" y="364"/>
                  </a:lnTo>
                  <a:lnTo>
                    <a:pt x="40" y="364"/>
                  </a:lnTo>
                  <a:lnTo>
                    <a:pt x="38" y="362"/>
                  </a:lnTo>
                  <a:lnTo>
                    <a:pt x="38" y="360"/>
                  </a:lnTo>
                  <a:lnTo>
                    <a:pt x="40" y="354"/>
                  </a:lnTo>
                  <a:lnTo>
                    <a:pt x="38" y="348"/>
                  </a:lnTo>
                  <a:lnTo>
                    <a:pt x="36" y="344"/>
                  </a:lnTo>
                  <a:lnTo>
                    <a:pt x="38" y="342"/>
                  </a:lnTo>
                  <a:lnTo>
                    <a:pt x="40" y="338"/>
                  </a:lnTo>
                  <a:lnTo>
                    <a:pt x="42" y="334"/>
                  </a:lnTo>
                  <a:lnTo>
                    <a:pt x="42" y="326"/>
                  </a:lnTo>
                  <a:lnTo>
                    <a:pt x="46" y="316"/>
                  </a:lnTo>
                  <a:lnTo>
                    <a:pt x="48" y="314"/>
                  </a:lnTo>
                  <a:lnTo>
                    <a:pt x="48" y="308"/>
                  </a:lnTo>
                  <a:lnTo>
                    <a:pt x="46" y="304"/>
                  </a:lnTo>
                  <a:lnTo>
                    <a:pt x="46" y="294"/>
                  </a:lnTo>
                  <a:lnTo>
                    <a:pt x="48" y="290"/>
                  </a:lnTo>
                  <a:lnTo>
                    <a:pt x="48" y="288"/>
                  </a:lnTo>
                  <a:lnTo>
                    <a:pt x="52" y="284"/>
                  </a:lnTo>
                  <a:lnTo>
                    <a:pt x="54" y="284"/>
                  </a:lnTo>
                  <a:lnTo>
                    <a:pt x="56" y="282"/>
                  </a:lnTo>
                  <a:lnTo>
                    <a:pt x="56" y="278"/>
                  </a:lnTo>
                  <a:lnTo>
                    <a:pt x="56" y="274"/>
                  </a:lnTo>
                  <a:lnTo>
                    <a:pt x="56" y="270"/>
                  </a:lnTo>
                  <a:lnTo>
                    <a:pt x="56" y="266"/>
                  </a:lnTo>
                  <a:lnTo>
                    <a:pt x="60" y="258"/>
                  </a:lnTo>
                  <a:lnTo>
                    <a:pt x="62" y="248"/>
                  </a:lnTo>
                  <a:lnTo>
                    <a:pt x="62" y="244"/>
                  </a:lnTo>
                  <a:lnTo>
                    <a:pt x="60" y="238"/>
                  </a:lnTo>
                  <a:lnTo>
                    <a:pt x="60" y="234"/>
                  </a:lnTo>
                  <a:lnTo>
                    <a:pt x="62" y="228"/>
                  </a:lnTo>
                  <a:lnTo>
                    <a:pt x="64" y="224"/>
                  </a:lnTo>
                  <a:lnTo>
                    <a:pt x="62" y="218"/>
                  </a:lnTo>
                  <a:lnTo>
                    <a:pt x="62" y="212"/>
                  </a:lnTo>
                  <a:lnTo>
                    <a:pt x="64" y="206"/>
                  </a:lnTo>
                  <a:lnTo>
                    <a:pt x="64" y="200"/>
                  </a:lnTo>
                  <a:lnTo>
                    <a:pt x="66" y="196"/>
                  </a:lnTo>
                  <a:lnTo>
                    <a:pt x="68" y="190"/>
                  </a:lnTo>
                  <a:lnTo>
                    <a:pt x="66" y="184"/>
                  </a:lnTo>
                  <a:lnTo>
                    <a:pt x="68" y="168"/>
                  </a:lnTo>
                  <a:lnTo>
                    <a:pt x="70" y="164"/>
                  </a:lnTo>
                  <a:lnTo>
                    <a:pt x="70" y="162"/>
                  </a:lnTo>
                  <a:lnTo>
                    <a:pt x="74" y="158"/>
                  </a:lnTo>
                  <a:lnTo>
                    <a:pt x="80" y="148"/>
                  </a:lnTo>
                  <a:lnTo>
                    <a:pt x="82" y="142"/>
                  </a:lnTo>
                  <a:lnTo>
                    <a:pt x="80" y="138"/>
                  </a:lnTo>
                  <a:lnTo>
                    <a:pt x="80" y="132"/>
                  </a:lnTo>
                  <a:lnTo>
                    <a:pt x="82" y="130"/>
                  </a:lnTo>
                  <a:lnTo>
                    <a:pt x="82" y="128"/>
                  </a:lnTo>
                  <a:lnTo>
                    <a:pt x="82" y="126"/>
                  </a:lnTo>
                  <a:lnTo>
                    <a:pt x="80" y="120"/>
                  </a:lnTo>
                  <a:lnTo>
                    <a:pt x="80" y="108"/>
                  </a:lnTo>
                  <a:lnTo>
                    <a:pt x="82" y="106"/>
                  </a:lnTo>
                  <a:lnTo>
                    <a:pt x="84" y="104"/>
                  </a:lnTo>
                  <a:lnTo>
                    <a:pt x="86" y="102"/>
                  </a:lnTo>
                  <a:lnTo>
                    <a:pt x="88" y="100"/>
                  </a:lnTo>
                  <a:lnTo>
                    <a:pt x="90" y="98"/>
                  </a:lnTo>
                  <a:lnTo>
                    <a:pt x="92" y="96"/>
                  </a:lnTo>
                  <a:lnTo>
                    <a:pt x="94" y="96"/>
                  </a:lnTo>
                  <a:lnTo>
                    <a:pt x="96" y="94"/>
                  </a:lnTo>
                  <a:lnTo>
                    <a:pt x="96" y="86"/>
                  </a:lnTo>
                  <a:lnTo>
                    <a:pt x="96" y="84"/>
                  </a:lnTo>
                  <a:lnTo>
                    <a:pt x="94" y="82"/>
                  </a:lnTo>
                  <a:lnTo>
                    <a:pt x="92" y="80"/>
                  </a:lnTo>
                  <a:lnTo>
                    <a:pt x="92" y="76"/>
                  </a:lnTo>
                  <a:lnTo>
                    <a:pt x="92" y="72"/>
                  </a:lnTo>
                  <a:lnTo>
                    <a:pt x="84" y="70"/>
                  </a:lnTo>
                  <a:lnTo>
                    <a:pt x="84" y="60"/>
                  </a:lnTo>
                  <a:lnTo>
                    <a:pt x="84" y="54"/>
                  </a:lnTo>
                  <a:lnTo>
                    <a:pt x="82" y="48"/>
                  </a:lnTo>
                  <a:lnTo>
                    <a:pt x="80" y="42"/>
                  </a:lnTo>
                  <a:lnTo>
                    <a:pt x="80" y="36"/>
                  </a:lnTo>
                  <a:lnTo>
                    <a:pt x="76" y="26"/>
                  </a:lnTo>
                  <a:lnTo>
                    <a:pt x="74" y="24"/>
                  </a:lnTo>
                  <a:lnTo>
                    <a:pt x="70" y="20"/>
                  </a:lnTo>
                  <a:lnTo>
                    <a:pt x="68" y="12"/>
                  </a:lnTo>
                  <a:lnTo>
                    <a:pt x="66" y="6"/>
                  </a:lnTo>
                  <a:lnTo>
                    <a:pt x="64" y="0"/>
                  </a:lnTo>
                  <a:lnTo>
                    <a:pt x="60" y="2"/>
                  </a:lnTo>
                  <a:lnTo>
                    <a:pt x="56" y="6"/>
                  </a:lnTo>
                  <a:close/>
                  <a:moveTo>
                    <a:pt x="76" y="602"/>
                  </a:moveTo>
                  <a:lnTo>
                    <a:pt x="76" y="602"/>
                  </a:lnTo>
                  <a:lnTo>
                    <a:pt x="78" y="608"/>
                  </a:lnTo>
                  <a:lnTo>
                    <a:pt x="82" y="608"/>
                  </a:lnTo>
                  <a:lnTo>
                    <a:pt x="82" y="606"/>
                  </a:lnTo>
                  <a:lnTo>
                    <a:pt x="80" y="604"/>
                  </a:lnTo>
                  <a:lnTo>
                    <a:pt x="76" y="602"/>
                  </a:lnTo>
                  <a:close/>
                  <a:moveTo>
                    <a:pt x="48" y="594"/>
                  </a:moveTo>
                  <a:lnTo>
                    <a:pt x="48" y="594"/>
                  </a:lnTo>
                  <a:lnTo>
                    <a:pt x="50" y="596"/>
                  </a:lnTo>
                  <a:lnTo>
                    <a:pt x="54" y="598"/>
                  </a:lnTo>
                  <a:lnTo>
                    <a:pt x="54" y="596"/>
                  </a:lnTo>
                  <a:lnTo>
                    <a:pt x="52" y="594"/>
                  </a:lnTo>
                  <a:lnTo>
                    <a:pt x="48" y="594"/>
                  </a:lnTo>
                  <a:close/>
                  <a:moveTo>
                    <a:pt x="0" y="520"/>
                  </a:moveTo>
                  <a:lnTo>
                    <a:pt x="2" y="524"/>
                  </a:lnTo>
                  <a:lnTo>
                    <a:pt x="4" y="524"/>
                  </a:lnTo>
                  <a:lnTo>
                    <a:pt x="2" y="522"/>
                  </a:lnTo>
                  <a:lnTo>
                    <a:pt x="0" y="520"/>
                  </a:lnTo>
                  <a:close/>
                  <a:moveTo>
                    <a:pt x="4" y="512"/>
                  </a:moveTo>
                  <a:lnTo>
                    <a:pt x="4" y="518"/>
                  </a:lnTo>
                  <a:lnTo>
                    <a:pt x="6" y="518"/>
                  </a:lnTo>
                  <a:lnTo>
                    <a:pt x="8" y="516"/>
                  </a:lnTo>
                  <a:lnTo>
                    <a:pt x="6" y="512"/>
                  </a:lnTo>
                  <a:lnTo>
                    <a:pt x="4" y="512"/>
                  </a:lnTo>
                  <a:close/>
                  <a:moveTo>
                    <a:pt x="44" y="556"/>
                  </a:moveTo>
                  <a:lnTo>
                    <a:pt x="44" y="556"/>
                  </a:lnTo>
                  <a:lnTo>
                    <a:pt x="46" y="554"/>
                  </a:lnTo>
                  <a:lnTo>
                    <a:pt x="46" y="556"/>
                  </a:lnTo>
                  <a:lnTo>
                    <a:pt x="46" y="558"/>
                  </a:lnTo>
                  <a:lnTo>
                    <a:pt x="46" y="560"/>
                  </a:lnTo>
                  <a:lnTo>
                    <a:pt x="44" y="564"/>
                  </a:lnTo>
                  <a:lnTo>
                    <a:pt x="42" y="564"/>
                  </a:lnTo>
                  <a:lnTo>
                    <a:pt x="42" y="560"/>
                  </a:lnTo>
                  <a:lnTo>
                    <a:pt x="44" y="556"/>
                  </a:lnTo>
                  <a:close/>
                  <a:moveTo>
                    <a:pt x="34" y="556"/>
                  </a:moveTo>
                  <a:lnTo>
                    <a:pt x="36" y="560"/>
                  </a:lnTo>
                  <a:lnTo>
                    <a:pt x="32" y="560"/>
                  </a:lnTo>
                  <a:lnTo>
                    <a:pt x="32" y="558"/>
                  </a:lnTo>
                  <a:lnTo>
                    <a:pt x="32" y="556"/>
                  </a:lnTo>
                  <a:lnTo>
                    <a:pt x="34" y="556"/>
                  </a:lnTo>
                  <a:close/>
                  <a:moveTo>
                    <a:pt x="56" y="552"/>
                  </a:moveTo>
                  <a:lnTo>
                    <a:pt x="56" y="552"/>
                  </a:lnTo>
                  <a:lnTo>
                    <a:pt x="66" y="552"/>
                  </a:lnTo>
                  <a:lnTo>
                    <a:pt x="64" y="556"/>
                  </a:lnTo>
                  <a:lnTo>
                    <a:pt x="60" y="556"/>
                  </a:lnTo>
                  <a:lnTo>
                    <a:pt x="58" y="554"/>
                  </a:lnTo>
                  <a:lnTo>
                    <a:pt x="56" y="554"/>
                  </a:lnTo>
                  <a:lnTo>
                    <a:pt x="54" y="556"/>
                  </a:lnTo>
                  <a:lnTo>
                    <a:pt x="56" y="568"/>
                  </a:lnTo>
                  <a:lnTo>
                    <a:pt x="58" y="566"/>
                  </a:lnTo>
                  <a:lnTo>
                    <a:pt x="62" y="566"/>
                  </a:lnTo>
                  <a:lnTo>
                    <a:pt x="62" y="570"/>
                  </a:lnTo>
                  <a:lnTo>
                    <a:pt x="56" y="572"/>
                  </a:lnTo>
                  <a:lnTo>
                    <a:pt x="56" y="574"/>
                  </a:lnTo>
                  <a:lnTo>
                    <a:pt x="58" y="578"/>
                  </a:lnTo>
                  <a:lnTo>
                    <a:pt x="62" y="578"/>
                  </a:lnTo>
                  <a:lnTo>
                    <a:pt x="56" y="582"/>
                  </a:lnTo>
                  <a:lnTo>
                    <a:pt x="60" y="582"/>
                  </a:lnTo>
                  <a:lnTo>
                    <a:pt x="64" y="582"/>
                  </a:lnTo>
                  <a:lnTo>
                    <a:pt x="58" y="586"/>
                  </a:lnTo>
                  <a:lnTo>
                    <a:pt x="54" y="584"/>
                  </a:lnTo>
                  <a:lnTo>
                    <a:pt x="52" y="584"/>
                  </a:lnTo>
                  <a:lnTo>
                    <a:pt x="54" y="584"/>
                  </a:lnTo>
                  <a:lnTo>
                    <a:pt x="54" y="572"/>
                  </a:lnTo>
                  <a:lnTo>
                    <a:pt x="48" y="572"/>
                  </a:lnTo>
                  <a:lnTo>
                    <a:pt x="50" y="564"/>
                  </a:lnTo>
                  <a:lnTo>
                    <a:pt x="52" y="554"/>
                  </a:lnTo>
                  <a:lnTo>
                    <a:pt x="56" y="552"/>
                  </a:lnTo>
                  <a:close/>
                  <a:moveTo>
                    <a:pt x="18" y="424"/>
                  </a:moveTo>
                  <a:lnTo>
                    <a:pt x="18" y="424"/>
                  </a:lnTo>
                  <a:lnTo>
                    <a:pt x="16" y="426"/>
                  </a:lnTo>
                  <a:lnTo>
                    <a:pt x="14" y="430"/>
                  </a:lnTo>
                  <a:lnTo>
                    <a:pt x="12" y="434"/>
                  </a:lnTo>
                  <a:lnTo>
                    <a:pt x="18" y="436"/>
                  </a:lnTo>
                  <a:lnTo>
                    <a:pt x="14" y="440"/>
                  </a:lnTo>
                  <a:lnTo>
                    <a:pt x="12" y="442"/>
                  </a:lnTo>
                  <a:lnTo>
                    <a:pt x="14" y="442"/>
                  </a:lnTo>
                  <a:lnTo>
                    <a:pt x="20" y="436"/>
                  </a:lnTo>
                  <a:lnTo>
                    <a:pt x="22" y="434"/>
                  </a:lnTo>
                  <a:lnTo>
                    <a:pt x="18" y="436"/>
                  </a:lnTo>
                  <a:lnTo>
                    <a:pt x="18" y="432"/>
                  </a:lnTo>
                  <a:lnTo>
                    <a:pt x="20" y="432"/>
                  </a:lnTo>
                  <a:lnTo>
                    <a:pt x="22" y="428"/>
                  </a:lnTo>
                  <a:lnTo>
                    <a:pt x="20" y="426"/>
                  </a:lnTo>
                  <a:lnTo>
                    <a:pt x="18" y="424"/>
                  </a:lnTo>
                  <a:close/>
                  <a:moveTo>
                    <a:pt x="16" y="412"/>
                  </a:moveTo>
                  <a:lnTo>
                    <a:pt x="18" y="416"/>
                  </a:lnTo>
                  <a:lnTo>
                    <a:pt x="18" y="414"/>
                  </a:lnTo>
                  <a:lnTo>
                    <a:pt x="16" y="412"/>
                  </a:lnTo>
                  <a:close/>
                  <a:moveTo>
                    <a:pt x="18" y="374"/>
                  </a:moveTo>
                  <a:lnTo>
                    <a:pt x="18" y="374"/>
                  </a:lnTo>
                  <a:lnTo>
                    <a:pt x="18" y="398"/>
                  </a:lnTo>
                  <a:lnTo>
                    <a:pt x="22" y="400"/>
                  </a:lnTo>
                  <a:lnTo>
                    <a:pt x="28" y="394"/>
                  </a:lnTo>
                  <a:lnTo>
                    <a:pt x="28" y="390"/>
                  </a:lnTo>
                  <a:lnTo>
                    <a:pt x="26" y="388"/>
                  </a:lnTo>
                  <a:lnTo>
                    <a:pt x="24" y="386"/>
                  </a:lnTo>
                  <a:lnTo>
                    <a:pt x="28" y="374"/>
                  </a:lnTo>
                  <a:lnTo>
                    <a:pt x="22" y="374"/>
                  </a:lnTo>
                  <a:lnTo>
                    <a:pt x="18" y="37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5" name="Google Shape;415;p60"/>
            <p:cNvSpPr/>
            <p:nvPr/>
          </p:nvSpPr>
          <p:spPr>
            <a:xfrm>
              <a:off x="7979445" y="4074623"/>
              <a:ext cx="195044" cy="324382"/>
            </a:xfrm>
            <a:custGeom>
              <a:rect b="b" l="l" r="r" t="t"/>
              <a:pathLst>
                <a:path extrusionOk="0" h="230" w="118">
                  <a:moveTo>
                    <a:pt x="0" y="132"/>
                  </a:moveTo>
                  <a:lnTo>
                    <a:pt x="0" y="132"/>
                  </a:lnTo>
                  <a:lnTo>
                    <a:pt x="4" y="136"/>
                  </a:lnTo>
                  <a:lnTo>
                    <a:pt x="6" y="140"/>
                  </a:lnTo>
                  <a:lnTo>
                    <a:pt x="10" y="140"/>
                  </a:lnTo>
                  <a:lnTo>
                    <a:pt x="16" y="140"/>
                  </a:lnTo>
                  <a:lnTo>
                    <a:pt x="18" y="142"/>
                  </a:lnTo>
                  <a:lnTo>
                    <a:pt x="16" y="144"/>
                  </a:lnTo>
                  <a:lnTo>
                    <a:pt x="12" y="144"/>
                  </a:lnTo>
                  <a:lnTo>
                    <a:pt x="6" y="144"/>
                  </a:lnTo>
                  <a:lnTo>
                    <a:pt x="14" y="154"/>
                  </a:lnTo>
                  <a:lnTo>
                    <a:pt x="14" y="158"/>
                  </a:lnTo>
                  <a:lnTo>
                    <a:pt x="16" y="160"/>
                  </a:lnTo>
                  <a:lnTo>
                    <a:pt x="16" y="164"/>
                  </a:lnTo>
                  <a:lnTo>
                    <a:pt x="16" y="166"/>
                  </a:lnTo>
                  <a:lnTo>
                    <a:pt x="16" y="170"/>
                  </a:lnTo>
                  <a:lnTo>
                    <a:pt x="16" y="174"/>
                  </a:lnTo>
                  <a:lnTo>
                    <a:pt x="16" y="180"/>
                  </a:lnTo>
                  <a:lnTo>
                    <a:pt x="18" y="184"/>
                  </a:lnTo>
                  <a:lnTo>
                    <a:pt x="18" y="188"/>
                  </a:lnTo>
                  <a:lnTo>
                    <a:pt x="18" y="190"/>
                  </a:lnTo>
                  <a:lnTo>
                    <a:pt x="20" y="196"/>
                  </a:lnTo>
                  <a:lnTo>
                    <a:pt x="14" y="196"/>
                  </a:lnTo>
                  <a:lnTo>
                    <a:pt x="6" y="196"/>
                  </a:lnTo>
                  <a:lnTo>
                    <a:pt x="4" y="200"/>
                  </a:lnTo>
                  <a:lnTo>
                    <a:pt x="4" y="204"/>
                  </a:lnTo>
                  <a:lnTo>
                    <a:pt x="12" y="214"/>
                  </a:lnTo>
                  <a:lnTo>
                    <a:pt x="14" y="220"/>
                  </a:lnTo>
                  <a:lnTo>
                    <a:pt x="16" y="224"/>
                  </a:lnTo>
                  <a:lnTo>
                    <a:pt x="12" y="230"/>
                  </a:lnTo>
                  <a:lnTo>
                    <a:pt x="16" y="230"/>
                  </a:lnTo>
                  <a:lnTo>
                    <a:pt x="22" y="230"/>
                  </a:lnTo>
                  <a:lnTo>
                    <a:pt x="26" y="226"/>
                  </a:lnTo>
                  <a:lnTo>
                    <a:pt x="28" y="226"/>
                  </a:lnTo>
                  <a:lnTo>
                    <a:pt x="30" y="228"/>
                  </a:lnTo>
                  <a:lnTo>
                    <a:pt x="44" y="226"/>
                  </a:lnTo>
                  <a:lnTo>
                    <a:pt x="50" y="224"/>
                  </a:lnTo>
                  <a:lnTo>
                    <a:pt x="54" y="220"/>
                  </a:lnTo>
                  <a:lnTo>
                    <a:pt x="58" y="216"/>
                  </a:lnTo>
                  <a:lnTo>
                    <a:pt x="62" y="214"/>
                  </a:lnTo>
                  <a:lnTo>
                    <a:pt x="60" y="212"/>
                  </a:lnTo>
                  <a:lnTo>
                    <a:pt x="58" y="210"/>
                  </a:lnTo>
                  <a:lnTo>
                    <a:pt x="60" y="208"/>
                  </a:lnTo>
                  <a:lnTo>
                    <a:pt x="62" y="206"/>
                  </a:lnTo>
                  <a:lnTo>
                    <a:pt x="66" y="204"/>
                  </a:lnTo>
                  <a:lnTo>
                    <a:pt x="70" y="204"/>
                  </a:lnTo>
                  <a:lnTo>
                    <a:pt x="72" y="202"/>
                  </a:lnTo>
                  <a:lnTo>
                    <a:pt x="76" y="200"/>
                  </a:lnTo>
                  <a:lnTo>
                    <a:pt x="80" y="200"/>
                  </a:lnTo>
                  <a:lnTo>
                    <a:pt x="80" y="198"/>
                  </a:lnTo>
                  <a:lnTo>
                    <a:pt x="82" y="196"/>
                  </a:lnTo>
                  <a:lnTo>
                    <a:pt x="84" y="194"/>
                  </a:lnTo>
                  <a:lnTo>
                    <a:pt x="90" y="190"/>
                  </a:lnTo>
                  <a:lnTo>
                    <a:pt x="92" y="188"/>
                  </a:lnTo>
                  <a:lnTo>
                    <a:pt x="94" y="186"/>
                  </a:lnTo>
                  <a:lnTo>
                    <a:pt x="96" y="182"/>
                  </a:lnTo>
                  <a:lnTo>
                    <a:pt x="100" y="180"/>
                  </a:lnTo>
                  <a:lnTo>
                    <a:pt x="98" y="176"/>
                  </a:lnTo>
                  <a:lnTo>
                    <a:pt x="96" y="174"/>
                  </a:lnTo>
                  <a:lnTo>
                    <a:pt x="96" y="170"/>
                  </a:lnTo>
                  <a:lnTo>
                    <a:pt x="96" y="168"/>
                  </a:lnTo>
                  <a:lnTo>
                    <a:pt x="96" y="166"/>
                  </a:lnTo>
                  <a:lnTo>
                    <a:pt x="96" y="164"/>
                  </a:lnTo>
                  <a:lnTo>
                    <a:pt x="98" y="160"/>
                  </a:lnTo>
                  <a:lnTo>
                    <a:pt x="98" y="158"/>
                  </a:lnTo>
                  <a:lnTo>
                    <a:pt x="98" y="156"/>
                  </a:lnTo>
                  <a:lnTo>
                    <a:pt x="96" y="154"/>
                  </a:lnTo>
                  <a:lnTo>
                    <a:pt x="94" y="154"/>
                  </a:lnTo>
                  <a:lnTo>
                    <a:pt x="90" y="154"/>
                  </a:lnTo>
                  <a:lnTo>
                    <a:pt x="88" y="154"/>
                  </a:lnTo>
                  <a:lnTo>
                    <a:pt x="88" y="152"/>
                  </a:lnTo>
                  <a:lnTo>
                    <a:pt x="88" y="150"/>
                  </a:lnTo>
                  <a:lnTo>
                    <a:pt x="90" y="148"/>
                  </a:lnTo>
                  <a:lnTo>
                    <a:pt x="92" y="146"/>
                  </a:lnTo>
                  <a:lnTo>
                    <a:pt x="92" y="142"/>
                  </a:lnTo>
                  <a:lnTo>
                    <a:pt x="94" y="140"/>
                  </a:lnTo>
                  <a:lnTo>
                    <a:pt x="96" y="138"/>
                  </a:lnTo>
                  <a:lnTo>
                    <a:pt x="98" y="134"/>
                  </a:lnTo>
                  <a:lnTo>
                    <a:pt x="98" y="130"/>
                  </a:lnTo>
                  <a:lnTo>
                    <a:pt x="98" y="128"/>
                  </a:lnTo>
                  <a:lnTo>
                    <a:pt x="100" y="126"/>
                  </a:lnTo>
                  <a:lnTo>
                    <a:pt x="102" y="122"/>
                  </a:lnTo>
                  <a:lnTo>
                    <a:pt x="102" y="120"/>
                  </a:lnTo>
                  <a:lnTo>
                    <a:pt x="102" y="116"/>
                  </a:lnTo>
                  <a:lnTo>
                    <a:pt x="106" y="112"/>
                  </a:lnTo>
                  <a:lnTo>
                    <a:pt x="108" y="110"/>
                  </a:lnTo>
                  <a:lnTo>
                    <a:pt x="110" y="112"/>
                  </a:lnTo>
                  <a:lnTo>
                    <a:pt x="116" y="112"/>
                  </a:lnTo>
                  <a:lnTo>
                    <a:pt x="118" y="112"/>
                  </a:lnTo>
                  <a:lnTo>
                    <a:pt x="118" y="58"/>
                  </a:lnTo>
                  <a:lnTo>
                    <a:pt x="22" y="0"/>
                  </a:lnTo>
                  <a:lnTo>
                    <a:pt x="10" y="8"/>
                  </a:lnTo>
                  <a:lnTo>
                    <a:pt x="16" y="36"/>
                  </a:lnTo>
                  <a:lnTo>
                    <a:pt x="20" y="40"/>
                  </a:lnTo>
                  <a:lnTo>
                    <a:pt x="20" y="46"/>
                  </a:lnTo>
                  <a:lnTo>
                    <a:pt x="20" y="48"/>
                  </a:lnTo>
                  <a:lnTo>
                    <a:pt x="18" y="54"/>
                  </a:lnTo>
                  <a:lnTo>
                    <a:pt x="16" y="60"/>
                  </a:lnTo>
                  <a:lnTo>
                    <a:pt x="16" y="86"/>
                  </a:lnTo>
                  <a:lnTo>
                    <a:pt x="16" y="106"/>
                  </a:lnTo>
                  <a:lnTo>
                    <a:pt x="0" y="122"/>
                  </a:lnTo>
                  <a:lnTo>
                    <a:pt x="0" y="1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6" name="Google Shape;416;p60"/>
            <p:cNvSpPr/>
            <p:nvPr/>
          </p:nvSpPr>
          <p:spPr>
            <a:xfrm>
              <a:off x="7979445" y="4327319"/>
              <a:ext cx="249573" cy="157711"/>
            </a:xfrm>
            <a:custGeom>
              <a:rect b="b" l="l" r="r" t="t"/>
              <a:pathLst>
                <a:path extrusionOk="0" h="112" w="152">
                  <a:moveTo>
                    <a:pt x="54" y="102"/>
                  </a:moveTo>
                  <a:lnTo>
                    <a:pt x="54" y="90"/>
                  </a:lnTo>
                  <a:lnTo>
                    <a:pt x="58" y="90"/>
                  </a:lnTo>
                  <a:lnTo>
                    <a:pt x="60" y="88"/>
                  </a:lnTo>
                  <a:lnTo>
                    <a:pt x="60" y="86"/>
                  </a:lnTo>
                  <a:lnTo>
                    <a:pt x="62" y="80"/>
                  </a:lnTo>
                  <a:lnTo>
                    <a:pt x="64" y="78"/>
                  </a:lnTo>
                  <a:lnTo>
                    <a:pt x="68" y="78"/>
                  </a:lnTo>
                  <a:lnTo>
                    <a:pt x="74" y="80"/>
                  </a:lnTo>
                  <a:lnTo>
                    <a:pt x="78" y="82"/>
                  </a:lnTo>
                  <a:lnTo>
                    <a:pt x="80" y="86"/>
                  </a:lnTo>
                  <a:lnTo>
                    <a:pt x="86" y="86"/>
                  </a:lnTo>
                  <a:lnTo>
                    <a:pt x="90" y="86"/>
                  </a:lnTo>
                  <a:lnTo>
                    <a:pt x="98" y="88"/>
                  </a:lnTo>
                  <a:lnTo>
                    <a:pt x="104" y="90"/>
                  </a:lnTo>
                  <a:lnTo>
                    <a:pt x="104" y="86"/>
                  </a:lnTo>
                  <a:lnTo>
                    <a:pt x="106" y="84"/>
                  </a:lnTo>
                  <a:lnTo>
                    <a:pt x="106" y="82"/>
                  </a:lnTo>
                  <a:lnTo>
                    <a:pt x="110" y="84"/>
                  </a:lnTo>
                  <a:lnTo>
                    <a:pt x="112" y="86"/>
                  </a:lnTo>
                  <a:lnTo>
                    <a:pt x="114" y="86"/>
                  </a:lnTo>
                  <a:lnTo>
                    <a:pt x="120" y="84"/>
                  </a:lnTo>
                  <a:lnTo>
                    <a:pt x="120" y="82"/>
                  </a:lnTo>
                  <a:lnTo>
                    <a:pt x="122" y="80"/>
                  </a:lnTo>
                  <a:lnTo>
                    <a:pt x="124" y="80"/>
                  </a:lnTo>
                  <a:lnTo>
                    <a:pt x="124" y="82"/>
                  </a:lnTo>
                  <a:lnTo>
                    <a:pt x="126" y="82"/>
                  </a:lnTo>
                  <a:lnTo>
                    <a:pt x="128" y="80"/>
                  </a:lnTo>
                  <a:lnTo>
                    <a:pt x="130" y="78"/>
                  </a:lnTo>
                  <a:lnTo>
                    <a:pt x="132" y="76"/>
                  </a:lnTo>
                  <a:lnTo>
                    <a:pt x="142" y="76"/>
                  </a:lnTo>
                  <a:lnTo>
                    <a:pt x="144" y="78"/>
                  </a:lnTo>
                  <a:lnTo>
                    <a:pt x="146" y="78"/>
                  </a:lnTo>
                  <a:lnTo>
                    <a:pt x="152" y="78"/>
                  </a:lnTo>
                  <a:lnTo>
                    <a:pt x="152" y="76"/>
                  </a:lnTo>
                  <a:lnTo>
                    <a:pt x="150" y="74"/>
                  </a:lnTo>
                  <a:lnTo>
                    <a:pt x="148" y="70"/>
                  </a:lnTo>
                  <a:lnTo>
                    <a:pt x="148" y="66"/>
                  </a:lnTo>
                  <a:lnTo>
                    <a:pt x="146" y="62"/>
                  </a:lnTo>
                  <a:lnTo>
                    <a:pt x="140" y="60"/>
                  </a:lnTo>
                  <a:lnTo>
                    <a:pt x="138" y="58"/>
                  </a:lnTo>
                  <a:lnTo>
                    <a:pt x="136" y="56"/>
                  </a:lnTo>
                  <a:lnTo>
                    <a:pt x="136" y="52"/>
                  </a:lnTo>
                  <a:lnTo>
                    <a:pt x="134" y="50"/>
                  </a:lnTo>
                  <a:lnTo>
                    <a:pt x="130" y="50"/>
                  </a:lnTo>
                  <a:lnTo>
                    <a:pt x="128" y="48"/>
                  </a:lnTo>
                  <a:lnTo>
                    <a:pt x="126" y="46"/>
                  </a:lnTo>
                  <a:lnTo>
                    <a:pt x="124" y="44"/>
                  </a:lnTo>
                  <a:lnTo>
                    <a:pt x="120" y="44"/>
                  </a:lnTo>
                  <a:lnTo>
                    <a:pt x="118" y="44"/>
                  </a:lnTo>
                  <a:lnTo>
                    <a:pt x="118" y="42"/>
                  </a:lnTo>
                  <a:lnTo>
                    <a:pt x="116" y="38"/>
                  </a:lnTo>
                  <a:lnTo>
                    <a:pt x="112" y="34"/>
                  </a:lnTo>
                  <a:lnTo>
                    <a:pt x="110" y="32"/>
                  </a:lnTo>
                  <a:lnTo>
                    <a:pt x="110" y="28"/>
                  </a:lnTo>
                  <a:lnTo>
                    <a:pt x="110" y="24"/>
                  </a:lnTo>
                  <a:lnTo>
                    <a:pt x="108" y="20"/>
                  </a:lnTo>
                  <a:lnTo>
                    <a:pt x="104" y="18"/>
                  </a:lnTo>
                  <a:lnTo>
                    <a:pt x="106" y="16"/>
                  </a:lnTo>
                  <a:lnTo>
                    <a:pt x="106" y="8"/>
                  </a:lnTo>
                  <a:lnTo>
                    <a:pt x="100" y="0"/>
                  </a:lnTo>
                  <a:lnTo>
                    <a:pt x="96" y="2"/>
                  </a:lnTo>
                  <a:lnTo>
                    <a:pt x="94" y="6"/>
                  </a:lnTo>
                  <a:lnTo>
                    <a:pt x="92" y="8"/>
                  </a:lnTo>
                  <a:lnTo>
                    <a:pt x="90" y="10"/>
                  </a:lnTo>
                  <a:lnTo>
                    <a:pt x="84" y="14"/>
                  </a:lnTo>
                  <a:lnTo>
                    <a:pt x="82" y="16"/>
                  </a:lnTo>
                  <a:lnTo>
                    <a:pt x="80" y="18"/>
                  </a:lnTo>
                  <a:lnTo>
                    <a:pt x="80" y="20"/>
                  </a:lnTo>
                  <a:lnTo>
                    <a:pt x="76" y="20"/>
                  </a:lnTo>
                  <a:lnTo>
                    <a:pt x="72" y="22"/>
                  </a:lnTo>
                  <a:lnTo>
                    <a:pt x="70" y="24"/>
                  </a:lnTo>
                  <a:lnTo>
                    <a:pt x="66" y="24"/>
                  </a:lnTo>
                  <a:lnTo>
                    <a:pt x="62" y="26"/>
                  </a:lnTo>
                  <a:lnTo>
                    <a:pt x="60" y="28"/>
                  </a:lnTo>
                  <a:lnTo>
                    <a:pt x="58" y="30"/>
                  </a:lnTo>
                  <a:lnTo>
                    <a:pt x="60" y="32"/>
                  </a:lnTo>
                  <a:lnTo>
                    <a:pt x="62" y="34"/>
                  </a:lnTo>
                  <a:lnTo>
                    <a:pt x="58" y="36"/>
                  </a:lnTo>
                  <a:lnTo>
                    <a:pt x="54" y="40"/>
                  </a:lnTo>
                  <a:lnTo>
                    <a:pt x="50" y="44"/>
                  </a:lnTo>
                  <a:lnTo>
                    <a:pt x="44" y="46"/>
                  </a:lnTo>
                  <a:lnTo>
                    <a:pt x="30" y="48"/>
                  </a:lnTo>
                  <a:lnTo>
                    <a:pt x="28" y="46"/>
                  </a:lnTo>
                  <a:lnTo>
                    <a:pt x="26" y="46"/>
                  </a:lnTo>
                  <a:lnTo>
                    <a:pt x="22" y="50"/>
                  </a:lnTo>
                  <a:lnTo>
                    <a:pt x="16" y="50"/>
                  </a:lnTo>
                  <a:lnTo>
                    <a:pt x="12" y="50"/>
                  </a:lnTo>
                  <a:lnTo>
                    <a:pt x="10" y="58"/>
                  </a:lnTo>
                  <a:lnTo>
                    <a:pt x="8" y="62"/>
                  </a:lnTo>
                  <a:lnTo>
                    <a:pt x="4" y="66"/>
                  </a:lnTo>
                  <a:lnTo>
                    <a:pt x="2" y="68"/>
                  </a:lnTo>
                  <a:lnTo>
                    <a:pt x="0" y="70"/>
                  </a:lnTo>
                  <a:lnTo>
                    <a:pt x="2" y="70"/>
                  </a:lnTo>
                  <a:lnTo>
                    <a:pt x="4" y="72"/>
                  </a:lnTo>
                  <a:lnTo>
                    <a:pt x="6" y="76"/>
                  </a:lnTo>
                  <a:lnTo>
                    <a:pt x="12" y="88"/>
                  </a:lnTo>
                  <a:lnTo>
                    <a:pt x="14" y="92"/>
                  </a:lnTo>
                  <a:lnTo>
                    <a:pt x="16" y="96"/>
                  </a:lnTo>
                  <a:lnTo>
                    <a:pt x="20" y="100"/>
                  </a:lnTo>
                  <a:lnTo>
                    <a:pt x="24" y="104"/>
                  </a:lnTo>
                  <a:lnTo>
                    <a:pt x="28" y="110"/>
                  </a:lnTo>
                  <a:lnTo>
                    <a:pt x="30" y="112"/>
                  </a:lnTo>
                  <a:lnTo>
                    <a:pt x="32" y="112"/>
                  </a:lnTo>
                  <a:lnTo>
                    <a:pt x="34" y="110"/>
                  </a:lnTo>
                  <a:lnTo>
                    <a:pt x="36" y="108"/>
                  </a:lnTo>
                  <a:lnTo>
                    <a:pt x="36" y="106"/>
                  </a:lnTo>
                  <a:lnTo>
                    <a:pt x="40" y="104"/>
                  </a:lnTo>
                  <a:lnTo>
                    <a:pt x="42" y="104"/>
                  </a:lnTo>
                  <a:lnTo>
                    <a:pt x="46" y="104"/>
                  </a:lnTo>
                  <a:lnTo>
                    <a:pt x="54" y="10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7" name="Google Shape;417;p60"/>
            <p:cNvSpPr/>
            <p:nvPr/>
          </p:nvSpPr>
          <p:spPr>
            <a:xfrm>
              <a:off x="5076850" y="2821898"/>
              <a:ext cx="1679899" cy="854865"/>
            </a:xfrm>
            <a:custGeom>
              <a:rect b="b" l="l" r="r" t="t"/>
              <a:pathLst>
                <a:path extrusionOk="0" h="606" w="1018">
                  <a:moveTo>
                    <a:pt x="398" y="122"/>
                  </a:moveTo>
                  <a:lnTo>
                    <a:pt x="398" y="122"/>
                  </a:lnTo>
                  <a:lnTo>
                    <a:pt x="400" y="126"/>
                  </a:lnTo>
                  <a:lnTo>
                    <a:pt x="400" y="128"/>
                  </a:lnTo>
                  <a:lnTo>
                    <a:pt x="398" y="128"/>
                  </a:lnTo>
                  <a:lnTo>
                    <a:pt x="396" y="124"/>
                  </a:lnTo>
                  <a:lnTo>
                    <a:pt x="396" y="122"/>
                  </a:lnTo>
                  <a:lnTo>
                    <a:pt x="398" y="122"/>
                  </a:lnTo>
                  <a:close/>
                  <a:moveTo>
                    <a:pt x="532" y="34"/>
                  </a:moveTo>
                  <a:lnTo>
                    <a:pt x="532" y="34"/>
                  </a:lnTo>
                  <a:lnTo>
                    <a:pt x="534" y="34"/>
                  </a:lnTo>
                  <a:lnTo>
                    <a:pt x="534" y="36"/>
                  </a:lnTo>
                  <a:lnTo>
                    <a:pt x="530" y="36"/>
                  </a:lnTo>
                  <a:lnTo>
                    <a:pt x="530" y="34"/>
                  </a:lnTo>
                  <a:lnTo>
                    <a:pt x="532" y="34"/>
                  </a:lnTo>
                  <a:close/>
                  <a:moveTo>
                    <a:pt x="994" y="510"/>
                  </a:moveTo>
                  <a:lnTo>
                    <a:pt x="994" y="510"/>
                  </a:lnTo>
                  <a:lnTo>
                    <a:pt x="992" y="514"/>
                  </a:lnTo>
                  <a:lnTo>
                    <a:pt x="990" y="514"/>
                  </a:lnTo>
                  <a:lnTo>
                    <a:pt x="990" y="512"/>
                  </a:lnTo>
                  <a:lnTo>
                    <a:pt x="994" y="510"/>
                  </a:lnTo>
                  <a:close/>
                  <a:moveTo>
                    <a:pt x="708" y="566"/>
                  </a:moveTo>
                  <a:lnTo>
                    <a:pt x="708" y="566"/>
                  </a:lnTo>
                  <a:lnTo>
                    <a:pt x="708" y="570"/>
                  </a:lnTo>
                  <a:lnTo>
                    <a:pt x="704" y="570"/>
                  </a:lnTo>
                  <a:lnTo>
                    <a:pt x="704" y="568"/>
                  </a:lnTo>
                  <a:lnTo>
                    <a:pt x="706" y="566"/>
                  </a:lnTo>
                  <a:lnTo>
                    <a:pt x="708" y="566"/>
                  </a:lnTo>
                  <a:close/>
                  <a:moveTo>
                    <a:pt x="682" y="554"/>
                  </a:moveTo>
                  <a:lnTo>
                    <a:pt x="684" y="558"/>
                  </a:lnTo>
                  <a:lnTo>
                    <a:pt x="684" y="556"/>
                  </a:lnTo>
                  <a:lnTo>
                    <a:pt x="682" y="554"/>
                  </a:lnTo>
                  <a:close/>
                  <a:moveTo>
                    <a:pt x="860" y="550"/>
                  </a:moveTo>
                  <a:lnTo>
                    <a:pt x="860" y="550"/>
                  </a:lnTo>
                  <a:lnTo>
                    <a:pt x="860" y="552"/>
                  </a:lnTo>
                  <a:lnTo>
                    <a:pt x="858" y="554"/>
                  </a:lnTo>
                  <a:lnTo>
                    <a:pt x="858" y="550"/>
                  </a:lnTo>
                  <a:lnTo>
                    <a:pt x="860" y="550"/>
                  </a:lnTo>
                  <a:close/>
                  <a:moveTo>
                    <a:pt x="766" y="550"/>
                  </a:moveTo>
                  <a:lnTo>
                    <a:pt x="766" y="550"/>
                  </a:lnTo>
                  <a:lnTo>
                    <a:pt x="768" y="550"/>
                  </a:lnTo>
                  <a:lnTo>
                    <a:pt x="770" y="552"/>
                  </a:lnTo>
                  <a:lnTo>
                    <a:pt x="768" y="554"/>
                  </a:lnTo>
                  <a:lnTo>
                    <a:pt x="766" y="554"/>
                  </a:lnTo>
                  <a:lnTo>
                    <a:pt x="764" y="552"/>
                  </a:lnTo>
                  <a:lnTo>
                    <a:pt x="764" y="550"/>
                  </a:lnTo>
                  <a:lnTo>
                    <a:pt x="766" y="550"/>
                  </a:lnTo>
                  <a:close/>
                  <a:moveTo>
                    <a:pt x="664" y="544"/>
                  </a:moveTo>
                  <a:lnTo>
                    <a:pt x="664" y="544"/>
                  </a:lnTo>
                  <a:lnTo>
                    <a:pt x="672" y="550"/>
                  </a:lnTo>
                  <a:lnTo>
                    <a:pt x="678" y="550"/>
                  </a:lnTo>
                  <a:lnTo>
                    <a:pt x="678" y="548"/>
                  </a:lnTo>
                  <a:lnTo>
                    <a:pt x="672" y="544"/>
                  </a:lnTo>
                  <a:lnTo>
                    <a:pt x="668" y="544"/>
                  </a:lnTo>
                  <a:lnTo>
                    <a:pt x="664" y="544"/>
                  </a:lnTo>
                  <a:close/>
                  <a:moveTo>
                    <a:pt x="928" y="538"/>
                  </a:moveTo>
                  <a:lnTo>
                    <a:pt x="928" y="538"/>
                  </a:lnTo>
                  <a:lnTo>
                    <a:pt x="932" y="540"/>
                  </a:lnTo>
                  <a:lnTo>
                    <a:pt x="932" y="542"/>
                  </a:lnTo>
                  <a:lnTo>
                    <a:pt x="928" y="542"/>
                  </a:lnTo>
                  <a:lnTo>
                    <a:pt x="930" y="542"/>
                  </a:lnTo>
                  <a:lnTo>
                    <a:pt x="932" y="542"/>
                  </a:lnTo>
                  <a:lnTo>
                    <a:pt x="932" y="544"/>
                  </a:lnTo>
                  <a:lnTo>
                    <a:pt x="928" y="544"/>
                  </a:lnTo>
                  <a:lnTo>
                    <a:pt x="928" y="550"/>
                  </a:lnTo>
                  <a:lnTo>
                    <a:pt x="918" y="552"/>
                  </a:lnTo>
                  <a:lnTo>
                    <a:pt x="914" y="552"/>
                  </a:lnTo>
                  <a:lnTo>
                    <a:pt x="920" y="548"/>
                  </a:lnTo>
                  <a:lnTo>
                    <a:pt x="922" y="546"/>
                  </a:lnTo>
                  <a:lnTo>
                    <a:pt x="922" y="540"/>
                  </a:lnTo>
                  <a:lnTo>
                    <a:pt x="928" y="538"/>
                  </a:lnTo>
                  <a:close/>
                  <a:moveTo>
                    <a:pt x="698" y="532"/>
                  </a:moveTo>
                  <a:lnTo>
                    <a:pt x="698" y="532"/>
                  </a:lnTo>
                  <a:lnTo>
                    <a:pt x="702" y="532"/>
                  </a:lnTo>
                  <a:lnTo>
                    <a:pt x="702" y="534"/>
                  </a:lnTo>
                  <a:lnTo>
                    <a:pt x="700" y="538"/>
                  </a:lnTo>
                  <a:lnTo>
                    <a:pt x="694" y="536"/>
                  </a:lnTo>
                  <a:lnTo>
                    <a:pt x="692" y="536"/>
                  </a:lnTo>
                  <a:lnTo>
                    <a:pt x="696" y="534"/>
                  </a:lnTo>
                  <a:lnTo>
                    <a:pt x="696" y="532"/>
                  </a:lnTo>
                  <a:lnTo>
                    <a:pt x="698" y="532"/>
                  </a:lnTo>
                  <a:close/>
                  <a:moveTo>
                    <a:pt x="880" y="526"/>
                  </a:moveTo>
                  <a:lnTo>
                    <a:pt x="880" y="528"/>
                  </a:lnTo>
                  <a:lnTo>
                    <a:pt x="878" y="528"/>
                  </a:lnTo>
                  <a:lnTo>
                    <a:pt x="878" y="530"/>
                  </a:lnTo>
                  <a:lnTo>
                    <a:pt x="876" y="530"/>
                  </a:lnTo>
                  <a:lnTo>
                    <a:pt x="878" y="532"/>
                  </a:lnTo>
                  <a:lnTo>
                    <a:pt x="882" y="538"/>
                  </a:lnTo>
                  <a:lnTo>
                    <a:pt x="886" y="538"/>
                  </a:lnTo>
                  <a:lnTo>
                    <a:pt x="890" y="538"/>
                  </a:lnTo>
                  <a:lnTo>
                    <a:pt x="896" y="538"/>
                  </a:lnTo>
                  <a:lnTo>
                    <a:pt x="896" y="542"/>
                  </a:lnTo>
                  <a:lnTo>
                    <a:pt x="902" y="542"/>
                  </a:lnTo>
                  <a:lnTo>
                    <a:pt x="900" y="536"/>
                  </a:lnTo>
                  <a:lnTo>
                    <a:pt x="890" y="536"/>
                  </a:lnTo>
                  <a:lnTo>
                    <a:pt x="884" y="534"/>
                  </a:lnTo>
                  <a:lnTo>
                    <a:pt x="882" y="532"/>
                  </a:lnTo>
                  <a:lnTo>
                    <a:pt x="880" y="526"/>
                  </a:lnTo>
                  <a:close/>
                  <a:moveTo>
                    <a:pt x="928" y="524"/>
                  </a:moveTo>
                  <a:lnTo>
                    <a:pt x="926" y="526"/>
                  </a:lnTo>
                  <a:lnTo>
                    <a:pt x="922" y="526"/>
                  </a:lnTo>
                  <a:lnTo>
                    <a:pt x="918" y="526"/>
                  </a:lnTo>
                  <a:lnTo>
                    <a:pt x="914" y="536"/>
                  </a:lnTo>
                  <a:lnTo>
                    <a:pt x="910" y="550"/>
                  </a:lnTo>
                  <a:lnTo>
                    <a:pt x="916" y="552"/>
                  </a:lnTo>
                  <a:lnTo>
                    <a:pt x="916" y="548"/>
                  </a:lnTo>
                  <a:lnTo>
                    <a:pt x="914" y="546"/>
                  </a:lnTo>
                  <a:lnTo>
                    <a:pt x="914" y="542"/>
                  </a:lnTo>
                  <a:lnTo>
                    <a:pt x="920" y="540"/>
                  </a:lnTo>
                  <a:lnTo>
                    <a:pt x="920" y="536"/>
                  </a:lnTo>
                  <a:lnTo>
                    <a:pt x="920" y="532"/>
                  </a:lnTo>
                  <a:lnTo>
                    <a:pt x="920" y="530"/>
                  </a:lnTo>
                  <a:lnTo>
                    <a:pt x="926" y="526"/>
                  </a:lnTo>
                  <a:lnTo>
                    <a:pt x="930" y="524"/>
                  </a:lnTo>
                  <a:lnTo>
                    <a:pt x="928" y="524"/>
                  </a:lnTo>
                  <a:close/>
                  <a:moveTo>
                    <a:pt x="976" y="522"/>
                  </a:moveTo>
                  <a:lnTo>
                    <a:pt x="976" y="522"/>
                  </a:lnTo>
                  <a:lnTo>
                    <a:pt x="978" y="528"/>
                  </a:lnTo>
                  <a:lnTo>
                    <a:pt x="980" y="528"/>
                  </a:lnTo>
                  <a:lnTo>
                    <a:pt x="980" y="526"/>
                  </a:lnTo>
                  <a:lnTo>
                    <a:pt x="978" y="524"/>
                  </a:lnTo>
                  <a:lnTo>
                    <a:pt x="976" y="522"/>
                  </a:lnTo>
                  <a:close/>
                  <a:moveTo>
                    <a:pt x="908" y="512"/>
                  </a:moveTo>
                  <a:lnTo>
                    <a:pt x="908" y="512"/>
                  </a:lnTo>
                  <a:lnTo>
                    <a:pt x="906" y="514"/>
                  </a:lnTo>
                  <a:lnTo>
                    <a:pt x="906" y="516"/>
                  </a:lnTo>
                  <a:lnTo>
                    <a:pt x="908" y="512"/>
                  </a:lnTo>
                  <a:lnTo>
                    <a:pt x="910" y="512"/>
                  </a:lnTo>
                  <a:lnTo>
                    <a:pt x="908" y="512"/>
                  </a:lnTo>
                  <a:close/>
                  <a:moveTo>
                    <a:pt x="874" y="474"/>
                  </a:moveTo>
                  <a:lnTo>
                    <a:pt x="874" y="478"/>
                  </a:lnTo>
                  <a:lnTo>
                    <a:pt x="886" y="486"/>
                  </a:lnTo>
                  <a:lnTo>
                    <a:pt x="892" y="488"/>
                  </a:lnTo>
                  <a:lnTo>
                    <a:pt x="900" y="490"/>
                  </a:lnTo>
                  <a:lnTo>
                    <a:pt x="904" y="492"/>
                  </a:lnTo>
                  <a:lnTo>
                    <a:pt x="904" y="490"/>
                  </a:lnTo>
                  <a:lnTo>
                    <a:pt x="902" y="488"/>
                  </a:lnTo>
                  <a:lnTo>
                    <a:pt x="890" y="480"/>
                  </a:lnTo>
                  <a:lnTo>
                    <a:pt x="874" y="474"/>
                  </a:lnTo>
                  <a:close/>
                  <a:moveTo>
                    <a:pt x="200" y="474"/>
                  </a:moveTo>
                  <a:lnTo>
                    <a:pt x="200" y="474"/>
                  </a:lnTo>
                  <a:lnTo>
                    <a:pt x="202" y="480"/>
                  </a:lnTo>
                  <a:lnTo>
                    <a:pt x="206" y="482"/>
                  </a:lnTo>
                  <a:lnTo>
                    <a:pt x="204" y="480"/>
                  </a:lnTo>
                  <a:lnTo>
                    <a:pt x="200" y="474"/>
                  </a:lnTo>
                  <a:close/>
                  <a:moveTo>
                    <a:pt x="602" y="466"/>
                  </a:moveTo>
                  <a:lnTo>
                    <a:pt x="602" y="466"/>
                  </a:lnTo>
                  <a:lnTo>
                    <a:pt x="610" y="474"/>
                  </a:lnTo>
                  <a:lnTo>
                    <a:pt x="612" y="478"/>
                  </a:lnTo>
                  <a:lnTo>
                    <a:pt x="612" y="480"/>
                  </a:lnTo>
                  <a:lnTo>
                    <a:pt x="608" y="480"/>
                  </a:lnTo>
                  <a:lnTo>
                    <a:pt x="604" y="480"/>
                  </a:lnTo>
                  <a:lnTo>
                    <a:pt x="602" y="478"/>
                  </a:lnTo>
                  <a:lnTo>
                    <a:pt x="602" y="476"/>
                  </a:lnTo>
                  <a:lnTo>
                    <a:pt x="600" y="476"/>
                  </a:lnTo>
                  <a:lnTo>
                    <a:pt x="598" y="476"/>
                  </a:lnTo>
                  <a:lnTo>
                    <a:pt x="600" y="468"/>
                  </a:lnTo>
                  <a:lnTo>
                    <a:pt x="602" y="466"/>
                  </a:lnTo>
                  <a:close/>
                  <a:moveTo>
                    <a:pt x="170" y="460"/>
                  </a:moveTo>
                  <a:lnTo>
                    <a:pt x="178" y="460"/>
                  </a:lnTo>
                  <a:lnTo>
                    <a:pt x="176" y="466"/>
                  </a:lnTo>
                  <a:lnTo>
                    <a:pt x="166" y="466"/>
                  </a:lnTo>
                  <a:lnTo>
                    <a:pt x="164" y="462"/>
                  </a:lnTo>
                  <a:lnTo>
                    <a:pt x="170" y="460"/>
                  </a:lnTo>
                  <a:close/>
                  <a:moveTo>
                    <a:pt x="784" y="450"/>
                  </a:moveTo>
                  <a:lnTo>
                    <a:pt x="784" y="450"/>
                  </a:lnTo>
                  <a:lnTo>
                    <a:pt x="786" y="450"/>
                  </a:lnTo>
                  <a:lnTo>
                    <a:pt x="786" y="452"/>
                  </a:lnTo>
                  <a:lnTo>
                    <a:pt x="782" y="458"/>
                  </a:lnTo>
                  <a:lnTo>
                    <a:pt x="778" y="462"/>
                  </a:lnTo>
                  <a:lnTo>
                    <a:pt x="776" y="464"/>
                  </a:lnTo>
                  <a:lnTo>
                    <a:pt x="772" y="464"/>
                  </a:lnTo>
                  <a:lnTo>
                    <a:pt x="774" y="460"/>
                  </a:lnTo>
                  <a:lnTo>
                    <a:pt x="784" y="450"/>
                  </a:lnTo>
                  <a:close/>
                  <a:moveTo>
                    <a:pt x="970" y="444"/>
                  </a:moveTo>
                  <a:lnTo>
                    <a:pt x="970" y="444"/>
                  </a:lnTo>
                  <a:lnTo>
                    <a:pt x="966" y="446"/>
                  </a:lnTo>
                  <a:lnTo>
                    <a:pt x="964" y="450"/>
                  </a:lnTo>
                  <a:lnTo>
                    <a:pt x="962" y="454"/>
                  </a:lnTo>
                  <a:lnTo>
                    <a:pt x="956" y="454"/>
                  </a:lnTo>
                  <a:lnTo>
                    <a:pt x="956" y="458"/>
                  </a:lnTo>
                  <a:lnTo>
                    <a:pt x="956" y="462"/>
                  </a:lnTo>
                  <a:lnTo>
                    <a:pt x="952" y="474"/>
                  </a:lnTo>
                  <a:lnTo>
                    <a:pt x="948" y="484"/>
                  </a:lnTo>
                  <a:lnTo>
                    <a:pt x="954" y="484"/>
                  </a:lnTo>
                  <a:lnTo>
                    <a:pt x="954" y="488"/>
                  </a:lnTo>
                  <a:lnTo>
                    <a:pt x="952" y="488"/>
                  </a:lnTo>
                  <a:lnTo>
                    <a:pt x="952" y="492"/>
                  </a:lnTo>
                  <a:lnTo>
                    <a:pt x="950" y="492"/>
                  </a:lnTo>
                  <a:lnTo>
                    <a:pt x="948" y="490"/>
                  </a:lnTo>
                  <a:lnTo>
                    <a:pt x="948" y="488"/>
                  </a:lnTo>
                  <a:lnTo>
                    <a:pt x="944" y="488"/>
                  </a:lnTo>
                  <a:lnTo>
                    <a:pt x="944" y="490"/>
                  </a:lnTo>
                  <a:lnTo>
                    <a:pt x="944" y="494"/>
                  </a:lnTo>
                  <a:lnTo>
                    <a:pt x="942" y="494"/>
                  </a:lnTo>
                  <a:lnTo>
                    <a:pt x="940" y="496"/>
                  </a:lnTo>
                  <a:lnTo>
                    <a:pt x="942" y="498"/>
                  </a:lnTo>
                  <a:lnTo>
                    <a:pt x="936" y="508"/>
                  </a:lnTo>
                  <a:lnTo>
                    <a:pt x="934" y="512"/>
                  </a:lnTo>
                  <a:lnTo>
                    <a:pt x="936" y="514"/>
                  </a:lnTo>
                  <a:lnTo>
                    <a:pt x="938" y="514"/>
                  </a:lnTo>
                  <a:lnTo>
                    <a:pt x="940" y="512"/>
                  </a:lnTo>
                  <a:lnTo>
                    <a:pt x="942" y="512"/>
                  </a:lnTo>
                  <a:lnTo>
                    <a:pt x="948" y="510"/>
                  </a:lnTo>
                  <a:lnTo>
                    <a:pt x="954" y="512"/>
                  </a:lnTo>
                  <a:lnTo>
                    <a:pt x="962" y="512"/>
                  </a:lnTo>
                  <a:lnTo>
                    <a:pt x="964" y="512"/>
                  </a:lnTo>
                  <a:lnTo>
                    <a:pt x="966" y="512"/>
                  </a:lnTo>
                  <a:lnTo>
                    <a:pt x="970" y="510"/>
                  </a:lnTo>
                  <a:lnTo>
                    <a:pt x="968" y="512"/>
                  </a:lnTo>
                  <a:lnTo>
                    <a:pt x="970" y="512"/>
                  </a:lnTo>
                  <a:lnTo>
                    <a:pt x="982" y="510"/>
                  </a:lnTo>
                  <a:lnTo>
                    <a:pt x="986" y="510"/>
                  </a:lnTo>
                  <a:lnTo>
                    <a:pt x="984" y="512"/>
                  </a:lnTo>
                  <a:lnTo>
                    <a:pt x="984" y="514"/>
                  </a:lnTo>
                  <a:lnTo>
                    <a:pt x="988" y="516"/>
                  </a:lnTo>
                  <a:lnTo>
                    <a:pt x="988" y="518"/>
                  </a:lnTo>
                  <a:lnTo>
                    <a:pt x="986" y="520"/>
                  </a:lnTo>
                  <a:lnTo>
                    <a:pt x="982" y="522"/>
                  </a:lnTo>
                  <a:lnTo>
                    <a:pt x="984" y="522"/>
                  </a:lnTo>
                  <a:lnTo>
                    <a:pt x="984" y="524"/>
                  </a:lnTo>
                  <a:lnTo>
                    <a:pt x="986" y="524"/>
                  </a:lnTo>
                  <a:lnTo>
                    <a:pt x="988" y="524"/>
                  </a:lnTo>
                  <a:lnTo>
                    <a:pt x="994" y="516"/>
                  </a:lnTo>
                  <a:lnTo>
                    <a:pt x="998" y="510"/>
                  </a:lnTo>
                  <a:lnTo>
                    <a:pt x="1002" y="512"/>
                  </a:lnTo>
                  <a:lnTo>
                    <a:pt x="1004" y="512"/>
                  </a:lnTo>
                  <a:lnTo>
                    <a:pt x="1004" y="516"/>
                  </a:lnTo>
                  <a:lnTo>
                    <a:pt x="1002" y="518"/>
                  </a:lnTo>
                  <a:lnTo>
                    <a:pt x="1002" y="520"/>
                  </a:lnTo>
                  <a:lnTo>
                    <a:pt x="1002" y="522"/>
                  </a:lnTo>
                  <a:lnTo>
                    <a:pt x="1004" y="526"/>
                  </a:lnTo>
                  <a:lnTo>
                    <a:pt x="1006" y="524"/>
                  </a:lnTo>
                  <a:lnTo>
                    <a:pt x="1006" y="520"/>
                  </a:lnTo>
                  <a:lnTo>
                    <a:pt x="1010" y="520"/>
                  </a:lnTo>
                  <a:lnTo>
                    <a:pt x="1010" y="526"/>
                  </a:lnTo>
                  <a:lnTo>
                    <a:pt x="1014" y="526"/>
                  </a:lnTo>
                  <a:lnTo>
                    <a:pt x="1016" y="520"/>
                  </a:lnTo>
                  <a:lnTo>
                    <a:pt x="1018" y="510"/>
                  </a:lnTo>
                  <a:lnTo>
                    <a:pt x="1016" y="512"/>
                  </a:lnTo>
                  <a:lnTo>
                    <a:pt x="1016" y="516"/>
                  </a:lnTo>
                  <a:lnTo>
                    <a:pt x="1014" y="516"/>
                  </a:lnTo>
                  <a:lnTo>
                    <a:pt x="1014" y="514"/>
                  </a:lnTo>
                  <a:lnTo>
                    <a:pt x="1016" y="510"/>
                  </a:lnTo>
                  <a:lnTo>
                    <a:pt x="1018" y="506"/>
                  </a:lnTo>
                  <a:lnTo>
                    <a:pt x="1014" y="506"/>
                  </a:lnTo>
                  <a:lnTo>
                    <a:pt x="1010" y="510"/>
                  </a:lnTo>
                  <a:lnTo>
                    <a:pt x="1010" y="512"/>
                  </a:lnTo>
                  <a:lnTo>
                    <a:pt x="1010" y="514"/>
                  </a:lnTo>
                  <a:lnTo>
                    <a:pt x="1004" y="512"/>
                  </a:lnTo>
                  <a:lnTo>
                    <a:pt x="1010" y="510"/>
                  </a:lnTo>
                  <a:lnTo>
                    <a:pt x="1006" y="504"/>
                  </a:lnTo>
                  <a:lnTo>
                    <a:pt x="1010" y="498"/>
                  </a:lnTo>
                  <a:lnTo>
                    <a:pt x="1004" y="498"/>
                  </a:lnTo>
                  <a:lnTo>
                    <a:pt x="998" y="500"/>
                  </a:lnTo>
                  <a:lnTo>
                    <a:pt x="1000" y="496"/>
                  </a:lnTo>
                  <a:lnTo>
                    <a:pt x="998" y="496"/>
                  </a:lnTo>
                  <a:lnTo>
                    <a:pt x="996" y="498"/>
                  </a:lnTo>
                  <a:lnTo>
                    <a:pt x="998" y="496"/>
                  </a:lnTo>
                  <a:lnTo>
                    <a:pt x="996" y="494"/>
                  </a:lnTo>
                  <a:lnTo>
                    <a:pt x="994" y="492"/>
                  </a:lnTo>
                  <a:lnTo>
                    <a:pt x="996" y="492"/>
                  </a:lnTo>
                  <a:lnTo>
                    <a:pt x="998" y="486"/>
                  </a:lnTo>
                  <a:lnTo>
                    <a:pt x="998" y="484"/>
                  </a:lnTo>
                  <a:lnTo>
                    <a:pt x="996" y="482"/>
                  </a:lnTo>
                  <a:lnTo>
                    <a:pt x="994" y="482"/>
                  </a:lnTo>
                  <a:lnTo>
                    <a:pt x="994" y="484"/>
                  </a:lnTo>
                  <a:lnTo>
                    <a:pt x="990" y="484"/>
                  </a:lnTo>
                  <a:lnTo>
                    <a:pt x="986" y="482"/>
                  </a:lnTo>
                  <a:lnTo>
                    <a:pt x="984" y="482"/>
                  </a:lnTo>
                  <a:lnTo>
                    <a:pt x="984" y="484"/>
                  </a:lnTo>
                  <a:lnTo>
                    <a:pt x="984" y="486"/>
                  </a:lnTo>
                  <a:lnTo>
                    <a:pt x="982" y="486"/>
                  </a:lnTo>
                  <a:lnTo>
                    <a:pt x="976" y="486"/>
                  </a:lnTo>
                  <a:lnTo>
                    <a:pt x="970" y="484"/>
                  </a:lnTo>
                  <a:lnTo>
                    <a:pt x="974" y="478"/>
                  </a:lnTo>
                  <a:lnTo>
                    <a:pt x="974" y="476"/>
                  </a:lnTo>
                  <a:lnTo>
                    <a:pt x="970" y="474"/>
                  </a:lnTo>
                  <a:lnTo>
                    <a:pt x="970" y="472"/>
                  </a:lnTo>
                  <a:lnTo>
                    <a:pt x="962" y="480"/>
                  </a:lnTo>
                  <a:lnTo>
                    <a:pt x="962" y="472"/>
                  </a:lnTo>
                  <a:lnTo>
                    <a:pt x="962" y="470"/>
                  </a:lnTo>
                  <a:lnTo>
                    <a:pt x="964" y="466"/>
                  </a:lnTo>
                  <a:lnTo>
                    <a:pt x="970" y="462"/>
                  </a:lnTo>
                  <a:lnTo>
                    <a:pt x="968" y="458"/>
                  </a:lnTo>
                  <a:lnTo>
                    <a:pt x="968" y="456"/>
                  </a:lnTo>
                  <a:lnTo>
                    <a:pt x="970" y="454"/>
                  </a:lnTo>
                  <a:lnTo>
                    <a:pt x="974" y="454"/>
                  </a:lnTo>
                  <a:lnTo>
                    <a:pt x="970" y="448"/>
                  </a:lnTo>
                  <a:lnTo>
                    <a:pt x="974" y="448"/>
                  </a:lnTo>
                  <a:lnTo>
                    <a:pt x="976" y="444"/>
                  </a:lnTo>
                  <a:lnTo>
                    <a:pt x="972" y="444"/>
                  </a:lnTo>
                  <a:lnTo>
                    <a:pt x="970" y="444"/>
                  </a:lnTo>
                  <a:lnTo>
                    <a:pt x="970" y="442"/>
                  </a:lnTo>
                  <a:lnTo>
                    <a:pt x="970" y="444"/>
                  </a:lnTo>
                  <a:close/>
                  <a:moveTo>
                    <a:pt x="820" y="416"/>
                  </a:moveTo>
                  <a:lnTo>
                    <a:pt x="820" y="416"/>
                  </a:lnTo>
                  <a:lnTo>
                    <a:pt x="822" y="416"/>
                  </a:lnTo>
                  <a:lnTo>
                    <a:pt x="822" y="418"/>
                  </a:lnTo>
                  <a:lnTo>
                    <a:pt x="822" y="422"/>
                  </a:lnTo>
                  <a:lnTo>
                    <a:pt x="818" y="426"/>
                  </a:lnTo>
                  <a:lnTo>
                    <a:pt x="816" y="426"/>
                  </a:lnTo>
                  <a:lnTo>
                    <a:pt x="816" y="424"/>
                  </a:lnTo>
                  <a:lnTo>
                    <a:pt x="816" y="420"/>
                  </a:lnTo>
                  <a:lnTo>
                    <a:pt x="818" y="418"/>
                  </a:lnTo>
                  <a:lnTo>
                    <a:pt x="820" y="416"/>
                  </a:lnTo>
                  <a:close/>
                  <a:moveTo>
                    <a:pt x="878" y="410"/>
                  </a:moveTo>
                  <a:lnTo>
                    <a:pt x="878" y="410"/>
                  </a:lnTo>
                  <a:lnTo>
                    <a:pt x="880" y="412"/>
                  </a:lnTo>
                  <a:lnTo>
                    <a:pt x="882" y="416"/>
                  </a:lnTo>
                  <a:lnTo>
                    <a:pt x="884" y="418"/>
                  </a:lnTo>
                  <a:lnTo>
                    <a:pt x="882" y="416"/>
                  </a:lnTo>
                  <a:lnTo>
                    <a:pt x="882" y="418"/>
                  </a:lnTo>
                  <a:lnTo>
                    <a:pt x="880" y="418"/>
                  </a:lnTo>
                  <a:lnTo>
                    <a:pt x="878" y="414"/>
                  </a:lnTo>
                  <a:lnTo>
                    <a:pt x="878" y="410"/>
                  </a:lnTo>
                  <a:close/>
                  <a:moveTo>
                    <a:pt x="832" y="396"/>
                  </a:moveTo>
                  <a:lnTo>
                    <a:pt x="832" y="396"/>
                  </a:lnTo>
                  <a:lnTo>
                    <a:pt x="832" y="398"/>
                  </a:lnTo>
                  <a:lnTo>
                    <a:pt x="832" y="402"/>
                  </a:lnTo>
                  <a:lnTo>
                    <a:pt x="826" y="402"/>
                  </a:lnTo>
                  <a:lnTo>
                    <a:pt x="826" y="400"/>
                  </a:lnTo>
                  <a:lnTo>
                    <a:pt x="828" y="398"/>
                  </a:lnTo>
                  <a:lnTo>
                    <a:pt x="832" y="396"/>
                  </a:lnTo>
                  <a:close/>
                  <a:moveTo>
                    <a:pt x="830" y="280"/>
                  </a:moveTo>
                  <a:lnTo>
                    <a:pt x="832" y="282"/>
                  </a:lnTo>
                  <a:lnTo>
                    <a:pt x="834" y="282"/>
                  </a:lnTo>
                  <a:lnTo>
                    <a:pt x="832" y="282"/>
                  </a:lnTo>
                  <a:lnTo>
                    <a:pt x="830" y="280"/>
                  </a:lnTo>
                  <a:close/>
                  <a:moveTo>
                    <a:pt x="864" y="266"/>
                  </a:moveTo>
                  <a:lnTo>
                    <a:pt x="864" y="268"/>
                  </a:lnTo>
                  <a:lnTo>
                    <a:pt x="868" y="268"/>
                  </a:lnTo>
                  <a:lnTo>
                    <a:pt x="870" y="266"/>
                  </a:lnTo>
                  <a:lnTo>
                    <a:pt x="868" y="266"/>
                  </a:lnTo>
                  <a:lnTo>
                    <a:pt x="864" y="266"/>
                  </a:lnTo>
                  <a:close/>
                  <a:moveTo>
                    <a:pt x="706" y="120"/>
                  </a:moveTo>
                  <a:lnTo>
                    <a:pt x="706" y="126"/>
                  </a:lnTo>
                  <a:lnTo>
                    <a:pt x="712" y="124"/>
                  </a:lnTo>
                  <a:lnTo>
                    <a:pt x="706" y="120"/>
                  </a:lnTo>
                  <a:close/>
                  <a:moveTo>
                    <a:pt x="152" y="442"/>
                  </a:moveTo>
                  <a:lnTo>
                    <a:pt x="152" y="442"/>
                  </a:lnTo>
                  <a:lnTo>
                    <a:pt x="152" y="444"/>
                  </a:lnTo>
                  <a:lnTo>
                    <a:pt x="154" y="444"/>
                  </a:lnTo>
                  <a:lnTo>
                    <a:pt x="156" y="442"/>
                  </a:lnTo>
                  <a:lnTo>
                    <a:pt x="152" y="442"/>
                  </a:lnTo>
                  <a:close/>
                  <a:moveTo>
                    <a:pt x="478" y="438"/>
                  </a:moveTo>
                  <a:lnTo>
                    <a:pt x="478" y="438"/>
                  </a:lnTo>
                  <a:lnTo>
                    <a:pt x="482" y="442"/>
                  </a:lnTo>
                  <a:lnTo>
                    <a:pt x="486" y="450"/>
                  </a:lnTo>
                  <a:lnTo>
                    <a:pt x="492" y="464"/>
                  </a:lnTo>
                  <a:lnTo>
                    <a:pt x="488" y="468"/>
                  </a:lnTo>
                  <a:lnTo>
                    <a:pt x="486" y="460"/>
                  </a:lnTo>
                  <a:lnTo>
                    <a:pt x="484" y="454"/>
                  </a:lnTo>
                  <a:lnTo>
                    <a:pt x="478" y="448"/>
                  </a:lnTo>
                  <a:lnTo>
                    <a:pt x="476" y="442"/>
                  </a:lnTo>
                  <a:lnTo>
                    <a:pt x="476" y="440"/>
                  </a:lnTo>
                  <a:lnTo>
                    <a:pt x="476" y="438"/>
                  </a:lnTo>
                  <a:lnTo>
                    <a:pt x="478" y="438"/>
                  </a:lnTo>
                  <a:close/>
                  <a:moveTo>
                    <a:pt x="680" y="420"/>
                  </a:moveTo>
                  <a:lnTo>
                    <a:pt x="680" y="426"/>
                  </a:lnTo>
                  <a:lnTo>
                    <a:pt x="690" y="428"/>
                  </a:lnTo>
                  <a:lnTo>
                    <a:pt x="690" y="426"/>
                  </a:lnTo>
                  <a:lnTo>
                    <a:pt x="688" y="424"/>
                  </a:lnTo>
                  <a:lnTo>
                    <a:pt x="686" y="424"/>
                  </a:lnTo>
                  <a:lnTo>
                    <a:pt x="684" y="420"/>
                  </a:lnTo>
                  <a:lnTo>
                    <a:pt x="682" y="420"/>
                  </a:lnTo>
                  <a:lnTo>
                    <a:pt x="680" y="420"/>
                  </a:lnTo>
                  <a:close/>
                  <a:moveTo>
                    <a:pt x="468" y="412"/>
                  </a:moveTo>
                  <a:lnTo>
                    <a:pt x="468" y="412"/>
                  </a:lnTo>
                  <a:lnTo>
                    <a:pt x="470" y="416"/>
                  </a:lnTo>
                  <a:lnTo>
                    <a:pt x="474" y="420"/>
                  </a:lnTo>
                  <a:lnTo>
                    <a:pt x="474" y="424"/>
                  </a:lnTo>
                  <a:lnTo>
                    <a:pt x="472" y="426"/>
                  </a:lnTo>
                  <a:lnTo>
                    <a:pt x="472" y="440"/>
                  </a:lnTo>
                  <a:lnTo>
                    <a:pt x="470" y="438"/>
                  </a:lnTo>
                  <a:lnTo>
                    <a:pt x="466" y="438"/>
                  </a:lnTo>
                  <a:lnTo>
                    <a:pt x="468" y="430"/>
                  </a:lnTo>
                  <a:lnTo>
                    <a:pt x="466" y="422"/>
                  </a:lnTo>
                  <a:lnTo>
                    <a:pt x="460" y="416"/>
                  </a:lnTo>
                  <a:lnTo>
                    <a:pt x="464" y="416"/>
                  </a:lnTo>
                  <a:lnTo>
                    <a:pt x="466" y="416"/>
                  </a:lnTo>
                  <a:lnTo>
                    <a:pt x="468" y="414"/>
                  </a:lnTo>
                  <a:lnTo>
                    <a:pt x="468" y="412"/>
                  </a:lnTo>
                  <a:close/>
                  <a:moveTo>
                    <a:pt x="132" y="410"/>
                  </a:moveTo>
                  <a:lnTo>
                    <a:pt x="132" y="410"/>
                  </a:lnTo>
                  <a:lnTo>
                    <a:pt x="130" y="412"/>
                  </a:lnTo>
                  <a:lnTo>
                    <a:pt x="134" y="414"/>
                  </a:lnTo>
                  <a:lnTo>
                    <a:pt x="134" y="410"/>
                  </a:lnTo>
                  <a:lnTo>
                    <a:pt x="132" y="410"/>
                  </a:lnTo>
                  <a:close/>
                  <a:moveTo>
                    <a:pt x="102" y="408"/>
                  </a:moveTo>
                  <a:lnTo>
                    <a:pt x="102" y="408"/>
                  </a:lnTo>
                  <a:lnTo>
                    <a:pt x="104" y="418"/>
                  </a:lnTo>
                  <a:lnTo>
                    <a:pt x="106" y="426"/>
                  </a:lnTo>
                  <a:lnTo>
                    <a:pt x="110" y="424"/>
                  </a:lnTo>
                  <a:lnTo>
                    <a:pt x="114" y="422"/>
                  </a:lnTo>
                  <a:lnTo>
                    <a:pt x="110" y="428"/>
                  </a:lnTo>
                  <a:lnTo>
                    <a:pt x="110" y="430"/>
                  </a:lnTo>
                  <a:lnTo>
                    <a:pt x="112" y="434"/>
                  </a:lnTo>
                  <a:lnTo>
                    <a:pt x="116" y="438"/>
                  </a:lnTo>
                  <a:lnTo>
                    <a:pt x="120" y="440"/>
                  </a:lnTo>
                  <a:lnTo>
                    <a:pt x="122" y="442"/>
                  </a:lnTo>
                  <a:lnTo>
                    <a:pt x="120" y="432"/>
                  </a:lnTo>
                  <a:lnTo>
                    <a:pt x="118" y="424"/>
                  </a:lnTo>
                  <a:lnTo>
                    <a:pt x="114" y="422"/>
                  </a:lnTo>
                  <a:lnTo>
                    <a:pt x="114" y="414"/>
                  </a:lnTo>
                  <a:lnTo>
                    <a:pt x="116" y="408"/>
                  </a:lnTo>
                  <a:lnTo>
                    <a:pt x="110" y="410"/>
                  </a:lnTo>
                  <a:lnTo>
                    <a:pt x="106" y="412"/>
                  </a:lnTo>
                  <a:lnTo>
                    <a:pt x="106" y="410"/>
                  </a:lnTo>
                  <a:lnTo>
                    <a:pt x="104" y="408"/>
                  </a:lnTo>
                  <a:lnTo>
                    <a:pt x="102" y="408"/>
                  </a:lnTo>
                  <a:close/>
                  <a:moveTo>
                    <a:pt x="490" y="394"/>
                  </a:moveTo>
                  <a:lnTo>
                    <a:pt x="490" y="394"/>
                  </a:lnTo>
                  <a:lnTo>
                    <a:pt x="490" y="398"/>
                  </a:lnTo>
                  <a:lnTo>
                    <a:pt x="492" y="396"/>
                  </a:lnTo>
                  <a:lnTo>
                    <a:pt x="492" y="398"/>
                  </a:lnTo>
                  <a:lnTo>
                    <a:pt x="492" y="408"/>
                  </a:lnTo>
                  <a:lnTo>
                    <a:pt x="492" y="412"/>
                  </a:lnTo>
                  <a:lnTo>
                    <a:pt x="496" y="418"/>
                  </a:lnTo>
                  <a:lnTo>
                    <a:pt x="502" y="426"/>
                  </a:lnTo>
                  <a:lnTo>
                    <a:pt x="502" y="430"/>
                  </a:lnTo>
                  <a:lnTo>
                    <a:pt x="502" y="432"/>
                  </a:lnTo>
                  <a:lnTo>
                    <a:pt x="506" y="440"/>
                  </a:lnTo>
                  <a:lnTo>
                    <a:pt x="510" y="444"/>
                  </a:lnTo>
                  <a:lnTo>
                    <a:pt x="514" y="444"/>
                  </a:lnTo>
                  <a:lnTo>
                    <a:pt x="516" y="444"/>
                  </a:lnTo>
                  <a:lnTo>
                    <a:pt x="514" y="446"/>
                  </a:lnTo>
                  <a:lnTo>
                    <a:pt x="512" y="448"/>
                  </a:lnTo>
                  <a:lnTo>
                    <a:pt x="512" y="452"/>
                  </a:lnTo>
                  <a:lnTo>
                    <a:pt x="512" y="454"/>
                  </a:lnTo>
                  <a:lnTo>
                    <a:pt x="514" y="460"/>
                  </a:lnTo>
                  <a:lnTo>
                    <a:pt x="512" y="460"/>
                  </a:lnTo>
                  <a:lnTo>
                    <a:pt x="510" y="458"/>
                  </a:lnTo>
                  <a:lnTo>
                    <a:pt x="510" y="462"/>
                  </a:lnTo>
                  <a:lnTo>
                    <a:pt x="508" y="462"/>
                  </a:lnTo>
                  <a:lnTo>
                    <a:pt x="506" y="462"/>
                  </a:lnTo>
                  <a:lnTo>
                    <a:pt x="504" y="454"/>
                  </a:lnTo>
                  <a:lnTo>
                    <a:pt x="506" y="444"/>
                  </a:lnTo>
                  <a:lnTo>
                    <a:pt x="502" y="442"/>
                  </a:lnTo>
                  <a:lnTo>
                    <a:pt x="502" y="440"/>
                  </a:lnTo>
                  <a:lnTo>
                    <a:pt x="498" y="440"/>
                  </a:lnTo>
                  <a:lnTo>
                    <a:pt x="494" y="440"/>
                  </a:lnTo>
                  <a:lnTo>
                    <a:pt x="496" y="430"/>
                  </a:lnTo>
                  <a:lnTo>
                    <a:pt x="494" y="430"/>
                  </a:lnTo>
                  <a:lnTo>
                    <a:pt x="492" y="432"/>
                  </a:lnTo>
                  <a:lnTo>
                    <a:pt x="492" y="430"/>
                  </a:lnTo>
                  <a:lnTo>
                    <a:pt x="490" y="428"/>
                  </a:lnTo>
                  <a:lnTo>
                    <a:pt x="486" y="426"/>
                  </a:lnTo>
                  <a:lnTo>
                    <a:pt x="480" y="422"/>
                  </a:lnTo>
                  <a:lnTo>
                    <a:pt x="482" y="416"/>
                  </a:lnTo>
                  <a:lnTo>
                    <a:pt x="478" y="416"/>
                  </a:lnTo>
                  <a:lnTo>
                    <a:pt x="478" y="414"/>
                  </a:lnTo>
                  <a:lnTo>
                    <a:pt x="476" y="414"/>
                  </a:lnTo>
                  <a:lnTo>
                    <a:pt x="476" y="412"/>
                  </a:lnTo>
                  <a:lnTo>
                    <a:pt x="476" y="410"/>
                  </a:lnTo>
                  <a:lnTo>
                    <a:pt x="482" y="400"/>
                  </a:lnTo>
                  <a:lnTo>
                    <a:pt x="484" y="402"/>
                  </a:lnTo>
                  <a:lnTo>
                    <a:pt x="486" y="402"/>
                  </a:lnTo>
                  <a:lnTo>
                    <a:pt x="488" y="402"/>
                  </a:lnTo>
                  <a:lnTo>
                    <a:pt x="488" y="398"/>
                  </a:lnTo>
                  <a:lnTo>
                    <a:pt x="488" y="396"/>
                  </a:lnTo>
                  <a:lnTo>
                    <a:pt x="490" y="394"/>
                  </a:lnTo>
                  <a:close/>
                  <a:moveTo>
                    <a:pt x="776" y="366"/>
                  </a:moveTo>
                  <a:lnTo>
                    <a:pt x="776" y="366"/>
                  </a:lnTo>
                  <a:lnTo>
                    <a:pt x="774" y="372"/>
                  </a:lnTo>
                  <a:lnTo>
                    <a:pt x="772" y="372"/>
                  </a:lnTo>
                  <a:lnTo>
                    <a:pt x="772" y="370"/>
                  </a:lnTo>
                  <a:lnTo>
                    <a:pt x="776" y="366"/>
                  </a:lnTo>
                  <a:close/>
                  <a:moveTo>
                    <a:pt x="700" y="360"/>
                  </a:moveTo>
                  <a:lnTo>
                    <a:pt x="700" y="360"/>
                  </a:lnTo>
                  <a:lnTo>
                    <a:pt x="700" y="362"/>
                  </a:lnTo>
                  <a:lnTo>
                    <a:pt x="698" y="364"/>
                  </a:lnTo>
                  <a:lnTo>
                    <a:pt x="700" y="362"/>
                  </a:lnTo>
                  <a:lnTo>
                    <a:pt x="702" y="360"/>
                  </a:lnTo>
                  <a:lnTo>
                    <a:pt x="700" y="360"/>
                  </a:lnTo>
                  <a:close/>
                  <a:moveTo>
                    <a:pt x="760" y="358"/>
                  </a:moveTo>
                  <a:lnTo>
                    <a:pt x="760" y="358"/>
                  </a:lnTo>
                  <a:lnTo>
                    <a:pt x="762" y="358"/>
                  </a:lnTo>
                  <a:lnTo>
                    <a:pt x="764" y="360"/>
                  </a:lnTo>
                  <a:lnTo>
                    <a:pt x="762" y="362"/>
                  </a:lnTo>
                  <a:lnTo>
                    <a:pt x="758" y="362"/>
                  </a:lnTo>
                  <a:lnTo>
                    <a:pt x="758" y="360"/>
                  </a:lnTo>
                  <a:lnTo>
                    <a:pt x="758" y="358"/>
                  </a:lnTo>
                  <a:lnTo>
                    <a:pt x="760" y="358"/>
                  </a:lnTo>
                  <a:close/>
                  <a:moveTo>
                    <a:pt x="432" y="358"/>
                  </a:moveTo>
                  <a:lnTo>
                    <a:pt x="432" y="358"/>
                  </a:lnTo>
                  <a:lnTo>
                    <a:pt x="434" y="358"/>
                  </a:lnTo>
                  <a:lnTo>
                    <a:pt x="434" y="360"/>
                  </a:lnTo>
                  <a:lnTo>
                    <a:pt x="430" y="362"/>
                  </a:lnTo>
                  <a:lnTo>
                    <a:pt x="430" y="358"/>
                  </a:lnTo>
                  <a:lnTo>
                    <a:pt x="432" y="358"/>
                  </a:lnTo>
                  <a:close/>
                  <a:moveTo>
                    <a:pt x="706" y="356"/>
                  </a:moveTo>
                  <a:lnTo>
                    <a:pt x="706" y="356"/>
                  </a:lnTo>
                  <a:lnTo>
                    <a:pt x="706" y="366"/>
                  </a:lnTo>
                  <a:lnTo>
                    <a:pt x="704" y="366"/>
                  </a:lnTo>
                  <a:lnTo>
                    <a:pt x="708" y="368"/>
                  </a:lnTo>
                  <a:lnTo>
                    <a:pt x="708" y="364"/>
                  </a:lnTo>
                  <a:lnTo>
                    <a:pt x="710" y="362"/>
                  </a:lnTo>
                  <a:lnTo>
                    <a:pt x="708" y="358"/>
                  </a:lnTo>
                  <a:lnTo>
                    <a:pt x="706" y="354"/>
                  </a:lnTo>
                  <a:lnTo>
                    <a:pt x="706" y="356"/>
                  </a:lnTo>
                  <a:close/>
                  <a:moveTo>
                    <a:pt x="702" y="352"/>
                  </a:moveTo>
                  <a:lnTo>
                    <a:pt x="702" y="352"/>
                  </a:lnTo>
                  <a:lnTo>
                    <a:pt x="700" y="356"/>
                  </a:lnTo>
                  <a:lnTo>
                    <a:pt x="700" y="358"/>
                  </a:lnTo>
                  <a:lnTo>
                    <a:pt x="702" y="358"/>
                  </a:lnTo>
                  <a:lnTo>
                    <a:pt x="704" y="354"/>
                  </a:lnTo>
                  <a:lnTo>
                    <a:pt x="704" y="352"/>
                  </a:lnTo>
                  <a:lnTo>
                    <a:pt x="702" y="352"/>
                  </a:lnTo>
                  <a:close/>
                  <a:moveTo>
                    <a:pt x="446" y="328"/>
                  </a:moveTo>
                  <a:lnTo>
                    <a:pt x="446" y="328"/>
                  </a:lnTo>
                  <a:lnTo>
                    <a:pt x="452" y="330"/>
                  </a:lnTo>
                  <a:lnTo>
                    <a:pt x="448" y="342"/>
                  </a:lnTo>
                  <a:lnTo>
                    <a:pt x="444" y="354"/>
                  </a:lnTo>
                  <a:lnTo>
                    <a:pt x="438" y="354"/>
                  </a:lnTo>
                  <a:lnTo>
                    <a:pt x="438" y="348"/>
                  </a:lnTo>
                  <a:lnTo>
                    <a:pt x="438" y="344"/>
                  </a:lnTo>
                  <a:lnTo>
                    <a:pt x="438" y="336"/>
                  </a:lnTo>
                  <a:lnTo>
                    <a:pt x="446" y="328"/>
                  </a:lnTo>
                  <a:close/>
                  <a:moveTo>
                    <a:pt x="438" y="318"/>
                  </a:moveTo>
                  <a:lnTo>
                    <a:pt x="438" y="318"/>
                  </a:lnTo>
                  <a:lnTo>
                    <a:pt x="438" y="322"/>
                  </a:lnTo>
                  <a:lnTo>
                    <a:pt x="438" y="324"/>
                  </a:lnTo>
                  <a:lnTo>
                    <a:pt x="438" y="326"/>
                  </a:lnTo>
                  <a:lnTo>
                    <a:pt x="432" y="326"/>
                  </a:lnTo>
                  <a:lnTo>
                    <a:pt x="432" y="322"/>
                  </a:lnTo>
                  <a:lnTo>
                    <a:pt x="438" y="318"/>
                  </a:lnTo>
                  <a:close/>
                  <a:moveTo>
                    <a:pt x="364" y="296"/>
                  </a:moveTo>
                  <a:lnTo>
                    <a:pt x="364" y="296"/>
                  </a:lnTo>
                  <a:lnTo>
                    <a:pt x="366" y="298"/>
                  </a:lnTo>
                  <a:lnTo>
                    <a:pt x="368" y="300"/>
                  </a:lnTo>
                  <a:lnTo>
                    <a:pt x="370" y="300"/>
                  </a:lnTo>
                  <a:lnTo>
                    <a:pt x="374" y="300"/>
                  </a:lnTo>
                  <a:lnTo>
                    <a:pt x="376" y="296"/>
                  </a:lnTo>
                  <a:lnTo>
                    <a:pt x="390" y="298"/>
                  </a:lnTo>
                  <a:lnTo>
                    <a:pt x="378" y="302"/>
                  </a:lnTo>
                  <a:lnTo>
                    <a:pt x="368" y="306"/>
                  </a:lnTo>
                  <a:lnTo>
                    <a:pt x="352" y="320"/>
                  </a:lnTo>
                  <a:lnTo>
                    <a:pt x="350" y="322"/>
                  </a:lnTo>
                  <a:lnTo>
                    <a:pt x="350" y="324"/>
                  </a:lnTo>
                  <a:lnTo>
                    <a:pt x="344" y="324"/>
                  </a:lnTo>
                  <a:lnTo>
                    <a:pt x="340" y="320"/>
                  </a:lnTo>
                  <a:lnTo>
                    <a:pt x="344" y="320"/>
                  </a:lnTo>
                  <a:lnTo>
                    <a:pt x="364" y="296"/>
                  </a:lnTo>
                  <a:close/>
                  <a:moveTo>
                    <a:pt x="700" y="252"/>
                  </a:moveTo>
                  <a:lnTo>
                    <a:pt x="700" y="252"/>
                  </a:lnTo>
                  <a:lnTo>
                    <a:pt x="698" y="254"/>
                  </a:lnTo>
                  <a:lnTo>
                    <a:pt x="698" y="256"/>
                  </a:lnTo>
                  <a:lnTo>
                    <a:pt x="696" y="262"/>
                  </a:lnTo>
                  <a:lnTo>
                    <a:pt x="698" y="262"/>
                  </a:lnTo>
                  <a:lnTo>
                    <a:pt x="702" y="258"/>
                  </a:lnTo>
                  <a:lnTo>
                    <a:pt x="704" y="252"/>
                  </a:lnTo>
                  <a:lnTo>
                    <a:pt x="700" y="252"/>
                  </a:lnTo>
                  <a:close/>
                  <a:moveTo>
                    <a:pt x="722" y="240"/>
                  </a:moveTo>
                  <a:lnTo>
                    <a:pt x="724" y="244"/>
                  </a:lnTo>
                  <a:lnTo>
                    <a:pt x="726" y="244"/>
                  </a:lnTo>
                  <a:lnTo>
                    <a:pt x="724" y="244"/>
                  </a:lnTo>
                  <a:lnTo>
                    <a:pt x="722" y="240"/>
                  </a:lnTo>
                  <a:close/>
                  <a:moveTo>
                    <a:pt x="732" y="240"/>
                  </a:moveTo>
                  <a:lnTo>
                    <a:pt x="732" y="240"/>
                  </a:lnTo>
                  <a:lnTo>
                    <a:pt x="734" y="244"/>
                  </a:lnTo>
                  <a:lnTo>
                    <a:pt x="736" y="244"/>
                  </a:lnTo>
                  <a:lnTo>
                    <a:pt x="736" y="242"/>
                  </a:lnTo>
                  <a:lnTo>
                    <a:pt x="734" y="240"/>
                  </a:lnTo>
                  <a:lnTo>
                    <a:pt x="732" y="240"/>
                  </a:lnTo>
                  <a:close/>
                  <a:moveTo>
                    <a:pt x="666" y="236"/>
                  </a:moveTo>
                  <a:lnTo>
                    <a:pt x="666" y="236"/>
                  </a:lnTo>
                  <a:lnTo>
                    <a:pt x="662" y="240"/>
                  </a:lnTo>
                  <a:lnTo>
                    <a:pt x="656" y="244"/>
                  </a:lnTo>
                  <a:lnTo>
                    <a:pt x="648" y="246"/>
                  </a:lnTo>
                  <a:lnTo>
                    <a:pt x="644" y="252"/>
                  </a:lnTo>
                  <a:lnTo>
                    <a:pt x="648" y="252"/>
                  </a:lnTo>
                  <a:lnTo>
                    <a:pt x="652" y="252"/>
                  </a:lnTo>
                  <a:lnTo>
                    <a:pt x="654" y="248"/>
                  </a:lnTo>
                  <a:lnTo>
                    <a:pt x="658" y="248"/>
                  </a:lnTo>
                  <a:lnTo>
                    <a:pt x="662" y="248"/>
                  </a:lnTo>
                  <a:lnTo>
                    <a:pt x="664" y="240"/>
                  </a:lnTo>
                  <a:lnTo>
                    <a:pt x="666" y="240"/>
                  </a:lnTo>
                  <a:lnTo>
                    <a:pt x="670" y="240"/>
                  </a:lnTo>
                  <a:lnTo>
                    <a:pt x="668" y="238"/>
                  </a:lnTo>
                  <a:lnTo>
                    <a:pt x="668" y="236"/>
                  </a:lnTo>
                  <a:lnTo>
                    <a:pt x="666" y="236"/>
                  </a:lnTo>
                  <a:close/>
                  <a:moveTo>
                    <a:pt x="294" y="228"/>
                  </a:moveTo>
                  <a:lnTo>
                    <a:pt x="294" y="228"/>
                  </a:lnTo>
                  <a:lnTo>
                    <a:pt x="300" y="230"/>
                  </a:lnTo>
                  <a:lnTo>
                    <a:pt x="304" y="234"/>
                  </a:lnTo>
                  <a:lnTo>
                    <a:pt x="308" y="240"/>
                  </a:lnTo>
                  <a:lnTo>
                    <a:pt x="310" y="246"/>
                  </a:lnTo>
                  <a:lnTo>
                    <a:pt x="320" y="246"/>
                  </a:lnTo>
                  <a:lnTo>
                    <a:pt x="330" y="246"/>
                  </a:lnTo>
                  <a:lnTo>
                    <a:pt x="334" y="244"/>
                  </a:lnTo>
                  <a:lnTo>
                    <a:pt x="338" y="238"/>
                  </a:lnTo>
                  <a:lnTo>
                    <a:pt x="342" y="234"/>
                  </a:lnTo>
                  <a:lnTo>
                    <a:pt x="346" y="230"/>
                  </a:lnTo>
                  <a:lnTo>
                    <a:pt x="354" y="228"/>
                  </a:lnTo>
                  <a:lnTo>
                    <a:pt x="362" y="228"/>
                  </a:lnTo>
                  <a:lnTo>
                    <a:pt x="358" y="232"/>
                  </a:lnTo>
                  <a:lnTo>
                    <a:pt x="360" y="236"/>
                  </a:lnTo>
                  <a:lnTo>
                    <a:pt x="354" y="238"/>
                  </a:lnTo>
                  <a:lnTo>
                    <a:pt x="352" y="240"/>
                  </a:lnTo>
                  <a:lnTo>
                    <a:pt x="350" y="242"/>
                  </a:lnTo>
                  <a:lnTo>
                    <a:pt x="350" y="244"/>
                  </a:lnTo>
                  <a:lnTo>
                    <a:pt x="344" y="246"/>
                  </a:lnTo>
                  <a:lnTo>
                    <a:pt x="338" y="250"/>
                  </a:lnTo>
                  <a:lnTo>
                    <a:pt x="338" y="252"/>
                  </a:lnTo>
                  <a:lnTo>
                    <a:pt x="332" y="258"/>
                  </a:lnTo>
                  <a:lnTo>
                    <a:pt x="326" y="264"/>
                  </a:lnTo>
                  <a:lnTo>
                    <a:pt x="316" y="260"/>
                  </a:lnTo>
                  <a:lnTo>
                    <a:pt x="314" y="268"/>
                  </a:lnTo>
                  <a:lnTo>
                    <a:pt x="300" y="272"/>
                  </a:lnTo>
                  <a:lnTo>
                    <a:pt x="292" y="274"/>
                  </a:lnTo>
                  <a:lnTo>
                    <a:pt x="288" y="274"/>
                  </a:lnTo>
                  <a:lnTo>
                    <a:pt x="286" y="270"/>
                  </a:lnTo>
                  <a:lnTo>
                    <a:pt x="284" y="266"/>
                  </a:lnTo>
                  <a:lnTo>
                    <a:pt x="278" y="266"/>
                  </a:lnTo>
                  <a:lnTo>
                    <a:pt x="274" y="266"/>
                  </a:lnTo>
                  <a:lnTo>
                    <a:pt x="272" y="262"/>
                  </a:lnTo>
                  <a:lnTo>
                    <a:pt x="270" y="260"/>
                  </a:lnTo>
                  <a:lnTo>
                    <a:pt x="278" y="262"/>
                  </a:lnTo>
                  <a:lnTo>
                    <a:pt x="282" y="262"/>
                  </a:lnTo>
                  <a:lnTo>
                    <a:pt x="288" y="260"/>
                  </a:lnTo>
                  <a:lnTo>
                    <a:pt x="292" y="254"/>
                  </a:lnTo>
                  <a:lnTo>
                    <a:pt x="298" y="250"/>
                  </a:lnTo>
                  <a:lnTo>
                    <a:pt x="300" y="250"/>
                  </a:lnTo>
                  <a:lnTo>
                    <a:pt x="304" y="252"/>
                  </a:lnTo>
                  <a:lnTo>
                    <a:pt x="296" y="238"/>
                  </a:lnTo>
                  <a:lnTo>
                    <a:pt x="294" y="232"/>
                  </a:lnTo>
                  <a:lnTo>
                    <a:pt x="294" y="230"/>
                  </a:lnTo>
                  <a:lnTo>
                    <a:pt x="294" y="228"/>
                  </a:lnTo>
                  <a:close/>
                  <a:moveTo>
                    <a:pt x="248" y="222"/>
                  </a:moveTo>
                  <a:lnTo>
                    <a:pt x="248" y="222"/>
                  </a:lnTo>
                  <a:lnTo>
                    <a:pt x="256" y="226"/>
                  </a:lnTo>
                  <a:lnTo>
                    <a:pt x="266" y="228"/>
                  </a:lnTo>
                  <a:lnTo>
                    <a:pt x="266" y="230"/>
                  </a:lnTo>
                  <a:lnTo>
                    <a:pt x="264" y="228"/>
                  </a:lnTo>
                  <a:lnTo>
                    <a:pt x="252" y="230"/>
                  </a:lnTo>
                  <a:lnTo>
                    <a:pt x="236" y="230"/>
                  </a:lnTo>
                  <a:lnTo>
                    <a:pt x="236" y="226"/>
                  </a:lnTo>
                  <a:lnTo>
                    <a:pt x="240" y="226"/>
                  </a:lnTo>
                  <a:lnTo>
                    <a:pt x="244" y="226"/>
                  </a:lnTo>
                  <a:lnTo>
                    <a:pt x="244" y="224"/>
                  </a:lnTo>
                  <a:lnTo>
                    <a:pt x="248" y="222"/>
                  </a:lnTo>
                  <a:close/>
                  <a:moveTo>
                    <a:pt x="458" y="210"/>
                  </a:moveTo>
                  <a:lnTo>
                    <a:pt x="460" y="210"/>
                  </a:lnTo>
                  <a:lnTo>
                    <a:pt x="462" y="212"/>
                  </a:lnTo>
                  <a:lnTo>
                    <a:pt x="466" y="214"/>
                  </a:lnTo>
                  <a:lnTo>
                    <a:pt x="458" y="224"/>
                  </a:lnTo>
                  <a:lnTo>
                    <a:pt x="452" y="222"/>
                  </a:lnTo>
                  <a:lnTo>
                    <a:pt x="452" y="218"/>
                  </a:lnTo>
                  <a:lnTo>
                    <a:pt x="452" y="214"/>
                  </a:lnTo>
                  <a:lnTo>
                    <a:pt x="458" y="210"/>
                  </a:lnTo>
                  <a:close/>
                  <a:moveTo>
                    <a:pt x="262" y="196"/>
                  </a:moveTo>
                  <a:lnTo>
                    <a:pt x="262" y="196"/>
                  </a:lnTo>
                  <a:lnTo>
                    <a:pt x="262" y="198"/>
                  </a:lnTo>
                  <a:lnTo>
                    <a:pt x="260" y="196"/>
                  </a:lnTo>
                  <a:lnTo>
                    <a:pt x="258" y="196"/>
                  </a:lnTo>
                  <a:lnTo>
                    <a:pt x="262" y="196"/>
                  </a:lnTo>
                  <a:close/>
                  <a:moveTo>
                    <a:pt x="632" y="188"/>
                  </a:moveTo>
                  <a:lnTo>
                    <a:pt x="632" y="188"/>
                  </a:lnTo>
                  <a:lnTo>
                    <a:pt x="632" y="200"/>
                  </a:lnTo>
                  <a:lnTo>
                    <a:pt x="632" y="216"/>
                  </a:lnTo>
                  <a:lnTo>
                    <a:pt x="622" y="220"/>
                  </a:lnTo>
                  <a:lnTo>
                    <a:pt x="622" y="228"/>
                  </a:lnTo>
                  <a:lnTo>
                    <a:pt x="626" y="228"/>
                  </a:lnTo>
                  <a:lnTo>
                    <a:pt x="628" y="226"/>
                  </a:lnTo>
                  <a:lnTo>
                    <a:pt x="632" y="226"/>
                  </a:lnTo>
                  <a:lnTo>
                    <a:pt x="632" y="236"/>
                  </a:lnTo>
                  <a:lnTo>
                    <a:pt x="636" y="236"/>
                  </a:lnTo>
                  <a:lnTo>
                    <a:pt x="642" y="236"/>
                  </a:lnTo>
                  <a:lnTo>
                    <a:pt x="646" y="226"/>
                  </a:lnTo>
                  <a:lnTo>
                    <a:pt x="646" y="216"/>
                  </a:lnTo>
                  <a:lnTo>
                    <a:pt x="648" y="212"/>
                  </a:lnTo>
                  <a:lnTo>
                    <a:pt x="652" y="212"/>
                  </a:lnTo>
                  <a:lnTo>
                    <a:pt x="656" y="212"/>
                  </a:lnTo>
                  <a:lnTo>
                    <a:pt x="656" y="214"/>
                  </a:lnTo>
                  <a:lnTo>
                    <a:pt x="656" y="216"/>
                  </a:lnTo>
                  <a:lnTo>
                    <a:pt x="658" y="218"/>
                  </a:lnTo>
                  <a:lnTo>
                    <a:pt x="656" y="224"/>
                  </a:lnTo>
                  <a:lnTo>
                    <a:pt x="676" y="228"/>
                  </a:lnTo>
                  <a:lnTo>
                    <a:pt x="678" y="224"/>
                  </a:lnTo>
                  <a:lnTo>
                    <a:pt x="680" y="222"/>
                  </a:lnTo>
                  <a:lnTo>
                    <a:pt x="676" y="216"/>
                  </a:lnTo>
                  <a:lnTo>
                    <a:pt x="672" y="218"/>
                  </a:lnTo>
                  <a:lnTo>
                    <a:pt x="668" y="220"/>
                  </a:lnTo>
                  <a:lnTo>
                    <a:pt x="668" y="216"/>
                  </a:lnTo>
                  <a:lnTo>
                    <a:pt x="664" y="210"/>
                  </a:lnTo>
                  <a:lnTo>
                    <a:pt x="656" y="202"/>
                  </a:lnTo>
                  <a:lnTo>
                    <a:pt x="650" y="196"/>
                  </a:lnTo>
                  <a:lnTo>
                    <a:pt x="646" y="196"/>
                  </a:lnTo>
                  <a:lnTo>
                    <a:pt x="642" y="196"/>
                  </a:lnTo>
                  <a:lnTo>
                    <a:pt x="640" y="198"/>
                  </a:lnTo>
                  <a:lnTo>
                    <a:pt x="638" y="198"/>
                  </a:lnTo>
                  <a:lnTo>
                    <a:pt x="638" y="196"/>
                  </a:lnTo>
                  <a:lnTo>
                    <a:pt x="638" y="192"/>
                  </a:lnTo>
                  <a:lnTo>
                    <a:pt x="640" y="190"/>
                  </a:lnTo>
                  <a:lnTo>
                    <a:pt x="632" y="188"/>
                  </a:lnTo>
                  <a:close/>
                  <a:moveTo>
                    <a:pt x="636" y="184"/>
                  </a:moveTo>
                  <a:lnTo>
                    <a:pt x="640" y="188"/>
                  </a:lnTo>
                  <a:lnTo>
                    <a:pt x="642" y="188"/>
                  </a:lnTo>
                  <a:lnTo>
                    <a:pt x="642" y="186"/>
                  </a:lnTo>
                  <a:lnTo>
                    <a:pt x="642" y="184"/>
                  </a:lnTo>
                  <a:lnTo>
                    <a:pt x="636" y="184"/>
                  </a:lnTo>
                  <a:close/>
                  <a:moveTo>
                    <a:pt x="644" y="164"/>
                  </a:moveTo>
                  <a:lnTo>
                    <a:pt x="644" y="164"/>
                  </a:lnTo>
                  <a:lnTo>
                    <a:pt x="648" y="166"/>
                  </a:lnTo>
                  <a:lnTo>
                    <a:pt x="648" y="168"/>
                  </a:lnTo>
                  <a:lnTo>
                    <a:pt x="648" y="170"/>
                  </a:lnTo>
                  <a:lnTo>
                    <a:pt x="644" y="172"/>
                  </a:lnTo>
                  <a:lnTo>
                    <a:pt x="644" y="168"/>
                  </a:lnTo>
                  <a:lnTo>
                    <a:pt x="640" y="168"/>
                  </a:lnTo>
                  <a:lnTo>
                    <a:pt x="640" y="170"/>
                  </a:lnTo>
                  <a:lnTo>
                    <a:pt x="642" y="168"/>
                  </a:lnTo>
                  <a:lnTo>
                    <a:pt x="642" y="166"/>
                  </a:lnTo>
                  <a:lnTo>
                    <a:pt x="644" y="164"/>
                  </a:lnTo>
                  <a:close/>
                  <a:moveTo>
                    <a:pt x="244" y="158"/>
                  </a:moveTo>
                  <a:lnTo>
                    <a:pt x="244" y="158"/>
                  </a:lnTo>
                  <a:lnTo>
                    <a:pt x="252" y="158"/>
                  </a:lnTo>
                  <a:lnTo>
                    <a:pt x="262" y="160"/>
                  </a:lnTo>
                  <a:lnTo>
                    <a:pt x="258" y="164"/>
                  </a:lnTo>
                  <a:lnTo>
                    <a:pt x="254" y="164"/>
                  </a:lnTo>
                  <a:lnTo>
                    <a:pt x="252" y="162"/>
                  </a:lnTo>
                  <a:lnTo>
                    <a:pt x="246" y="166"/>
                  </a:lnTo>
                  <a:lnTo>
                    <a:pt x="250" y="170"/>
                  </a:lnTo>
                  <a:lnTo>
                    <a:pt x="260" y="172"/>
                  </a:lnTo>
                  <a:lnTo>
                    <a:pt x="266" y="174"/>
                  </a:lnTo>
                  <a:lnTo>
                    <a:pt x="270" y="172"/>
                  </a:lnTo>
                  <a:lnTo>
                    <a:pt x="272" y="170"/>
                  </a:lnTo>
                  <a:lnTo>
                    <a:pt x="274" y="170"/>
                  </a:lnTo>
                  <a:lnTo>
                    <a:pt x="274" y="172"/>
                  </a:lnTo>
                  <a:lnTo>
                    <a:pt x="274" y="176"/>
                  </a:lnTo>
                  <a:lnTo>
                    <a:pt x="272" y="180"/>
                  </a:lnTo>
                  <a:lnTo>
                    <a:pt x="270" y="182"/>
                  </a:lnTo>
                  <a:lnTo>
                    <a:pt x="272" y="184"/>
                  </a:lnTo>
                  <a:lnTo>
                    <a:pt x="274" y="186"/>
                  </a:lnTo>
                  <a:lnTo>
                    <a:pt x="264" y="188"/>
                  </a:lnTo>
                  <a:lnTo>
                    <a:pt x="252" y="186"/>
                  </a:lnTo>
                  <a:lnTo>
                    <a:pt x="252" y="192"/>
                  </a:lnTo>
                  <a:lnTo>
                    <a:pt x="260" y="196"/>
                  </a:lnTo>
                  <a:lnTo>
                    <a:pt x="248" y="196"/>
                  </a:lnTo>
                  <a:lnTo>
                    <a:pt x="244" y="198"/>
                  </a:lnTo>
                  <a:lnTo>
                    <a:pt x="240" y="198"/>
                  </a:lnTo>
                  <a:lnTo>
                    <a:pt x="238" y="202"/>
                  </a:lnTo>
                  <a:lnTo>
                    <a:pt x="234" y="206"/>
                  </a:lnTo>
                  <a:lnTo>
                    <a:pt x="232" y="206"/>
                  </a:lnTo>
                  <a:lnTo>
                    <a:pt x="232" y="204"/>
                  </a:lnTo>
                  <a:lnTo>
                    <a:pt x="236" y="198"/>
                  </a:lnTo>
                  <a:lnTo>
                    <a:pt x="242" y="194"/>
                  </a:lnTo>
                  <a:lnTo>
                    <a:pt x="246" y="194"/>
                  </a:lnTo>
                  <a:lnTo>
                    <a:pt x="248" y="194"/>
                  </a:lnTo>
                  <a:lnTo>
                    <a:pt x="246" y="192"/>
                  </a:lnTo>
                  <a:lnTo>
                    <a:pt x="246" y="190"/>
                  </a:lnTo>
                  <a:lnTo>
                    <a:pt x="240" y="190"/>
                  </a:lnTo>
                  <a:lnTo>
                    <a:pt x="236" y="190"/>
                  </a:lnTo>
                  <a:lnTo>
                    <a:pt x="234" y="194"/>
                  </a:lnTo>
                  <a:lnTo>
                    <a:pt x="230" y="200"/>
                  </a:lnTo>
                  <a:lnTo>
                    <a:pt x="228" y="202"/>
                  </a:lnTo>
                  <a:lnTo>
                    <a:pt x="224" y="202"/>
                  </a:lnTo>
                  <a:lnTo>
                    <a:pt x="216" y="200"/>
                  </a:lnTo>
                  <a:lnTo>
                    <a:pt x="212" y="196"/>
                  </a:lnTo>
                  <a:lnTo>
                    <a:pt x="216" y="196"/>
                  </a:lnTo>
                  <a:lnTo>
                    <a:pt x="216" y="194"/>
                  </a:lnTo>
                  <a:lnTo>
                    <a:pt x="216" y="192"/>
                  </a:lnTo>
                  <a:lnTo>
                    <a:pt x="214" y="192"/>
                  </a:lnTo>
                  <a:lnTo>
                    <a:pt x="214" y="190"/>
                  </a:lnTo>
                  <a:lnTo>
                    <a:pt x="220" y="182"/>
                  </a:lnTo>
                  <a:lnTo>
                    <a:pt x="218" y="180"/>
                  </a:lnTo>
                  <a:lnTo>
                    <a:pt x="218" y="178"/>
                  </a:lnTo>
                  <a:lnTo>
                    <a:pt x="216" y="176"/>
                  </a:lnTo>
                  <a:lnTo>
                    <a:pt x="220" y="176"/>
                  </a:lnTo>
                  <a:lnTo>
                    <a:pt x="226" y="178"/>
                  </a:lnTo>
                  <a:lnTo>
                    <a:pt x="232" y="178"/>
                  </a:lnTo>
                  <a:lnTo>
                    <a:pt x="228" y="174"/>
                  </a:lnTo>
                  <a:lnTo>
                    <a:pt x="224" y="170"/>
                  </a:lnTo>
                  <a:lnTo>
                    <a:pt x="216" y="168"/>
                  </a:lnTo>
                  <a:lnTo>
                    <a:pt x="208" y="168"/>
                  </a:lnTo>
                  <a:lnTo>
                    <a:pt x="206" y="168"/>
                  </a:lnTo>
                  <a:lnTo>
                    <a:pt x="202" y="170"/>
                  </a:lnTo>
                  <a:lnTo>
                    <a:pt x="202" y="164"/>
                  </a:lnTo>
                  <a:lnTo>
                    <a:pt x="210" y="164"/>
                  </a:lnTo>
                  <a:lnTo>
                    <a:pt x="220" y="164"/>
                  </a:lnTo>
                  <a:lnTo>
                    <a:pt x="232" y="160"/>
                  </a:lnTo>
                  <a:lnTo>
                    <a:pt x="244" y="158"/>
                  </a:lnTo>
                  <a:close/>
                  <a:moveTo>
                    <a:pt x="622" y="144"/>
                  </a:moveTo>
                  <a:lnTo>
                    <a:pt x="624" y="148"/>
                  </a:lnTo>
                  <a:lnTo>
                    <a:pt x="624" y="146"/>
                  </a:lnTo>
                  <a:lnTo>
                    <a:pt x="622" y="144"/>
                  </a:lnTo>
                  <a:close/>
                  <a:moveTo>
                    <a:pt x="592" y="506"/>
                  </a:moveTo>
                  <a:lnTo>
                    <a:pt x="592" y="506"/>
                  </a:lnTo>
                  <a:lnTo>
                    <a:pt x="592" y="502"/>
                  </a:lnTo>
                  <a:lnTo>
                    <a:pt x="594" y="498"/>
                  </a:lnTo>
                  <a:lnTo>
                    <a:pt x="598" y="498"/>
                  </a:lnTo>
                  <a:lnTo>
                    <a:pt x="602" y="498"/>
                  </a:lnTo>
                  <a:lnTo>
                    <a:pt x="602" y="496"/>
                  </a:lnTo>
                  <a:lnTo>
                    <a:pt x="602" y="492"/>
                  </a:lnTo>
                  <a:lnTo>
                    <a:pt x="604" y="494"/>
                  </a:lnTo>
                  <a:lnTo>
                    <a:pt x="606" y="498"/>
                  </a:lnTo>
                  <a:lnTo>
                    <a:pt x="606" y="492"/>
                  </a:lnTo>
                  <a:lnTo>
                    <a:pt x="608" y="490"/>
                  </a:lnTo>
                  <a:lnTo>
                    <a:pt x="614" y="490"/>
                  </a:lnTo>
                  <a:lnTo>
                    <a:pt x="624" y="492"/>
                  </a:lnTo>
                  <a:lnTo>
                    <a:pt x="626" y="502"/>
                  </a:lnTo>
                  <a:lnTo>
                    <a:pt x="630" y="506"/>
                  </a:lnTo>
                  <a:lnTo>
                    <a:pt x="632" y="508"/>
                  </a:lnTo>
                  <a:lnTo>
                    <a:pt x="636" y="508"/>
                  </a:lnTo>
                  <a:lnTo>
                    <a:pt x="642" y="508"/>
                  </a:lnTo>
                  <a:lnTo>
                    <a:pt x="642" y="514"/>
                  </a:lnTo>
                  <a:lnTo>
                    <a:pt x="646" y="516"/>
                  </a:lnTo>
                  <a:lnTo>
                    <a:pt x="646" y="520"/>
                  </a:lnTo>
                  <a:lnTo>
                    <a:pt x="646" y="524"/>
                  </a:lnTo>
                  <a:lnTo>
                    <a:pt x="646" y="528"/>
                  </a:lnTo>
                  <a:lnTo>
                    <a:pt x="648" y="532"/>
                  </a:lnTo>
                  <a:lnTo>
                    <a:pt x="650" y="532"/>
                  </a:lnTo>
                  <a:lnTo>
                    <a:pt x="654" y="532"/>
                  </a:lnTo>
                  <a:lnTo>
                    <a:pt x="654" y="536"/>
                  </a:lnTo>
                  <a:lnTo>
                    <a:pt x="670" y="538"/>
                  </a:lnTo>
                  <a:lnTo>
                    <a:pt x="684" y="542"/>
                  </a:lnTo>
                  <a:lnTo>
                    <a:pt x="686" y="542"/>
                  </a:lnTo>
                  <a:lnTo>
                    <a:pt x="690" y="540"/>
                  </a:lnTo>
                  <a:lnTo>
                    <a:pt x="694" y="546"/>
                  </a:lnTo>
                  <a:lnTo>
                    <a:pt x="698" y="548"/>
                  </a:lnTo>
                  <a:lnTo>
                    <a:pt x="698" y="552"/>
                  </a:lnTo>
                  <a:lnTo>
                    <a:pt x="698" y="556"/>
                  </a:lnTo>
                  <a:lnTo>
                    <a:pt x="700" y="558"/>
                  </a:lnTo>
                  <a:lnTo>
                    <a:pt x="704" y="562"/>
                  </a:lnTo>
                  <a:lnTo>
                    <a:pt x="698" y="562"/>
                  </a:lnTo>
                  <a:lnTo>
                    <a:pt x="698" y="568"/>
                  </a:lnTo>
                  <a:lnTo>
                    <a:pt x="696" y="568"/>
                  </a:lnTo>
                  <a:lnTo>
                    <a:pt x="694" y="566"/>
                  </a:lnTo>
                  <a:lnTo>
                    <a:pt x="684" y="562"/>
                  </a:lnTo>
                  <a:lnTo>
                    <a:pt x="680" y="566"/>
                  </a:lnTo>
                  <a:lnTo>
                    <a:pt x="678" y="572"/>
                  </a:lnTo>
                  <a:lnTo>
                    <a:pt x="678" y="586"/>
                  </a:lnTo>
                  <a:lnTo>
                    <a:pt x="674" y="588"/>
                  </a:lnTo>
                  <a:lnTo>
                    <a:pt x="670" y="590"/>
                  </a:lnTo>
                  <a:lnTo>
                    <a:pt x="670" y="596"/>
                  </a:lnTo>
                  <a:lnTo>
                    <a:pt x="668" y="598"/>
                  </a:lnTo>
                  <a:lnTo>
                    <a:pt x="666" y="600"/>
                  </a:lnTo>
                  <a:lnTo>
                    <a:pt x="666" y="602"/>
                  </a:lnTo>
                  <a:lnTo>
                    <a:pt x="666" y="604"/>
                  </a:lnTo>
                  <a:lnTo>
                    <a:pt x="668" y="606"/>
                  </a:lnTo>
                  <a:lnTo>
                    <a:pt x="670" y="606"/>
                  </a:lnTo>
                  <a:lnTo>
                    <a:pt x="674" y="604"/>
                  </a:lnTo>
                  <a:lnTo>
                    <a:pt x="674" y="602"/>
                  </a:lnTo>
                  <a:lnTo>
                    <a:pt x="686" y="594"/>
                  </a:lnTo>
                  <a:lnTo>
                    <a:pt x="694" y="594"/>
                  </a:lnTo>
                  <a:lnTo>
                    <a:pt x="696" y="590"/>
                  </a:lnTo>
                  <a:lnTo>
                    <a:pt x="700" y="590"/>
                  </a:lnTo>
                  <a:lnTo>
                    <a:pt x="706" y="590"/>
                  </a:lnTo>
                  <a:lnTo>
                    <a:pt x="706" y="586"/>
                  </a:lnTo>
                  <a:lnTo>
                    <a:pt x="700" y="584"/>
                  </a:lnTo>
                  <a:lnTo>
                    <a:pt x="704" y="582"/>
                  </a:lnTo>
                  <a:lnTo>
                    <a:pt x="706" y="580"/>
                  </a:lnTo>
                  <a:lnTo>
                    <a:pt x="710" y="578"/>
                  </a:lnTo>
                  <a:lnTo>
                    <a:pt x="714" y="576"/>
                  </a:lnTo>
                  <a:lnTo>
                    <a:pt x="720" y="578"/>
                  </a:lnTo>
                  <a:lnTo>
                    <a:pt x="730" y="580"/>
                  </a:lnTo>
                  <a:lnTo>
                    <a:pt x="732" y="578"/>
                  </a:lnTo>
                  <a:lnTo>
                    <a:pt x="734" y="576"/>
                  </a:lnTo>
                  <a:lnTo>
                    <a:pt x="730" y="574"/>
                  </a:lnTo>
                  <a:lnTo>
                    <a:pt x="724" y="574"/>
                  </a:lnTo>
                  <a:lnTo>
                    <a:pt x="724" y="570"/>
                  </a:lnTo>
                  <a:lnTo>
                    <a:pt x="732" y="572"/>
                  </a:lnTo>
                  <a:lnTo>
                    <a:pt x="738" y="572"/>
                  </a:lnTo>
                  <a:lnTo>
                    <a:pt x="740" y="570"/>
                  </a:lnTo>
                  <a:lnTo>
                    <a:pt x="744" y="568"/>
                  </a:lnTo>
                  <a:lnTo>
                    <a:pt x="744" y="566"/>
                  </a:lnTo>
                  <a:lnTo>
                    <a:pt x="754" y="560"/>
                  </a:lnTo>
                  <a:lnTo>
                    <a:pt x="762" y="556"/>
                  </a:lnTo>
                  <a:lnTo>
                    <a:pt x="766" y="556"/>
                  </a:lnTo>
                  <a:lnTo>
                    <a:pt x="784" y="554"/>
                  </a:lnTo>
                  <a:lnTo>
                    <a:pt x="798" y="552"/>
                  </a:lnTo>
                  <a:lnTo>
                    <a:pt x="800" y="550"/>
                  </a:lnTo>
                  <a:lnTo>
                    <a:pt x="802" y="548"/>
                  </a:lnTo>
                  <a:lnTo>
                    <a:pt x="808" y="544"/>
                  </a:lnTo>
                  <a:lnTo>
                    <a:pt x="810" y="540"/>
                  </a:lnTo>
                  <a:lnTo>
                    <a:pt x="812" y="538"/>
                  </a:lnTo>
                  <a:lnTo>
                    <a:pt x="814" y="532"/>
                  </a:lnTo>
                  <a:lnTo>
                    <a:pt x="816" y="530"/>
                  </a:lnTo>
                  <a:lnTo>
                    <a:pt x="818" y="522"/>
                  </a:lnTo>
                  <a:lnTo>
                    <a:pt x="820" y="520"/>
                  </a:lnTo>
                  <a:lnTo>
                    <a:pt x="822" y="522"/>
                  </a:lnTo>
                  <a:lnTo>
                    <a:pt x="822" y="524"/>
                  </a:lnTo>
                  <a:lnTo>
                    <a:pt x="824" y="526"/>
                  </a:lnTo>
                  <a:lnTo>
                    <a:pt x="824" y="524"/>
                  </a:lnTo>
                  <a:lnTo>
                    <a:pt x="826" y="522"/>
                  </a:lnTo>
                  <a:lnTo>
                    <a:pt x="828" y="520"/>
                  </a:lnTo>
                  <a:lnTo>
                    <a:pt x="834" y="524"/>
                  </a:lnTo>
                  <a:lnTo>
                    <a:pt x="836" y="526"/>
                  </a:lnTo>
                  <a:lnTo>
                    <a:pt x="836" y="530"/>
                  </a:lnTo>
                  <a:lnTo>
                    <a:pt x="836" y="540"/>
                  </a:lnTo>
                  <a:lnTo>
                    <a:pt x="836" y="546"/>
                  </a:lnTo>
                  <a:lnTo>
                    <a:pt x="838" y="546"/>
                  </a:lnTo>
                  <a:lnTo>
                    <a:pt x="840" y="546"/>
                  </a:lnTo>
                  <a:lnTo>
                    <a:pt x="840" y="548"/>
                  </a:lnTo>
                  <a:lnTo>
                    <a:pt x="840" y="552"/>
                  </a:lnTo>
                  <a:lnTo>
                    <a:pt x="840" y="554"/>
                  </a:lnTo>
                  <a:lnTo>
                    <a:pt x="842" y="554"/>
                  </a:lnTo>
                  <a:lnTo>
                    <a:pt x="842" y="556"/>
                  </a:lnTo>
                  <a:lnTo>
                    <a:pt x="846" y="560"/>
                  </a:lnTo>
                  <a:lnTo>
                    <a:pt x="854" y="560"/>
                  </a:lnTo>
                  <a:lnTo>
                    <a:pt x="858" y="558"/>
                  </a:lnTo>
                  <a:lnTo>
                    <a:pt x="856" y="556"/>
                  </a:lnTo>
                  <a:lnTo>
                    <a:pt x="856" y="554"/>
                  </a:lnTo>
                  <a:lnTo>
                    <a:pt x="858" y="554"/>
                  </a:lnTo>
                  <a:lnTo>
                    <a:pt x="860" y="556"/>
                  </a:lnTo>
                  <a:lnTo>
                    <a:pt x="866" y="550"/>
                  </a:lnTo>
                  <a:lnTo>
                    <a:pt x="872" y="542"/>
                  </a:lnTo>
                  <a:lnTo>
                    <a:pt x="872" y="544"/>
                  </a:lnTo>
                  <a:lnTo>
                    <a:pt x="874" y="544"/>
                  </a:lnTo>
                  <a:lnTo>
                    <a:pt x="874" y="546"/>
                  </a:lnTo>
                  <a:lnTo>
                    <a:pt x="872" y="546"/>
                  </a:lnTo>
                  <a:lnTo>
                    <a:pt x="870" y="550"/>
                  </a:lnTo>
                  <a:lnTo>
                    <a:pt x="870" y="554"/>
                  </a:lnTo>
                  <a:lnTo>
                    <a:pt x="884" y="552"/>
                  </a:lnTo>
                  <a:lnTo>
                    <a:pt x="886" y="552"/>
                  </a:lnTo>
                  <a:lnTo>
                    <a:pt x="886" y="554"/>
                  </a:lnTo>
                  <a:lnTo>
                    <a:pt x="882" y="556"/>
                  </a:lnTo>
                  <a:lnTo>
                    <a:pt x="882" y="560"/>
                  </a:lnTo>
                  <a:lnTo>
                    <a:pt x="872" y="558"/>
                  </a:lnTo>
                  <a:lnTo>
                    <a:pt x="864" y="562"/>
                  </a:lnTo>
                  <a:lnTo>
                    <a:pt x="864" y="566"/>
                  </a:lnTo>
                  <a:lnTo>
                    <a:pt x="860" y="566"/>
                  </a:lnTo>
                  <a:lnTo>
                    <a:pt x="854" y="574"/>
                  </a:lnTo>
                  <a:lnTo>
                    <a:pt x="854" y="578"/>
                  </a:lnTo>
                  <a:lnTo>
                    <a:pt x="860" y="580"/>
                  </a:lnTo>
                  <a:lnTo>
                    <a:pt x="862" y="584"/>
                  </a:lnTo>
                  <a:lnTo>
                    <a:pt x="864" y="584"/>
                  </a:lnTo>
                  <a:lnTo>
                    <a:pt x="866" y="584"/>
                  </a:lnTo>
                  <a:lnTo>
                    <a:pt x="866" y="582"/>
                  </a:lnTo>
                  <a:lnTo>
                    <a:pt x="868" y="582"/>
                  </a:lnTo>
                  <a:lnTo>
                    <a:pt x="868" y="584"/>
                  </a:lnTo>
                  <a:lnTo>
                    <a:pt x="870" y="586"/>
                  </a:lnTo>
                  <a:lnTo>
                    <a:pt x="876" y="580"/>
                  </a:lnTo>
                  <a:lnTo>
                    <a:pt x="878" y="576"/>
                  </a:lnTo>
                  <a:lnTo>
                    <a:pt x="878" y="574"/>
                  </a:lnTo>
                  <a:lnTo>
                    <a:pt x="878" y="572"/>
                  </a:lnTo>
                  <a:lnTo>
                    <a:pt x="882" y="570"/>
                  </a:lnTo>
                  <a:lnTo>
                    <a:pt x="882" y="572"/>
                  </a:lnTo>
                  <a:lnTo>
                    <a:pt x="886" y="572"/>
                  </a:lnTo>
                  <a:lnTo>
                    <a:pt x="888" y="566"/>
                  </a:lnTo>
                  <a:lnTo>
                    <a:pt x="892" y="566"/>
                  </a:lnTo>
                  <a:lnTo>
                    <a:pt x="896" y="566"/>
                  </a:lnTo>
                  <a:lnTo>
                    <a:pt x="902" y="562"/>
                  </a:lnTo>
                  <a:lnTo>
                    <a:pt x="906" y="558"/>
                  </a:lnTo>
                  <a:lnTo>
                    <a:pt x="906" y="554"/>
                  </a:lnTo>
                  <a:lnTo>
                    <a:pt x="910" y="554"/>
                  </a:lnTo>
                  <a:lnTo>
                    <a:pt x="906" y="544"/>
                  </a:lnTo>
                  <a:lnTo>
                    <a:pt x="900" y="550"/>
                  </a:lnTo>
                  <a:lnTo>
                    <a:pt x="896" y="550"/>
                  </a:lnTo>
                  <a:lnTo>
                    <a:pt x="890" y="550"/>
                  </a:lnTo>
                  <a:lnTo>
                    <a:pt x="888" y="546"/>
                  </a:lnTo>
                  <a:lnTo>
                    <a:pt x="884" y="546"/>
                  </a:lnTo>
                  <a:lnTo>
                    <a:pt x="884" y="548"/>
                  </a:lnTo>
                  <a:lnTo>
                    <a:pt x="882" y="548"/>
                  </a:lnTo>
                  <a:lnTo>
                    <a:pt x="882" y="546"/>
                  </a:lnTo>
                  <a:lnTo>
                    <a:pt x="880" y="544"/>
                  </a:lnTo>
                  <a:lnTo>
                    <a:pt x="884" y="544"/>
                  </a:lnTo>
                  <a:lnTo>
                    <a:pt x="884" y="542"/>
                  </a:lnTo>
                  <a:lnTo>
                    <a:pt x="886" y="540"/>
                  </a:lnTo>
                  <a:lnTo>
                    <a:pt x="874" y="538"/>
                  </a:lnTo>
                  <a:lnTo>
                    <a:pt x="874" y="532"/>
                  </a:lnTo>
                  <a:lnTo>
                    <a:pt x="874" y="530"/>
                  </a:lnTo>
                  <a:lnTo>
                    <a:pt x="874" y="528"/>
                  </a:lnTo>
                  <a:lnTo>
                    <a:pt x="876" y="528"/>
                  </a:lnTo>
                  <a:lnTo>
                    <a:pt x="874" y="526"/>
                  </a:lnTo>
                  <a:lnTo>
                    <a:pt x="872" y="526"/>
                  </a:lnTo>
                  <a:lnTo>
                    <a:pt x="870" y="526"/>
                  </a:lnTo>
                  <a:lnTo>
                    <a:pt x="872" y="526"/>
                  </a:lnTo>
                  <a:lnTo>
                    <a:pt x="870" y="526"/>
                  </a:lnTo>
                  <a:lnTo>
                    <a:pt x="872" y="522"/>
                  </a:lnTo>
                  <a:lnTo>
                    <a:pt x="872" y="520"/>
                  </a:lnTo>
                  <a:lnTo>
                    <a:pt x="874" y="516"/>
                  </a:lnTo>
                  <a:lnTo>
                    <a:pt x="874" y="514"/>
                  </a:lnTo>
                  <a:lnTo>
                    <a:pt x="874" y="512"/>
                  </a:lnTo>
                  <a:lnTo>
                    <a:pt x="860" y="512"/>
                  </a:lnTo>
                  <a:lnTo>
                    <a:pt x="856" y="506"/>
                  </a:lnTo>
                  <a:lnTo>
                    <a:pt x="858" y="506"/>
                  </a:lnTo>
                  <a:lnTo>
                    <a:pt x="860" y="504"/>
                  </a:lnTo>
                  <a:lnTo>
                    <a:pt x="864" y="510"/>
                  </a:lnTo>
                  <a:lnTo>
                    <a:pt x="866" y="508"/>
                  </a:lnTo>
                  <a:lnTo>
                    <a:pt x="870" y="508"/>
                  </a:lnTo>
                  <a:lnTo>
                    <a:pt x="870" y="504"/>
                  </a:lnTo>
                  <a:lnTo>
                    <a:pt x="872" y="500"/>
                  </a:lnTo>
                  <a:lnTo>
                    <a:pt x="876" y="500"/>
                  </a:lnTo>
                  <a:lnTo>
                    <a:pt x="876" y="496"/>
                  </a:lnTo>
                  <a:lnTo>
                    <a:pt x="876" y="492"/>
                  </a:lnTo>
                  <a:lnTo>
                    <a:pt x="878" y="492"/>
                  </a:lnTo>
                  <a:lnTo>
                    <a:pt x="880" y="490"/>
                  </a:lnTo>
                  <a:lnTo>
                    <a:pt x="876" y="488"/>
                  </a:lnTo>
                  <a:lnTo>
                    <a:pt x="874" y="484"/>
                  </a:lnTo>
                  <a:lnTo>
                    <a:pt x="868" y="482"/>
                  </a:lnTo>
                  <a:lnTo>
                    <a:pt x="862" y="482"/>
                  </a:lnTo>
                  <a:lnTo>
                    <a:pt x="852" y="484"/>
                  </a:lnTo>
                  <a:lnTo>
                    <a:pt x="846" y="488"/>
                  </a:lnTo>
                  <a:lnTo>
                    <a:pt x="834" y="496"/>
                  </a:lnTo>
                  <a:lnTo>
                    <a:pt x="824" y="504"/>
                  </a:lnTo>
                  <a:lnTo>
                    <a:pt x="814" y="514"/>
                  </a:lnTo>
                  <a:lnTo>
                    <a:pt x="806" y="524"/>
                  </a:lnTo>
                  <a:lnTo>
                    <a:pt x="812" y="514"/>
                  </a:lnTo>
                  <a:lnTo>
                    <a:pt x="816" y="506"/>
                  </a:lnTo>
                  <a:lnTo>
                    <a:pt x="812" y="506"/>
                  </a:lnTo>
                  <a:lnTo>
                    <a:pt x="812" y="504"/>
                  </a:lnTo>
                  <a:lnTo>
                    <a:pt x="814" y="504"/>
                  </a:lnTo>
                  <a:lnTo>
                    <a:pt x="818" y="502"/>
                  </a:lnTo>
                  <a:lnTo>
                    <a:pt x="820" y="498"/>
                  </a:lnTo>
                  <a:lnTo>
                    <a:pt x="824" y="492"/>
                  </a:lnTo>
                  <a:lnTo>
                    <a:pt x="826" y="492"/>
                  </a:lnTo>
                  <a:lnTo>
                    <a:pt x="830" y="492"/>
                  </a:lnTo>
                  <a:lnTo>
                    <a:pt x="830" y="490"/>
                  </a:lnTo>
                  <a:lnTo>
                    <a:pt x="830" y="486"/>
                  </a:lnTo>
                  <a:lnTo>
                    <a:pt x="832" y="486"/>
                  </a:lnTo>
                  <a:lnTo>
                    <a:pt x="834" y="486"/>
                  </a:lnTo>
                  <a:lnTo>
                    <a:pt x="844" y="476"/>
                  </a:lnTo>
                  <a:lnTo>
                    <a:pt x="846" y="472"/>
                  </a:lnTo>
                  <a:lnTo>
                    <a:pt x="850" y="470"/>
                  </a:lnTo>
                  <a:lnTo>
                    <a:pt x="852" y="468"/>
                  </a:lnTo>
                  <a:lnTo>
                    <a:pt x="864" y="466"/>
                  </a:lnTo>
                  <a:lnTo>
                    <a:pt x="874" y="466"/>
                  </a:lnTo>
                  <a:lnTo>
                    <a:pt x="884" y="468"/>
                  </a:lnTo>
                  <a:lnTo>
                    <a:pt x="890" y="468"/>
                  </a:lnTo>
                  <a:lnTo>
                    <a:pt x="892" y="466"/>
                  </a:lnTo>
                  <a:lnTo>
                    <a:pt x="894" y="464"/>
                  </a:lnTo>
                  <a:lnTo>
                    <a:pt x="898" y="464"/>
                  </a:lnTo>
                  <a:lnTo>
                    <a:pt x="900" y="466"/>
                  </a:lnTo>
                  <a:lnTo>
                    <a:pt x="900" y="468"/>
                  </a:lnTo>
                  <a:lnTo>
                    <a:pt x="902" y="468"/>
                  </a:lnTo>
                  <a:lnTo>
                    <a:pt x="904" y="466"/>
                  </a:lnTo>
                  <a:lnTo>
                    <a:pt x="904" y="464"/>
                  </a:lnTo>
                  <a:lnTo>
                    <a:pt x="906" y="464"/>
                  </a:lnTo>
                  <a:lnTo>
                    <a:pt x="910" y="470"/>
                  </a:lnTo>
                  <a:lnTo>
                    <a:pt x="914" y="470"/>
                  </a:lnTo>
                  <a:lnTo>
                    <a:pt x="914" y="466"/>
                  </a:lnTo>
                  <a:lnTo>
                    <a:pt x="918" y="466"/>
                  </a:lnTo>
                  <a:lnTo>
                    <a:pt x="920" y="466"/>
                  </a:lnTo>
                  <a:lnTo>
                    <a:pt x="920" y="468"/>
                  </a:lnTo>
                  <a:lnTo>
                    <a:pt x="924" y="468"/>
                  </a:lnTo>
                  <a:lnTo>
                    <a:pt x="924" y="464"/>
                  </a:lnTo>
                  <a:lnTo>
                    <a:pt x="928" y="464"/>
                  </a:lnTo>
                  <a:lnTo>
                    <a:pt x="930" y="464"/>
                  </a:lnTo>
                  <a:lnTo>
                    <a:pt x="932" y="462"/>
                  </a:lnTo>
                  <a:lnTo>
                    <a:pt x="932" y="458"/>
                  </a:lnTo>
                  <a:lnTo>
                    <a:pt x="938" y="458"/>
                  </a:lnTo>
                  <a:lnTo>
                    <a:pt x="942" y="456"/>
                  </a:lnTo>
                  <a:lnTo>
                    <a:pt x="940" y="450"/>
                  </a:lnTo>
                  <a:lnTo>
                    <a:pt x="942" y="448"/>
                  </a:lnTo>
                  <a:lnTo>
                    <a:pt x="942" y="444"/>
                  </a:lnTo>
                  <a:lnTo>
                    <a:pt x="950" y="442"/>
                  </a:lnTo>
                  <a:lnTo>
                    <a:pt x="958" y="440"/>
                  </a:lnTo>
                  <a:lnTo>
                    <a:pt x="960" y="442"/>
                  </a:lnTo>
                  <a:lnTo>
                    <a:pt x="962" y="442"/>
                  </a:lnTo>
                  <a:lnTo>
                    <a:pt x="976" y="430"/>
                  </a:lnTo>
                  <a:lnTo>
                    <a:pt x="974" y="412"/>
                  </a:lnTo>
                  <a:lnTo>
                    <a:pt x="972" y="412"/>
                  </a:lnTo>
                  <a:lnTo>
                    <a:pt x="970" y="414"/>
                  </a:lnTo>
                  <a:lnTo>
                    <a:pt x="966" y="412"/>
                  </a:lnTo>
                  <a:lnTo>
                    <a:pt x="962" y="408"/>
                  </a:lnTo>
                  <a:lnTo>
                    <a:pt x="958" y="404"/>
                  </a:lnTo>
                  <a:lnTo>
                    <a:pt x="950" y="404"/>
                  </a:lnTo>
                  <a:lnTo>
                    <a:pt x="952" y="408"/>
                  </a:lnTo>
                  <a:lnTo>
                    <a:pt x="942" y="410"/>
                  </a:lnTo>
                  <a:lnTo>
                    <a:pt x="928" y="416"/>
                  </a:lnTo>
                  <a:lnTo>
                    <a:pt x="928" y="420"/>
                  </a:lnTo>
                  <a:lnTo>
                    <a:pt x="924" y="420"/>
                  </a:lnTo>
                  <a:lnTo>
                    <a:pt x="922" y="418"/>
                  </a:lnTo>
                  <a:lnTo>
                    <a:pt x="922" y="416"/>
                  </a:lnTo>
                  <a:lnTo>
                    <a:pt x="922" y="414"/>
                  </a:lnTo>
                  <a:lnTo>
                    <a:pt x="928" y="414"/>
                  </a:lnTo>
                  <a:lnTo>
                    <a:pt x="932" y="414"/>
                  </a:lnTo>
                  <a:lnTo>
                    <a:pt x="938" y="410"/>
                  </a:lnTo>
                  <a:lnTo>
                    <a:pt x="942" y="404"/>
                  </a:lnTo>
                  <a:lnTo>
                    <a:pt x="948" y="404"/>
                  </a:lnTo>
                  <a:lnTo>
                    <a:pt x="954" y="402"/>
                  </a:lnTo>
                  <a:lnTo>
                    <a:pt x="956" y="400"/>
                  </a:lnTo>
                  <a:lnTo>
                    <a:pt x="958" y="396"/>
                  </a:lnTo>
                  <a:lnTo>
                    <a:pt x="954" y="398"/>
                  </a:lnTo>
                  <a:lnTo>
                    <a:pt x="952" y="394"/>
                  </a:lnTo>
                  <a:lnTo>
                    <a:pt x="954" y="394"/>
                  </a:lnTo>
                  <a:lnTo>
                    <a:pt x="952" y="392"/>
                  </a:lnTo>
                  <a:lnTo>
                    <a:pt x="950" y="390"/>
                  </a:lnTo>
                  <a:lnTo>
                    <a:pt x="950" y="392"/>
                  </a:lnTo>
                  <a:lnTo>
                    <a:pt x="948" y="394"/>
                  </a:lnTo>
                  <a:lnTo>
                    <a:pt x="946" y="394"/>
                  </a:lnTo>
                  <a:lnTo>
                    <a:pt x="944" y="392"/>
                  </a:lnTo>
                  <a:lnTo>
                    <a:pt x="942" y="392"/>
                  </a:lnTo>
                  <a:lnTo>
                    <a:pt x="942" y="388"/>
                  </a:lnTo>
                  <a:lnTo>
                    <a:pt x="942" y="386"/>
                  </a:lnTo>
                  <a:lnTo>
                    <a:pt x="932" y="388"/>
                  </a:lnTo>
                  <a:lnTo>
                    <a:pt x="922" y="386"/>
                  </a:lnTo>
                  <a:lnTo>
                    <a:pt x="922" y="382"/>
                  </a:lnTo>
                  <a:lnTo>
                    <a:pt x="922" y="380"/>
                  </a:lnTo>
                  <a:lnTo>
                    <a:pt x="922" y="376"/>
                  </a:lnTo>
                  <a:lnTo>
                    <a:pt x="920" y="376"/>
                  </a:lnTo>
                  <a:lnTo>
                    <a:pt x="918" y="374"/>
                  </a:lnTo>
                  <a:lnTo>
                    <a:pt x="914" y="372"/>
                  </a:lnTo>
                  <a:lnTo>
                    <a:pt x="910" y="372"/>
                  </a:lnTo>
                  <a:lnTo>
                    <a:pt x="906" y="362"/>
                  </a:lnTo>
                  <a:lnTo>
                    <a:pt x="902" y="364"/>
                  </a:lnTo>
                  <a:lnTo>
                    <a:pt x="904" y="358"/>
                  </a:lnTo>
                  <a:lnTo>
                    <a:pt x="902" y="358"/>
                  </a:lnTo>
                  <a:lnTo>
                    <a:pt x="902" y="356"/>
                  </a:lnTo>
                  <a:lnTo>
                    <a:pt x="914" y="356"/>
                  </a:lnTo>
                  <a:lnTo>
                    <a:pt x="914" y="350"/>
                  </a:lnTo>
                  <a:lnTo>
                    <a:pt x="904" y="348"/>
                  </a:lnTo>
                  <a:lnTo>
                    <a:pt x="904" y="344"/>
                  </a:lnTo>
                  <a:lnTo>
                    <a:pt x="904" y="338"/>
                  </a:lnTo>
                  <a:lnTo>
                    <a:pt x="902" y="338"/>
                  </a:lnTo>
                  <a:lnTo>
                    <a:pt x="900" y="338"/>
                  </a:lnTo>
                  <a:lnTo>
                    <a:pt x="898" y="336"/>
                  </a:lnTo>
                  <a:lnTo>
                    <a:pt x="896" y="332"/>
                  </a:lnTo>
                  <a:lnTo>
                    <a:pt x="898" y="326"/>
                  </a:lnTo>
                  <a:lnTo>
                    <a:pt x="886" y="326"/>
                  </a:lnTo>
                  <a:lnTo>
                    <a:pt x="894" y="322"/>
                  </a:lnTo>
                  <a:lnTo>
                    <a:pt x="888" y="310"/>
                  </a:lnTo>
                  <a:lnTo>
                    <a:pt x="882" y="310"/>
                  </a:lnTo>
                  <a:lnTo>
                    <a:pt x="882" y="308"/>
                  </a:lnTo>
                  <a:lnTo>
                    <a:pt x="880" y="308"/>
                  </a:lnTo>
                  <a:lnTo>
                    <a:pt x="880" y="302"/>
                  </a:lnTo>
                  <a:lnTo>
                    <a:pt x="880" y="294"/>
                  </a:lnTo>
                  <a:lnTo>
                    <a:pt x="876" y="292"/>
                  </a:lnTo>
                  <a:lnTo>
                    <a:pt x="878" y="288"/>
                  </a:lnTo>
                  <a:lnTo>
                    <a:pt x="878" y="284"/>
                  </a:lnTo>
                  <a:lnTo>
                    <a:pt x="874" y="284"/>
                  </a:lnTo>
                  <a:lnTo>
                    <a:pt x="868" y="296"/>
                  </a:lnTo>
                  <a:lnTo>
                    <a:pt x="864" y="308"/>
                  </a:lnTo>
                  <a:lnTo>
                    <a:pt x="862" y="306"/>
                  </a:lnTo>
                  <a:lnTo>
                    <a:pt x="862" y="302"/>
                  </a:lnTo>
                  <a:lnTo>
                    <a:pt x="858" y="306"/>
                  </a:lnTo>
                  <a:lnTo>
                    <a:pt x="858" y="310"/>
                  </a:lnTo>
                  <a:lnTo>
                    <a:pt x="856" y="310"/>
                  </a:lnTo>
                  <a:lnTo>
                    <a:pt x="854" y="308"/>
                  </a:lnTo>
                  <a:lnTo>
                    <a:pt x="854" y="312"/>
                  </a:lnTo>
                  <a:lnTo>
                    <a:pt x="852" y="316"/>
                  </a:lnTo>
                  <a:lnTo>
                    <a:pt x="844" y="322"/>
                  </a:lnTo>
                  <a:lnTo>
                    <a:pt x="836" y="314"/>
                  </a:lnTo>
                  <a:lnTo>
                    <a:pt x="834" y="316"/>
                  </a:lnTo>
                  <a:lnTo>
                    <a:pt x="834" y="318"/>
                  </a:lnTo>
                  <a:lnTo>
                    <a:pt x="832" y="318"/>
                  </a:lnTo>
                  <a:lnTo>
                    <a:pt x="830" y="308"/>
                  </a:lnTo>
                  <a:lnTo>
                    <a:pt x="822" y="308"/>
                  </a:lnTo>
                  <a:lnTo>
                    <a:pt x="814" y="306"/>
                  </a:lnTo>
                  <a:lnTo>
                    <a:pt x="814" y="296"/>
                  </a:lnTo>
                  <a:lnTo>
                    <a:pt x="812" y="286"/>
                  </a:lnTo>
                  <a:lnTo>
                    <a:pt x="816" y="286"/>
                  </a:lnTo>
                  <a:lnTo>
                    <a:pt x="818" y="284"/>
                  </a:lnTo>
                  <a:lnTo>
                    <a:pt x="818" y="282"/>
                  </a:lnTo>
                  <a:lnTo>
                    <a:pt x="816" y="282"/>
                  </a:lnTo>
                  <a:lnTo>
                    <a:pt x="814" y="282"/>
                  </a:lnTo>
                  <a:lnTo>
                    <a:pt x="820" y="270"/>
                  </a:lnTo>
                  <a:lnTo>
                    <a:pt x="818" y="272"/>
                  </a:lnTo>
                  <a:lnTo>
                    <a:pt x="816" y="274"/>
                  </a:lnTo>
                  <a:lnTo>
                    <a:pt x="812" y="274"/>
                  </a:lnTo>
                  <a:lnTo>
                    <a:pt x="806" y="272"/>
                  </a:lnTo>
                  <a:lnTo>
                    <a:pt x="806" y="270"/>
                  </a:lnTo>
                  <a:lnTo>
                    <a:pt x="808" y="268"/>
                  </a:lnTo>
                  <a:lnTo>
                    <a:pt x="810" y="266"/>
                  </a:lnTo>
                  <a:lnTo>
                    <a:pt x="806" y="264"/>
                  </a:lnTo>
                  <a:lnTo>
                    <a:pt x="802" y="266"/>
                  </a:lnTo>
                  <a:lnTo>
                    <a:pt x="796" y="266"/>
                  </a:lnTo>
                  <a:lnTo>
                    <a:pt x="792" y="266"/>
                  </a:lnTo>
                  <a:lnTo>
                    <a:pt x="792" y="260"/>
                  </a:lnTo>
                  <a:lnTo>
                    <a:pt x="790" y="260"/>
                  </a:lnTo>
                  <a:lnTo>
                    <a:pt x="790" y="256"/>
                  </a:lnTo>
                  <a:lnTo>
                    <a:pt x="786" y="252"/>
                  </a:lnTo>
                  <a:lnTo>
                    <a:pt x="782" y="248"/>
                  </a:lnTo>
                  <a:lnTo>
                    <a:pt x="772" y="242"/>
                  </a:lnTo>
                  <a:lnTo>
                    <a:pt x="766" y="244"/>
                  </a:lnTo>
                  <a:lnTo>
                    <a:pt x="762" y="250"/>
                  </a:lnTo>
                  <a:lnTo>
                    <a:pt x="758" y="250"/>
                  </a:lnTo>
                  <a:lnTo>
                    <a:pt x="752" y="250"/>
                  </a:lnTo>
                  <a:lnTo>
                    <a:pt x="752" y="252"/>
                  </a:lnTo>
                  <a:lnTo>
                    <a:pt x="748" y="254"/>
                  </a:lnTo>
                  <a:lnTo>
                    <a:pt x="744" y="252"/>
                  </a:lnTo>
                  <a:lnTo>
                    <a:pt x="734" y="250"/>
                  </a:lnTo>
                  <a:lnTo>
                    <a:pt x="726" y="250"/>
                  </a:lnTo>
                  <a:lnTo>
                    <a:pt x="722" y="252"/>
                  </a:lnTo>
                  <a:lnTo>
                    <a:pt x="720" y="256"/>
                  </a:lnTo>
                  <a:lnTo>
                    <a:pt x="726" y="258"/>
                  </a:lnTo>
                  <a:lnTo>
                    <a:pt x="726" y="262"/>
                  </a:lnTo>
                  <a:lnTo>
                    <a:pt x="724" y="262"/>
                  </a:lnTo>
                  <a:lnTo>
                    <a:pt x="724" y="264"/>
                  </a:lnTo>
                  <a:lnTo>
                    <a:pt x="724" y="266"/>
                  </a:lnTo>
                  <a:lnTo>
                    <a:pt x="720" y="274"/>
                  </a:lnTo>
                  <a:lnTo>
                    <a:pt x="718" y="274"/>
                  </a:lnTo>
                  <a:lnTo>
                    <a:pt x="720" y="278"/>
                  </a:lnTo>
                  <a:lnTo>
                    <a:pt x="724" y="278"/>
                  </a:lnTo>
                  <a:lnTo>
                    <a:pt x="724" y="286"/>
                  </a:lnTo>
                  <a:lnTo>
                    <a:pt x="724" y="288"/>
                  </a:lnTo>
                  <a:lnTo>
                    <a:pt x="728" y="292"/>
                  </a:lnTo>
                  <a:lnTo>
                    <a:pt x="728" y="294"/>
                  </a:lnTo>
                  <a:lnTo>
                    <a:pt x="728" y="296"/>
                  </a:lnTo>
                  <a:lnTo>
                    <a:pt x="726" y="294"/>
                  </a:lnTo>
                  <a:lnTo>
                    <a:pt x="724" y="298"/>
                  </a:lnTo>
                  <a:lnTo>
                    <a:pt x="720" y="296"/>
                  </a:lnTo>
                  <a:lnTo>
                    <a:pt x="722" y="300"/>
                  </a:lnTo>
                  <a:lnTo>
                    <a:pt x="724" y="302"/>
                  </a:lnTo>
                  <a:lnTo>
                    <a:pt x="724" y="306"/>
                  </a:lnTo>
                  <a:lnTo>
                    <a:pt x="718" y="306"/>
                  </a:lnTo>
                  <a:lnTo>
                    <a:pt x="712" y="308"/>
                  </a:lnTo>
                  <a:lnTo>
                    <a:pt x="712" y="318"/>
                  </a:lnTo>
                  <a:lnTo>
                    <a:pt x="718" y="320"/>
                  </a:lnTo>
                  <a:lnTo>
                    <a:pt x="724" y="322"/>
                  </a:lnTo>
                  <a:lnTo>
                    <a:pt x="726" y="324"/>
                  </a:lnTo>
                  <a:lnTo>
                    <a:pt x="728" y="330"/>
                  </a:lnTo>
                  <a:lnTo>
                    <a:pt x="728" y="336"/>
                  </a:lnTo>
                  <a:lnTo>
                    <a:pt x="730" y="340"/>
                  </a:lnTo>
                  <a:lnTo>
                    <a:pt x="734" y="342"/>
                  </a:lnTo>
                  <a:lnTo>
                    <a:pt x="738" y="346"/>
                  </a:lnTo>
                  <a:lnTo>
                    <a:pt x="736" y="352"/>
                  </a:lnTo>
                  <a:lnTo>
                    <a:pt x="734" y="362"/>
                  </a:lnTo>
                  <a:lnTo>
                    <a:pt x="734" y="360"/>
                  </a:lnTo>
                  <a:lnTo>
                    <a:pt x="738" y="360"/>
                  </a:lnTo>
                  <a:lnTo>
                    <a:pt x="738" y="362"/>
                  </a:lnTo>
                  <a:lnTo>
                    <a:pt x="738" y="366"/>
                  </a:lnTo>
                  <a:lnTo>
                    <a:pt x="736" y="366"/>
                  </a:lnTo>
                  <a:lnTo>
                    <a:pt x="734" y="366"/>
                  </a:lnTo>
                  <a:lnTo>
                    <a:pt x="728" y="376"/>
                  </a:lnTo>
                  <a:lnTo>
                    <a:pt x="718" y="386"/>
                  </a:lnTo>
                  <a:lnTo>
                    <a:pt x="706" y="392"/>
                  </a:lnTo>
                  <a:lnTo>
                    <a:pt x="712" y="420"/>
                  </a:lnTo>
                  <a:lnTo>
                    <a:pt x="712" y="434"/>
                  </a:lnTo>
                  <a:lnTo>
                    <a:pt x="710" y="446"/>
                  </a:lnTo>
                  <a:lnTo>
                    <a:pt x="704" y="446"/>
                  </a:lnTo>
                  <a:lnTo>
                    <a:pt x="702" y="450"/>
                  </a:lnTo>
                  <a:lnTo>
                    <a:pt x="700" y="452"/>
                  </a:lnTo>
                  <a:lnTo>
                    <a:pt x="698" y="452"/>
                  </a:lnTo>
                  <a:lnTo>
                    <a:pt x="692" y="450"/>
                  </a:lnTo>
                  <a:lnTo>
                    <a:pt x="680" y="438"/>
                  </a:lnTo>
                  <a:lnTo>
                    <a:pt x="680" y="434"/>
                  </a:lnTo>
                  <a:lnTo>
                    <a:pt x="680" y="432"/>
                  </a:lnTo>
                  <a:lnTo>
                    <a:pt x="680" y="430"/>
                  </a:lnTo>
                  <a:lnTo>
                    <a:pt x="672" y="426"/>
                  </a:lnTo>
                  <a:lnTo>
                    <a:pt x="672" y="422"/>
                  </a:lnTo>
                  <a:lnTo>
                    <a:pt x="672" y="416"/>
                  </a:lnTo>
                  <a:lnTo>
                    <a:pt x="670" y="416"/>
                  </a:lnTo>
                  <a:lnTo>
                    <a:pt x="670" y="414"/>
                  </a:lnTo>
                  <a:lnTo>
                    <a:pt x="672" y="412"/>
                  </a:lnTo>
                  <a:lnTo>
                    <a:pt x="670" y="408"/>
                  </a:lnTo>
                  <a:lnTo>
                    <a:pt x="672" y="408"/>
                  </a:lnTo>
                  <a:lnTo>
                    <a:pt x="672" y="406"/>
                  </a:lnTo>
                  <a:lnTo>
                    <a:pt x="674" y="396"/>
                  </a:lnTo>
                  <a:lnTo>
                    <a:pt x="672" y="394"/>
                  </a:lnTo>
                  <a:lnTo>
                    <a:pt x="672" y="392"/>
                  </a:lnTo>
                  <a:lnTo>
                    <a:pt x="672" y="390"/>
                  </a:lnTo>
                  <a:lnTo>
                    <a:pt x="674" y="390"/>
                  </a:lnTo>
                  <a:lnTo>
                    <a:pt x="672" y="386"/>
                  </a:lnTo>
                  <a:lnTo>
                    <a:pt x="666" y="384"/>
                  </a:lnTo>
                  <a:lnTo>
                    <a:pt x="658" y="384"/>
                  </a:lnTo>
                  <a:lnTo>
                    <a:pt x="652" y="384"/>
                  </a:lnTo>
                  <a:lnTo>
                    <a:pt x="644" y="384"/>
                  </a:lnTo>
                  <a:lnTo>
                    <a:pt x="638" y="380"/>
                  </a:lnTo>
                  <a:lnTo>
                    <a:pt x="632" y="376"/>
                  </a:lnTo>
                  <a:lnTo>
                    <a:pt x="614" y="370"/>
                  </a:lnTo>
                  <a:lnTo>
                    <a:pt x="612" y="368"/>
                  </a:lnTo>
                  <a:lnTo>
                    <a:pt x="612" y="364"/>
                  </a:lnTo>
                  <a:lnTo>
                    <a:pt x="612" y="360"/>
                  </a:lnTo>
                  <a:lnTo>
                    <a:pt x="610" y="358"/>
                  </a:lnTo>
                  <a:lnTo>
                    <a:pt x="606" y="356"/>
                  </a:lnTo>
                  <a:lnTo>
                    <a:pt x="602" y="356"/>
                  </a:lnTo>
                  <a:lnTo>
                    <a:pt x="592" y="348"/>
                  </a:lnTo>
                  <a:lnTo>
                    <a:pt x="586" y="348"/>
                  </a:lnTo>
                  <a:lnTo>
                    <a:pt x="582" y="346"/>
                  </a:lnTo>
                  <a:lnTo>
                    <a:pt x="578" y="344"/>
                  </a:lnTo>
                  <a:lnTo>
                    <a:pt x="574" y="342"/>
                  </a:lnTo>
                  <a:lnTo>
                    <a:pt x="568" y="344"/>
                  </a:lnTo>
                  <a:lnTo>
                    <a:pt x="560" y="348"/>
                  </a:lnTo>
                  <a:lnTo>
                    <a:pt x="554" y="332"/>
                  </a:lnTo>
                  <a:lnTo>
                    <a:pt x="548" y="314"/>
                  </a:lnTo>
                  <a:lnTo>
                    <a:pt x="540" y="314"/>
                  </a:lnTo>
                  <a:lnTo>
                    <a:pt x="536" y="316"/>
                  </a:lnTo>
                  <a:lnTo>
                    <a:pt x="532" y="314"/>
                  </a:lnTo>
                  <a:lnTo>
                    <a:pt x="530" y="308"/>
                  </a:lnTo>
                  <a:lnTo>
                    <a:pt x="526" y="304"/>
                  </a:lnTo>
                  <a:lnTo>
                    <a:pt x="528" y="290"/>
                  </a:lnTo>
                  <a:lnTo>
                    <a:pt x="534" y="286"/>
                  </a:lnTo>
                  <a:lnTo>
                    <a:pt x="532" y="284"/>
                  </a:lnTo>
                  <a:lnTo>
                    <a:pt x="532" y="282"/>
                  </a:lnTo>
                  <a:lnTo>
                    <a:pt x="530" y="280"/>
                  </a:lnTo>
                  <a:lnTo>
                    <a:pt x="532" y="280"/>
                  </a:lnTo>
                  <a:lnTo>
                    <a:pt x="536" y="280"/>
                  </a:lnTo>
                  <a:lnTo>
                    <a:pt x="536" y="274"/>
                  </a:lnTo>
                  <a:lnTo>
                    <a:pt x="536" y="270"/>
                  </a:lnTo>
                  <a:lnTo>
                    <a:pt x="540" y="268"/>
                  </a:lnTo>
                  <a:lnTo>
                    <a:pt x="542" y="266"/>
                  </a:lnTo>
                  <a:lnTo>
                    <a:pt x="544" y="264"/>
                  </a:lnTo>
                  <a:lnTo>
                    <a:pt x="544" y="262"/>
                  </a:lnTo>
                  <a:lnTo>
                    <a:pt x="548" y="262"/>
                  </a:lnTo>
                  <a:lnTo>
                    <a:pt x="550" y="262"/>
                  </a:lnTo>
                  <a:lnTo>
                    <a:pt x="550" y="258"/>
                  </a:lnTo>
                  <a:lnTo>
                    <a:pt x="550" y="252"/>
                  </a:lnTo>
                  <a:lnTo>
                    <a:pt x="554" y="252"/>
                  </a:lnTo>
                  <a:lnTo>
                    <a:pt x="554" y="250"/>
                  </a:lnTo>
                  <a:lnTo>
                    <a:pt x="556" y="252"/>
                  </a:lnTo>
                  <a:lnTo>
                    <a:pt x="558" y="252"/>
                  </a:lnTo>
                  <a:lnTo>
                    <a:pt x="560" y="252"/>
                  </a:lnTo>
                  <a:lnTo>
                    <a:pt x="560" y="250"/>
                  </a:lnTo>
                  <a:lnTo>
                    <a:pt x="558" y="248"/>
                  </a:lnTo>
                  <a:lnTo>
                    <a:pt x="564" y="244"/>
                  </a:lnTo>
                  <a:lnTo>
                    <a:pt x="562" y="244"/>
                  </a:lnTo>
                  <a:lnTo>
                    <a:pt x="560" y="244"/>
                  </a:lnTo>
                  <a:lnTo>
                    <a:pt x="560" y="242"/>
                  </a:lnTo>
                  <a:lnTo>
                    <a:pt x="564" y="242"/>
                  </a:lnTo>
                  <a:lnTo>
                    <a:pt x="566" y="244"/>
                  </a:lnTo>
                  <a:lnTo>
                    <a:pt x="568" y="244"/>
                  </a:lnTo>
                  <a:lnTo>
                    <a:pt x="572" y="244"/>
                  </a:lnTo>
                  <a:lnTo>
                    <a:pt x="578" y="240"/>
                  </a:lnTo>
                  <a:lnTo>
                    <a:pt x="578" y="236"/>
                  </a:lnTo>
                  <a:lnTo>
                    <a:pt x="580" y="234"/>
                  </a:lnTo>
                  <a:lnTo>
                    <a:pt x="574" y="230"/>
                  </a:lnTo>
                  <a:lnTo>
                    <a:pt x="574" y="226"/>
                  </a:lnTo>
                  <a:lnTo>
                    <a:pt x="578" y="228"/>
                  </a:lnTo>
                  <a:lnTo>
                    <a:pt x="582" y="228"/>
                  </a:lnTo>
                  <a:lnTo>
                    <a:pt x="584" y="214"/>
                  </a:lnTo>
                  <a:lnTo>
                    <a:pt x="590" y="214"/>
                  </a:lnTo>
                  <a:lnTo>
                    <a:pt x="590" y="212"/>
                  </a:lnTo>
                  <a:lnTo>
                    <a:pt x="592" y="212"/>
                  </a:lnTo>
                  <a:lnTo>
                    <a:pt x="598" y="212"/>
                  </a:lnTo>
                  <a:lnTo>
                    <a:pt x="600" y="214"/>
                  </a:lnTo>
                  <a:lnTo>
                    <a:pt x="602" y="214"/>
                  </a:lnTo>
                  <a:lnTo>
                    <a:pt x="610" y="212"/>
                  </a:lnTo>
                  <a:lnTo>
                    <a:pt x="612" y="210"/>
                  </a:lnTo>
                  <a:lnTo>
                    <a:pt x="616" y="210"/>
                  </a:lnTo>
                  <a:lnTo>
                    <a:pt x="614" y="206"/>
                  </a:lnTo>
                  <a:lnTo>
                    <a:pt x="614" y="202"/>
                  </a:lnTo>
                  <a:lnTo>
                    <a:pt x="616" y="202"/>
                  </a:lnTo>
                  <a:lnTo>
                    <a:pt x="616" y="198"/>
                  </a:lnTo>
                  <a:lnTo>
                    <a:pt x="618" y="200"/>
                  </a:lnTo>
                  <a:lnTo>
                    <a:pt x="618" y="198"/>
                  </a:lnTo>
                  <a:lnTo>
                    <a:pt x="616" y="196"/>
                  </a:lnTo>
                  <a:lnTo>
                    <a:pt x="580" y="194"/>
                  </a:lnTo>
                  <a:lnTo>
                    <a:pt x="588" y="190"/>
                  </a:lnTo>
                  <a:lnTo>
                    <a:pt x="590" y="184"/>
                  </a:lnTo>
                  <a:lnTo>
                    <a:pt x="592" y="184"/>
                  </a:lnTo>
                  <a:lnTo>
                    <a:pt x="592" y="186"/>
                  </a:lnTo>
                  <a:lnTo>
                    <a:pt x="602" y="186"/>
                  </a:lnTo>
                  <a:lnTo>
                    <a:pt x="610" y="188"/>
                  </a:lnTo>
                  <a:lnTo>
                    <a:pt x="614" y="190"/>
                  </a:lnTo>
                  <a:lnTo>
                    <a:pt x="622" y="196"/>
                  </a:lnTo>
                  <a:lnTo>
                    <a:pt x="622" y="192"/>
                  </a:lnTo>
                  <a:lnTo>
                    <a:pt x="622" y="190"/>
                  </a:lnTo>
                  <a:lnTo>
                    <a:pt x="628" y="186"/>
                  </a:lnTo>
                  <a:lnTo>
                    <a:pt x="624" y="174"/>
                  </a:lnTo>
                  <a:lnTo>
                    <a:pt x="634" y="172"/>
                  </a:lnTo>
                  <a:lnTo>
                    <a:pt x="636" y="174"/>
                  </a:lnTo>
                  <a:lnTo>
                    <a:pt x="638" y="178"/>
                  </a:lnTo>
                  <a:lnTo>
                    <a:pt x="642" y="180"/>
                  </a:lnTo>
                  <a:lnTo>
                    <a:pt x="646" y="182"/>
                  </a:lnTo>
                  <a:lnTo>
                    <a:pt x="652" y="180"/>
                  </a:lnTo>
                  <a:lnTo>
                    <a:pt x="652" y="176"/>
                  </a:lnTo>
                  <a:lnTo>
                    <a:pt x="646" y="174"/>
                  </a:lnTo>
                  <a:lnTo>
                    <a:pt x="646" y="172"/>
                  </a:lnTo>
                  <a:lnTo>
                    <a:pt x="648" y="172"/>
                  </a:lnTo>
                  <a:lnTo>
                    <a:pt x="650" y="170"/>
                  </a:lnTo>
                  <a:lnTo>
                    <a:pt x="652" y="170"/>
                  </a:lnTo>
                  <a:lnTo>
                    <a:pt x="652" y="172"/>
                  </a:lnTo>
                  <a:lnTo>
                    <a:pt x="658" y="176"/>
                  </a:lnTo>
                  <a:lnTo>
                    <a:pt x="662" y="172"/>
                  </a:lnTo>
                  <a:lnTo>
                    <a:pt x="666" y="168"/>
                  </a:lnTo>
                  <a:lnTo>
                    <a:pt x="668" y="168"/>
                  </a:lnTo>
                  <a:lnTo>
                    <a:pt x="670" y="168"/>
                  </a:lnTo>
                  <a:lnTo>
                    <a:pt x="672" y="164"/>
                  </a:lnTo>
                  <a:lnTo>
                    <a:pt x="682" y="160"/>
                  </a:lnTo>
                  <a:lnTo>
                    <a:pt x="692" y="158"/>
                  </a:lnTo>
                  <a:lnTo>
                    <a:pt x="692" y="152"/>
                  </a:lnTo>
                  <a:lnTo>
                    <a:pt x="692" y="148"/>
                  </a:lnTo>
                  <a:lnTo>
                    <a:pt x="686" y="146"/>
                  </a:lnTo>
                  <a:lnTo>
                    <a:pt x="680" y="142"/>
                  </a:lnTo>
                  <a:lnTo>
                    <a:pt x="676" y="138"/>
                  </a:lnTo>
                  <a:lnTo>
                    <a:pt x="676" y="134"/>
                  </a:lnTo>
                  <a:lnTo>
                    <a:pt x="676" y="130"/>
                  </a:lnTo>
                  <a:lnTo>
                    <a:pt x="678" y="130"/>
                  </a:lnTo>
                  <a:lnTo>
                    <a:pt x="678" y="128"/>
                  </a:lnTo>
                  <a:lnTo>
                    <a:pt x="680" y="128"/>
                  </a:lnTo>
                  <a:lnTo>
                    <a:pt x="682" y="126"/>
                  </a:lnTo>
                  <a:lnTo>
                    <a:pt x="684" y="124"/>
                  </a:lnTo>
                  <a:lnTo>
                    <a:pt x="680" y="124"/>
                  </a:lnTo>
                  <a:lnTo>
                    <a:pt x="678" y="124"/>
                  </a:lnTo>
                  <a:lnTo>
                    <a:pt x="680" y="120"/>
                  </a:lnTo>
                  <a:lnTo>
                    <a:pt x="684" y="114"/>
                  </a:lnTo>
                  <a:lnTo>
                    <a:pt x="684" y="112"/>
                  </a:lnTo>
                  <a:lnTo>
                    <a:pt x="684" y="110"/>
                  </a:lnTo>
                  <a:lnTo>
                    <a:pt x="684" y="108"/>
                  </a:lnTo>
                  <a:lnTo>
                    <a:pt x="680" y="110"/>
                  </a:lnTo>
                  <a:lnTo>
                    <a:pt x="678" y="112"/>
                  </a:lnTo>
                  <a:lnTo>
                    <a:pt x="676" y="110"/>
                  </a:lnTo>
                  <a:lnTo>
                    <a:pt x="672" y="110"/>
                  </a:lnTo>
                  <a:lnTo>
                    <a:pt x="670" y="98"/>
                  </a:lnTo>
                  <a:lnTo>
                    <a:pt x="654" y="98"/>
                  </a:lnTo>
                  <a:lnTo>
                    <a:pt x="640" y="96"/>
                  </a:lnTo>
                  <a:lnTo>
                    <a:pt x="644" y="108"/>
                  </a:lnTo>
                  <a:lnTo>
                    <a:pt x="648" y="118"/>
                  </a:lnTo>
                  <a:lnTo>
                    <a:pt x="646" y="120"/>
                  </a:lnTo>
                  <a:lnTo>
                    <a:pt x="646" y="122"/>
                  </a:lnTo>
                  <a:lnTo>
                    <a:pt x="640" y="122"/>
                  </a:lnTo>
                  <a:lnTo>
                    <a:pt x="638" y="136"/>
                  </a:lnTo>
                  <a:lnTo>
                    <a:pt x="634" y="136"/>
                  </a:lnTo>
                  <a:lnTo>
                    <a:pt x="628" y="148"/>
                  </a:lnTo>
                  <a:lnTo>
                    <a:pt x="626" y="152"/>
                  </a:lnTo>
                  <a:lnTo>
                    <a:pt x="622" y="158"/>
                  </a:lnTo>
                  <a:lnTo>
                    <a:pt x="624" y="158"/>
                  </a:lnTo>
                  <a:lnTo>
                    <a:pt x="622" y="158"/>
                  </a:lnTo>
                  <a:lnTo>
                    <a:pt x="616" y="158"/>
                  </a:lnTo>
                  <a:lnTo>
                    <a:pt x="614" y="154"/>
                  </a:lnTo>
                  <a:lnTo>
                    <a:pt x="612" y="148"/>
                  </a:lnTo>
                  <a:lnTo>
                    <a:pt x="610" y="146"/>
                  </a:lnTo>
                  <a:lnTo>
                    <a:pt x="606" y="144"/>
                  </a:lnTo>
                  <a:lnTo>
                    <a:pt x="604" y="140"/>
                  </a:lnTo>
                  <a:lnTo>
                    <a:pt x="602" y="136"/>
                  </a:lnTo>
                  <a:lnTo>
                    <a:pt x="604" y="132"/>
                  </a:lnTo>
                  <a:lnTo>
                    <a:pt x="606" y="128"/>
                  </a:lnTo>
                  <a:lnTo>
                    <a:pt x="610" y="118"/>
                  </a:lnTo>
                  <a:lnTo>
                    <a:pt x="612" y="118"/>
                  </a:lnTo>
                  <a:lnTo>
                    <a:pt x="612" y="116"/>
                  </a:lnTo>
                  <a:lnTo>
                    <a:pt x="610" y="116"/>
                  </a:lnTo>
                  <a:lnTo>
                    <a:pt x="608" y="112"/>
                  </a:lnTo>
                  <a:lnTo>
                    <a:pt x="606" y="106"/>
                  </a:lnTo>
                  <a:lnTo>
                    <a:pt x="596" y="110"/>
                  </a:lnTo>
                  <a:lnTo>
                    <a:pt x="594" y="128"/>
                  </a:lnTo>
                  <a:lnTo>
                    <a:pt x="590" y="128"/>
                  </a:lnTo>
                  <a:lnTo>
                    <a:pt x="588" y="130"/>
                  </a:lnTo>
                  <a:lnTo>
                    <a:pt x="588" y="132"/>
                  </a:lnTo>
                  <a:lnTo>
                    <a:pt x="588" y="134"/>
                  </a:lnTo>
                  <a:lnTo>
                    <a:pt x="584" y="134"/>
                  </a:lnTo>
                  <a:lnTo>
                    <a:pt x="584" y="132"/>
                  </a:lnTo>
                  <a:lnTo>
                    <a:pt x="586" y="130"/>
                  </a:lnTo>
                  <a:lnTo>
                    <a:pt x="582" y="124"/>
                  </a:lnTo>
                  <a:lnTo>
                    <a:pt x="582" y="118"/>
                  </a:lnTo>
                  <a:lnTo>
                    <a:pt x="580" y="114"/>
                  </a:lnTo>
                  <a:lnTo>
                    <a:pt x="578" y="110"/>
                  </a:lnTo>
                  <a:lnTo>
                    <a:pt x="576" y="108"/>
                  </a:lnTo>
                  <a:lnTo>
                    <a:pt x="572" y="108"/>
                  </a:lnTo>
                  <a:lnTo>
                    <a:pt x="564" y="106"/>
                  </a:lnTo>
                  <a:lnTo>
                    <a:pt x="560" y="100"/>
                  </a:lnTo>
                  <a:lnTo>
                    <a:pt x="568" y="90"/>
                  </a:lnTo>
                  <a:lnTo>
                    <a:pt x="570" y="90"/>
                  </a:lnTo>
                  <a:lnTo>
                    <a:pt x="568" y="88"/>
                  </a:lnTo>
                  <a:lnTo>
                    <a:pt x="564" y="88"/>
                  </a:lnTo>
                  <a:lnTo>
                    <a:pt x="562" y="90"/>
                  </a:lnTo>
                  <a:lnTo>
                    <a:pt x="560" y="90"/>
                  </a:lnTo>
                  <a:lnTo>
                    <a:pt x="562" y="86"/>
                  </a:lnTo>
                  <a:lnTo>
                    <a:pt x="562" y="82"/>
                  </a:lnTo>
                  <a:lnTo>
                    <a:pt x="574" y="86"/>
                  </a:lnTo>
                  <a:lnTo>
                    <a:pt x="574" y="82"/>
                  </a:lnTo>
                  <a:lnTo>
                    <a:pt x="574" y="80"/>
                  </a:lnTo>
                  <a:lnTo>
                    <a:pt x="572" y="80"/>
                  </a:lnTo>
                  <a:lnTo>
                    <a:pt x="570" y="80"/>
                  </a:lnTo>
                  <a:lnTo>
                    <a:pt x="570" y="76"/>
                  </a:lnTo>
                  <a:lnTo>
                    <a:pt x="562" y="76"/>
                  </a:lnTo>
                  <a:lnTo>
                    <a:pt x="558" y="68"/>
                  </a:lnTo>
                  <a:lnTo>
                    <a:pt x="552" y="66"/>
                  </a:lnTo>
                  <a:lnTo>
                    <a:pt x="546" y="64"/>
                  </a:lnTo>
                  <a:lnTo>
                    <a:pt x="546" y="62"/>
                  </a:lnTo>
                  <a:lnTo>
                    <a:pt x="536" y="58"/>
                  </a:lnTo>
                  <a:lnTo>
                    <a:pt x="536" y="54"/>
                  </a:lnTo>
                  <a:lnTo>
                    <a:pt x="534" y="56"/>
                  </a:lnTo>
                  <a:lnTo>
                    <a:pt x="536" y="46"/>
                  </a:lnTo>
                  <a:lnTo>
                    <a:pt x="540" y="46"/>
                  </a:lnTo>
                  <a:lnTo>
                    <a:pt x="540" y="42"/>
                  </a:lnTo>
                  <a:lnTo>
                    <a:pt x="540" y="40"/>
                  </a:lnTo>
                  <a:lnTo>
                    <a:pt x="538" y="40"/>
                  </a:lnTo>
                  <a:lnTo>
                    <a:pt x="536" y="36"/>
                  </a:lnTo>
                  <a:lnTo>
                    <a:pt x="540" y="34"/>
                  </a:lnTo>
                  <a:lnTo>
                    <a:pt x="552" y="32"/>
                  </a:lnTo>
                  <a:lnTo>
                    <a:pt x="560" y="30"/>
                  </a:lnTo>
                  <a:lnTo>
                    <a:pt x="566" y="30"/>
                  </a:lnTo>
                  <a:lnTo>
                    <a:pt x="572" y="28"/>
                  </a:lnTo>
                  <a:lnTo>
                    <a:pt x="574" y="24"/>
                  </a:lnTo>
                  <a:lnTo>
                    <a:pt x="578" y="18"/>
                  </a:lnTo>
                  <a:lnTo>
                    <a:pt x="582" y="8"/>
                  </a:lnTo>
                  <a:lnTo>
                    <a:pt x="574" y="6"/>
                  </a:lnTo>
                  <a:lnTo>
                    <a:pt x="566" y="6"/>
                  </a:lnTo>
                  <a:lnTo>
                    <a:pt x="560" y="8"/>
                  </a:lnTo>
                  <a:lnTo>
                    <a:pt x="560" y="4"/>
                  </a:lnTo>
                  <a:lnTo>
                    <a:pt x="552" y="0"/>
                  </a:lnTo>
                  <a:lnTo>
                    <a:pt x="546" y="0"/>
                  </a:lnTo>
                  <a:lnTo>
                    <a:pt x="540" y="0"/>
                  </a:lnTo>
                  <a:lnTo>
                    <a:pt x="538" y="4"/>
                  </a:lnTo>
                  <a:lnTo>
                    <a:pt x="524" y="4"/>
                  </a:lnTo>
                  <a:lnTo>
                    <a:pt x="524" y="8"/>
                  </a:lnTo>
                  <a:lnTo>
                    <a:pt x="520" y="10"/>
                  </a:lnTo>
                  <a:lnTo>
                    <a:pt x="522" y="26"/>
                  </a:lnTo>
                  <a:lnTo>
                    <a:pt x="528" y="34"/>
                  </a:lnTo>
                  <a:lnTo>
                    <a:pt x="526" y="34"/>
                  </a:lnTo>
                  <a:lnTo>
                    <a:pt x="524" y="36"/>
                  </a:lnTo>
                  <a:lnTo>
                    <a:pt x="530" y="40"/>
                  </a:lnTo>
                  <a:lnTo>
                    <a:pt x="530" y="50"/>
                  </a:lnTo>
                  <a:lnTo>
                    <a:pt x="528" y="52"/>
                  </a:lnTo>
                  <a:lnTo>
                    <a:pt x="526" y="54"/>
                  </a:lnTo>
                  <a:lnTo>
                    <a:pt x="522" y="56"/>
                  </a:lnTo>
                  <a:lnTo>
                    <a:pt x="522" y="58"/>
                  </a:lnTo>
                  <a:lnTo>
                    <a:pt x="522" y="62"/>
                  </a:lnTo>
                  <a:lnTo>
                    <a:pt x="526" y="62"/>
                  </a:lnTo>
                  <a:lnTo>
                    <a:pt x="526" y="64"/>
                  </a:lnTo>
                  <a:lnTo>
                    <a:pt x="522" y="64"/>
                  </a:lnTo>
                  <a:lnTo>
                    <a:pt x="520" y="62"/>
                  </a:lnTo>
                  <a:lnTo>
                    <a:pt x="516" y="72"/>
                  </a:lnTo>
                  <a:lnTo>
                    <a:pt x="514" y="78"/>
                  </a:lnTo>
                  <a:lnTo>
                    <a:pt x="518" y="82"/>
                  </a:lnTo>
                  <a:lnTo>
                    <a:pt x="512" y="82"/>
                  </a:lnTo>
                  <a:lnTo>
                    <a:pt x="512" y="84"/>
                  </a:lnTo>
                  <a:lnTo>
                    <a:pt x="510" y="86"/>
                  </a:lnTo>
                  <a:lnTo>
                    <a:pt x="520" y="94"/>
                  </a:lnTo>
                  <a:lnTo>
                    <a:pt x="518" y="96"/>
                  </a:lnTo>
                  <a:lnTo>
                    <a:pt x="516" y="98"/>
                  </a:lnTo>
                  <a:lnTo>
                    <a:pt x="518" y="100"/>
                  </a:lnTo>
                  <a:lnTo>
                    <a:pt x="522" y="100"/>
                  </a:lnTo>
                  <a:lnTo>
                    <a:pt x="522" y="102"/>
                  </a:lnTo>
                  <a:lnTo>
                    <a:pt x="524" y="102"/>
                  </a:lnTo>
                  <a:lnTo>
                    <a:pt x="524" y="98"/>
                  </a:lnTo>
                  <a:lnTo>
                    <a:pt x="524" y="94"/>
                  </a:lnTo>
                  <a:lnTo>
                    <a:pt x="528" y="94"/>
                  </a:lnTo>
                  <a:lnTo>
                    <a:pt x="530" y="94"/>
                  </a:lnTo>
                  <a:lnTo>
                    <a:pt x="536" y="102"/>
                  </a:lnTo>
                  <a:lnTo>
                    <a:pt x="540" y="104"/>
                  </a:lnTo>
                  <a:lnTo>
                    <a:pt x="546" y="102"/>
                  </a:lnTo>
                  <a:lnTo>
                    <a:pt x="554" y="98"/>
                  </a:lnTo>
                  <a:lnTo>
                    <a:pt x="554" y="102"/>
                  </a:lnTo>
                  <a:lnTo>
                    <a:pt x="548" y="102"/>
                  </a:lnTo>
                  <a:lnTo>
                    <a:pt x="546" y="108"/>
                  </a:lnTo>
                  <a:lnTo>
                    <a:pt x="548" y="112"/>
                  </a:lnTo>
                  <a:lnTo>
                    <a:pt x="542" y="110"/>
                  </a:lnTo>
                  <a:lnTo>
                    <a:pt x="536" y="110"/>
                  </a:lnTo>
                  <a:lnTo>
                    <a:pt x="534" y="124"/>
                  </a:lnTo>
                  <a:lnTo>
                    <a:pt x="540" y="122"/>
                  </a:lnTo>
                  <a:lnTo>
                    <a:pt x="544" y="122"/>
                  </a:lnTo>
                  <a:lnTo>
                    <a:pt x="544" y="124"/>
                  </a:lnTo>
                  <a:lnTo>
                    <a:pt x="544" y="126"/>
                  </a:lnTo>
                  <a:lnTo>
                    <a:pt x="546" y="128"/>
                  </a:lnTo>
                  <a:lnTo>
                    <a:pt x="540" y="128"/>
                  </a:lnTo>
                  <a:lnTo>
                    <a:pt x="536" y="130"/>
                  </a:lnTo>
                  <a:lnTo>
                    <a:pt x="528" y="136"/>
                  </a:lnTo>
                  <a:lnTo>
                    <a:pt x="522" y="144"/>
                  </a:lnTo>
                  <a:lnTo>
                    <a:pt x="520" y="148"/>
                  </a:lnTo>
                  <a:lnTo>
                    <a:pt x="518" y="152"/>
                  </a:lnTo>
                  <a:lnTo>
                    <a:pt x="520" y="156"/>
                  </a:lnTo>
                  <a:lnTo>
                    <a:pt x="524" y="158"/>
                  </a:lnTo>
                  <a:lnTo>
                    <a:pt x="524" y="160"/>
                  </a:lnTo>
                  <a:lnTo>
                    <a:pt x="522" y="162"/>
                  </a:lnTo>
                  <a:lnTo>
                    <a:pt x="514" y="158"/>
                  </a:lnTo>
                  <a:lnTo>
                    <a:pt x="510" y="152"/>
                  </a:lnTo>
                  <a:lnTo>
                    <a:pt x="508" y="148"/>
                  </a:lnTo>
                  <a:lnTo>
                    <a:pt x="506" y="132"/>
                  </a:lnTo>
                  <a:lnTo>
                    <a:pt x="504" y="134"/>
                  </a:lnTo>
                  <a:lnTo>
                    <a:pt x="504" y="136"/>
                  </a:lnTo>
                  <a:lnTo>
                    <a:pt x="502" y="136"/>
                  </a:lnTo>
                  <a:lnTo>
                    <a:pt x="492" y="126"/>
                  </a:lnTo>
                  <a:lnTo>
                    <a:pt x="488" y="132"/>
                  </a:lnTo>
                  <a:lnTo>
                    <a:pt x="488" y="138"/>
                  </a:lnTo>
                  <a:lnTo>
                    <a:pt x="490" y="142"/>
                  </a:lnTo>
                  <a:lnTo>
                    <a:pt x="480" y="144"/>
                  </a:lnTo>
                  <a:lnTo>
                    <a:pt x="474" y="144"/>
                  </a:lnTo>
                  <a:lnTo>
                    <a:pt x="468" y="144"/>
                  </a:lnTo>
                  <a:lnTo>
                    <a:pt x="466" y="140"/>
                  </a:lnTo>
                  <a:lnTo>
                    <a:pt x="462" y="140"/>
                  </a:lnTo>
                  <a:lnTo>
                    <a:pt x="458" y="142"/>
                  </a:lnTo>
                  <a:lnTo>
                    <a:pt x="456" y="146"/>
                  </a:lnTo>
                  <a:lnTo>
                    <a:pt x="452" y="146"/>
                  </a:lnTo>
                  <a:lnTo>
                    <a:pt x="450" y="144"/>
                  </a:lnTo>
                  <a:lnTo>
                    <a:pt x="444" y="142"/>
                  </a:lnTo>
                  <a:lnTo>
                    <a:pt x="442" y="142"/>
                  </a:lnTo>
                  <a:lnTo>
                    <a:pt x="438" y="142"/>
                  </a:lnTo>
                  <a:lnTo>
                    <a:pt x="434" y="138"/>
                  </a:lnTo>
                  <a:lnTo>
                    <a:pt x="430" y="134"/>
                  </a:lnTo>
                  <a:lnTo>
                    <a:pt x="428" y="136"/>
                  </a:lnTo>
                  <a:lnTo>
                    <a:pt x="424" y="138"/>
                  </a:lnTo>
                  <a:lnTo>
                    <a:pt x="424" y="136"/>
                  </a:lnTo>
                  <a:lnTo>
                    <a:pt x="424" y="138"/>
                  </a:lnTo>
                  <a:lnTo>
                    <a:pt x="420" y="138"/>
                  </a:lnTo>
                  <a:lnTo>
                    <a:pt x="420" y="136"/>
                  </a:lnTo>
                  <a:lnTo>
                    <a:pt x="422" y="134"/>
                  </a:lnTo>
                  <a:lnTo>
                    <a:pt x="422" y="132"/>
                  </a:lnTo>
                  <a:lnTo>
                    <a:pt x="416" y="130"/>
                  </a:lnTo>
                  <a:lnTo>
                    <a:pt x="414" y="132"/>
                  </a:lnTo>
                  <a:lnTo>
                    <a:pt x="412" y="134"/>
                  </a:lnTo>
                  <a:lnTo>
                    <a:pt x="406" y="118"/>
                  </a:lnTo>
                  <a:lnTo>
                    <a:pt x="374" y="120"/>
                  </a:lnTo>
                  <a:lnTo>
                    <a:pt x="370" y="136"/>
                  </a:lnTo>
                  <a:lnTo>
                    <a:pt x="374" y="134"/>
                  </a:lnTo>
                  <a:lnTo>
                    <a:pt x="374" y="136"/>
                  </a:lnTo>
                  <a:lnTo>
                    <a:pt x="378" y="136"/>
                  </a:lnTo>
                  <a:lnTo>
                    <a:pt x="376" y="130"/>
                  </a:lnTo>
                  <a:lnTo>
                    <a:pt x="378" y="130"/>
                  </a:lnTo>
                  <a:lnTo>
                    <a:pt x="380" y="132"/>
                  </a:lnTo>
                  <a:lnTo>
                    <a:pt x="384" y="132"/>
                  </a:lnTo>
                  <a:lnTo>
                    <a:pt x="386" y="128"/>
                  </a:lnTo>
                  <a:lnTo>
                    <a:pt x="390" y="128"/>
                  </a:lnTo>
                  <a:lnTo>
                    <a:pt x="396" y="130"/>
                  </a:lnTo>
                  <a:lnTo>
                    <a:pt x="372" y="144"/>
                  </a:lnTo>
                  <a:lnTo>
                    <a:pt x="376" y="152"/>
                  </a:lnTo>
                  <a:lnTo>
                    <a:pt x="376" y="154"/>
                  </a:lnTo>
                  <a:lnTo>
                    <a:pt x="374" y="156"/>
                  </a:lnTo>
                  <a:lnTo>
                    <a:pt x="374" y="158"/>
                  </a:lnTo>
                  <a:lnTo>
                    <a:pt x="376" y="158"/>
                  </a:lnTo>
                  <a:lnTo>
                    <a:pt x="378" y="160"/>
                  </a:lnTo>
                  <a:lnTo>
                    <a:pt x="380" y="160"/>
                  </a:lnTo>
                  <a:lnTo>
                    <a:pt x="380" y="162"/>
                  </a:lnTo>
                  <a:lnTo>
                    <a:pt x="378" y="162"/>
                  </a:lnTo>
                  <a:lnTo>
                    <a:pt x="376" y="162"/>
                  </a:lnTo>
                  <a:lnTo>
                    <a:pt x="374" y="168"/>
                  </a:lnTo>
                  <a:lnTo>
                    <a:pt x="370" y="164"/>
                  </a:lnTo>
                  <a:lnTo>
                    <a:pt x="368" y="154"/>
                  </a:lnTo>
                  <a:lnTo>
                    <a:pt x="366" y="150"/>
                  </a:lnTo>
                  <a:lnTo>
                    <a:pt x="366" y="152"/>
                  </a:lnTo>
                  <a:lnTo>
                    <a:pt x="364" y="158"/>
                  </a:lnTo>
                  <a:lnTo>
                    <a:pt x="360" y="144"/>
                  </a:lnTo>
                  <a:lnTo>
                    <a:pt x="354" y="144"/>
                  </a:lnTo>
                  <a:lnTo>
                    <a:pt x="352" y="140"/>
                  </a:lnTo>
                  <a:lnTo>
                    <a:pt x="350" y="136"/>
                  </a:lnTo>
                  <a:lnTo>
                    <a:pt x="342" y="144"/>
                  </a:lnTo>
                  <a:lnTo>
                    <a:pt x="340" y="144"/>
                  </a:lnTo>
                  <a:lnTo>
                    <a:pt x="340" y="142"/>
                  </a:lnTo>
                  <a:lnTo>
                    <a:pt x="332" y="142"/>
                  </a:lnTo>
                  <a:lnTo>
                    <a:pt x="324" y="144"/>
                  </a:lnTo>
                  <a:lnTo>
                    <a:pt x="314" y="148"/>
                  </a:lnTo>
                  <a:lnTo>
                    <a:pt x="304" y="146"/>
                  </a:lnTo>
                  <a:lnTo>
                    <a:pt x="302" y="144"/>
                  </a:lnTo>
                  <a:lnTo>
                    <a:pt x="302" y="140"/>
                  </a:lnTo>
                  <a:lnTo>
                    <a:pt x="302" y="138"/>
                  </a:lnTo>
                  <a:lnTo>
                    <a:pt x="304" y="136"/>
                  </a:lnTo>
                  <a:lnTo>
                    <a:pt x="304" y="134"/>
                  </a:lnTo>
                  <a:lnTo>
                    <a:pt x="302" y="132"/>
                  </a:lnTo>
                  <a:lnTo>
                    <a:pt x="314" y="132"/>
                  </a:lnTo>
                  <a:lnTo>
                    <a:pt x="306" y="124"/>
                  </a:lnTo>
                  <a:lnTo>
                    <a:pt x="300" y="118"/>
                  </a:lnTo>
                  <a:lnTo>
                    <a:pt x="294" y="118"/>
                  </a:lnTo>
                  <a:lnTo>
                    <a:pt x="292" y="120"/>
                  </a:lnTo>
                  <a:lnTo>
                    <a:pt x="290" y="124"/>
                  </a:lnTo>
                  <a:lnTo>
                    <a:pt x="284" y="124"/>
                  </a:lnTo>
                  <a:lnTo>
                    <a:pt x="274" y="118"/>
                  </a:lnTo>
                  <a:lnTo>
                    <a:pt x="268" y="118"/>
                  </a:lnTo>
                  <a:lnTo>
                    <a:pt x="262" y="116"/>
                  </a:lnTo>
                  <a:lnTo>
                    <a:pt x="262" y="114"/>
                  </a:lnTo>
                  <a:lnTo>
                    <a:pt x="262" y="112"/>
                  </a:lnTo>
                  <a:lnTo>
                    <a:pt x="258" y="112"/>
                  </a:lnTo>
                  <a:lnTo>
                    <a:pt x="258" y="114"/>
                  </a:lnTo>
                  <a:lnTo>
                    <a:pt x="256" y="114"/>
                  </a:lnTo>
                  <a:lnTo>
                    <a:pt x="252" y="110"/>
                  </a:lnTo>
                  <a:lnTo>
                    <a:pt x="236" y="102"/>
                  </a:lnTo>
                  <a:lnTo>
                    <a:pt x="226" y="100"/>
                  </a:lnTo>
                  <a:lnTo>
                    <a:pt x="220" y="98"/>
                  </a:lnTo>
                  <a:lnTo>
                    <a:pt x="216" y="100"/>
                  </a:lnTo>
                  <a:lnTo>
                    <a:pt x="216" y="102"/>
                  </a:lnTo>
                  <a:lnTo>
                    <a:pt x="206" y="108"/>
                  </a:lnTo>
                  <a:lnTo>
                    <a:pt x="202" y="90"/>
                  </a:lnTo>
                  <a:lnTo>
                    <a:pt x="200" y="92"/>
                  </a:lnTo>
                  <a:lnTo>
                    <a:pt x="198" y="94"/>
                  </a:lnTo>
                  <a:lnTo>
                    <a:pt x="200" y="96"/>
                  </a:lnTo>
                  <a:lnTo>
                    <a:pt x="198" y="100"/>
                  </a:lnTo>
                  <a:lnTo>
                    <a:pt x="196" y="110"/>
                  </a:lnTo>
                  <a:lnTo>
                    <a:pt x="194" y="110"/>
                  </a:lnTo>
                  <a:lnTo>
                    <a:pt x="182" y="102"/>
                  </a:lnTo>
                  <a:lnTo>
                    <a:pt x="174" y="92"/>
                  </a:lnTo>
                  <a:lnTo>
                    <a:pt x="174" y="90"/>
                  </a:lnTo>
                  <a:lnTo>
                    <a:pt x="170" y="90"/>
                  </a:lnTo>
                  <a:lnTo>
                    <a:pt x="170" y="88"/>
                  </a:lnTo>
                  <a:lnTo>
                    <a:pt x="160" y="80"/>
                  </a:lnTo>
                  <a:lnTo>
                    <a:pt x="152" y="72"/>
                  </a:lnTo>
                  <a:lnTo>
                    <a:pt x="150" y="80"/>
                  </a:lnTo>
                  <a:lnTo>
                    <a:pt x="152" y="80"/>
                  </a:lnTo>
                  <a:lnTo>
                    <a:pt x="152" y="82"/>
                  </a:lnTo>
                  <a:lnTo>
                    <a:pt x="150" y="84"/>
                  </a:lnTo>
                  <a:lnTo>
                    <a:pt x="144" y="96"/>
                  </a:lnTo>
                  <a:lnTo>
                    <a:pt x="142" y="96"/>
                  </a:lnTo>
                  <a:lnTo>
                    <a:pt x="138" y="94"/>
                  </a:lnTo>
                  <a:lnTo>
                    <a:pt x="132" y="96"/>
                  </a:lnTo>
                  <a:lnTo>
                    <a:pt x="130" y="100"/>
                  </a:lnTo>
                  <a:lnTo>
                    <a:pt x="126" y="110"/>
                  </a:lnTo>
                  <a:lnTo>
                    <a:pt x="124" y="108"/>
                  </a:lnTo>
                  <a:lnTo>
                    <a:pt x="124" y="106"/>
                  </a:lnTo>
                  <a:lnTo>
                    <a:pt x="118" y="110"/>
                  </a:lnTo>
                  <a:lnTo>
                    <a:pt x="118" y="106"/>
                  </a:lnTo>
                  <a:lnTo>
                    <a:pt x="112" y="110"/>
                  </a:lnTo>
                  <a:lnTo>
                    <a:pt x="108" y="112"/>
                  </a:lnTo>
                  <a:lnTo>
                    <a:pt x="104" y="122"/>
                  </a:lnTo>
                  <a:lnTo>
                    <a:pt x="100" y="124"/>
                  </a:lnTo>
                  <a:lnTo>
                    <a:pt x="98" y="124"/>
                  </a:lnTo>
                  <a:lnTo>
                    <a:pt x="96" y="122"/>
                  </a:lnTo>
                  <a:lnTo>
                    <a:pt x="98" y="122"/>
                  </a:lnTo>
                  <a:lnTo>
                    <a:pt x="96" y="122"/>
                  </a:lnTo>
                  <a:lnTo>
                    <a:pt x="108" y="102"/>
                  </a:lnTo>
                  <a:lnTo>
                    <a:pt x="112" y="100"/>
                  </a:lnTo>
                  <a:lnTo>
                    <a:pt x="116" y="98"/>
                  </a:lnTo>
                  <a:lnTo>
                    <a:pt x="122" y="98"/>
                  </a:lnTo>
                  <a:lnTo>
                    <a:pt x="126" y="96"/>
                  </a:lnTo>
                  <a:lnTo>
                    <a:pt x="134" y="90"/>
                  </a:lnTo>
                  <a:lnTo>
                    <a:pt x="136" y="88"/>
                  </a:lnTo>
                  <a:lnTo>
                    <a:pt x="130" y="86"/>
                  </a:lnTo>
                  <a:lnTo>
                    <a:pt x="122" y="86"/>
                  </a:lnTo>
                  <a:lnTo>
                    <a:pt x="118" y="96"/>
                  </a:lnTo>
                  <a:lnTo>
                    <a:pt x="112" y="92"/>
                  </a:lnTo>
                  <a:lnTo>
                    <a:pt x="98" y="98"/>
                  </a:lnTo>
                  <a:lnTo>
                    <a:pt x="96" y="102"/>
                  </a:lnTo>
                  <a:lnTo>
                    <a:pt x="96" y="104"/>
                  </a:lnTo>
                  <a:lnTo>
                    <a:pt x="88" y="106"/>
                  </a:lnTo>
                  <a:lnTo>
                    <a:pt x="88" y="102"/>
                  </a:lnTo>
                  <a:lnTo>
                    <a:pt x="84" y="100"/>
                  </a:lnTo>
                  <a:lnTo>
                    <a:pt x="82" y="98"/>
                  </a:lnTo>
                  <a:lnTo>
                    <a:pt x="80" y="104"/>
                  </a:lnTo>
                  <a:lnTo>
                    <a:pt x="80" y="108"/>
                  </a:lnTo>
                  <a:lnTo>
                    <a:pt x="78" y="108"/>
                  </a:lnTo>
                  <a:lnTo>
                    <a:pt x="78" y="106"/>
                  </a:lnTo>
                  <a:lnTo>
                    <a:pt x="74" y="106"/>
                  </a:lnTo>
                  <a:lnTo>
                    <a:pt x="74" y="108"/>
                  </a:lnTo>
                  <a:lnTo>
                    <a:pt x="74" y="110"/>
                  </a:lnTo>
                  <a:lnTo>
                    <a:pt x="74" y="112"/>
                  </a:lnTo>
                  <a:lnTo>
                    <a:pt x="70" y="112"/>
                  </a:lnTo>
                  <a:lnTo>
                    <a:pt x="64" y="110"/>
                  </a:lnTo>
                  <a:lnTo>
                    <a:pt x="64" y="112"/>
                  </a:lnTo>
                  <a:lnTo>
                    <a:pt x="66" y="114"/>
                  </a:lnTo>
                  <a:lnTo>
                    <a:pt x="66" y="116"/>
                  </a:lnTo>
                  <a:lnTo>
                    <a:pt x="70" y="116"/>
                  </a:lnTo>
                  <a:lnTo>
                    <a:pt x="70" y="118"/>
                  </a:lnTo>
                  <a:lnTo>
                    <a:pt x="70" y="120"/>
                  </a:lnTo>
                  <a:lnTo>
                    <a:pt x="68" y="120"/>
                  </a:lnTo>
                  <a:lnTo>
                    <a:pt x="66" y="120"/>
                  </a:lnTo>
                  <a:lnTo>
                    <a:pt x="64" y="116"/>
                  </a:lnTo>
                  <a:lnTo>
                    <a:pt x="60" y="114"/>
                  </a:lnTo>
                  <a:lnTo>
                    <a:pt x="56" y="114"/>
                  </a:lnTo>
                  <a:lnTo>
                    <a:pt x="54" y="110"/>
                  </a:lnTo>
                  <a:lnTo>
                    <a:pt x="40" y="106"/>
                  </a:lnTo>
                  <a:lnTo>
                    <a:pt x="34" y="102"/>
                  </a:lnTo>
                  <a:lnTo>
                    <a:pt x="30" y="100"/>
                  </a:lnTo>
                  <a:lnTo>
                    <a:pt x="28" y="96"/>
                  </a:lnTo>
                  <a:lnTo>
                    <a:pt x="22" y="96"/>
                  </a:lnTo>
                  <a:lnTo>
                    <a:pt x="20" y="96"/>
                  </a:lnTo>
                  <a:lnTo>
                    <a:pt x="16" y="98"/>
                  </a:lnTo>
                  <a:lnTo>
                    <a:pt x="12" y="98"/>
                  </a:lnTo>
                  <a:lnTo>
                    <a:pt x="6" y="96"/>
                  </a:lnTo>
                  <a:lnTo>
                    <a:pt x="0" y="94"/>
                  </a:lnTo>
                  <a:lnTo>
                    <a:pt x="6" y="278"/>
                  </a:lnTo>
                  <a:lnTo>
                    <a:pt x="10" y="276"/>
                  </a:lnTo>
                  <a:lnTo>
                    <a:pt x="12" y="276"/>
                  </a:lnTo>
                  <a:lnTo>
                    <a:pt x="16" y="276"/>
                  </a:lnTo>
                  <a:lnTo>
                    <a:pt x="20" y="278"/>
                  </a:lnTo>
                  <a:lnTo>
                    <a:pt x="22" y="280"/>
                  </a:lnTo>
                  <a:lnTo>
                    <a:pt x="24" y="278"/>
                  </a:lnTo>
                  <a:lnTo>
                    <a:pt x="28" y="276"/>
                  </a:lnTo>
                  <a:lnTo>
                    <a:pt x="28" y="282"/>
                  </a:lnTo>
                  <a:lnTo>
                    <a:pt x="32" y="290"/>
                  </a:lnTo>
                  <a:lnTo>
                    <a:pt x="36" y="294"/>
                  </a:lnTo>
                  <a:lnTo>
                    <a:pt x="40" y="296"/>
                  </a:lnTo>
                  <a:lnTo>
                    <a:pt x="44" y="300"/>
                  </a:lnTo>
                  <a:lnTo>
                    <a:pt x="46" y="302"/>
                  </a:lnTo>
                  <a:lnTo>
                    <a:pt x="48" y="306"/>
                  </a:lnTo>
                  <a:lnTo>
                    <a:pt x="48" y="308"/>
                  </a:lnTo>
                  <a:lnTo>
                    <a:pt x="52" y="306"/>
                  </a:lnTo>
                  <a:lnTo>
                    <a:pt x="58" y="304"/>
                  </a:lnTo>
                  <a:lnTo>
                    <a:pt x="60" y="302"/>
                  </a:lnTo>
                  <a:lnTo>
                    <a:pt x="62" y="300"/>
                  </a:lnTo>
                  <a:lnTo>
                    <a:pt x="62" y="298"/>
                  </a:lnTo>
                  <a:lnTo>
                    <a:pt x="62" y="296"/>
                  </a:lnTo>
                  <a:lnTo>
                    <a:pt x="62" y="294"/>
                  </a:lnTo>
                  <a:lnTo>
                    <a:pt x="68" y="292"/>
                  </a:lnTo>
                  <a:lnTo>
                    <a:pt x="70" y="292"/>
                  </a:lnTo>
                  <a:lnTo>
                    <a:pt x="72" y="294"/>
                  </a:lnTo>
                  <a:lnTo>
                    <a:pt x="76" y="296"/>
                  </a:lnTo>
                  <a:lnTo>
                    <a:pt x="78" y="296"/>
                  </a:lnTo>
                  <a:lnTo>
                    <a:pt x="80" y="298"/>
                  </a:lnTo>
                  <a:lnTo>
                    <a:pt x="82" y="300"/>
                  </a:lnTo>
                  <a:lnTo>
                    <a:pt x="82" y="304"/>
                  </a:lnTo>
                  <a:lnTo>
                    <a:pt x="84" y="306"/>
                  </a:lnTo>
                  <a:lnTo>
                    <a:pt x="86" y="306"/>
                  </a:lnTo>
                  <a:lnTo>
                    <a:pt x="90" y="308"/>
                  </a:lnTo>
                  <a:lnTo>
                    <a:pt x="92" y="310"/>
                  </a:lnTo>
                  <a:lnTo>
                    <a:pt x="96" y="316"/>
                  </a:lnTo>
                  <a:lnTo>
                    <a:pt x="112" y="332"/>
                  </a:lnTo>
                  <a:lnTo>
                    <a:pt x="114" y="338"/>
                  </a:lnTo>
                  <a:lnTo>
                    <a:pt x="116" y="342"/>
                  </a:lnTo>
                  <a:lnTo>
                    <a:pt x="118" y="344"/>
                  </a:lnTo>
                  <a:lnTo>
                    <a:pt x="122" y="346"/>
                  </a:lnTo>
                  <a:lnTo>
                    <a:pt x="122" y="350"/>
                  </a:lnTo>
                  <a:lnTo>
                    <a:pt x="122" y="354"/>
                  </a:lnTo>
                  <a:lnTo>
                    <a:pt x="126" y="356"/>
                  </a:lnTo>
                  <a:lnTo>
                    <a:pt x="134" y="360"/>
                  </a:lnTo>
                  <a:lnTo>
                    <a:pt x="138" y="362"/>
                  </a:lnTo>
                  <a:lnTo>
                    <a:pt x="138" y="364"/>
                  </a:lnTo>
                  <a:lnTo>
                    <a:pt x="140" y="366"/>
                  </a:lnTo>
                  <a:lnTo>
                    <a:pt x="140" y="368"/>
                  </a:lnTo>
                  <a:lnTo>
                    <a:pt x="142" y="368"/>
                  </a:lnTo>
                  <a:lnTo>
                    <a:pt x="142" y="366"/>
                  </a:lnTo>
                  <a:lnTo>
                    <a:pt x="144" y="366"/>
                  </a:lnTo>
                  <a:lnTo>
                    <a:pt x="146" y="368"/>
                  </a:lnTo>
                  <a:lnTo>
                    <a:pt x="146" y="372"/>
                  </a:lnTo>
                  <a:lnTo>
                    <a:pt x="146" y="374"/>
                  </a:lnTo>
                  <a:lnTo>
                    <a:pt x="148" y="374"/>
                  </a:lnTo>
                  <a:lnTo>
                    <a:pt x="146" y="376"/>
                  </a:lnTo>
                  <a:lnTo>
                    <a:pt x="146" y="378"/>
                  </a:lnTo>
                  <a:lnTo>
                    <a:pt x="146" y="380"/>
                  </a:lnTo>
                  <a:lnTo>
                    <a:pt x="146" y="382"/>
                  </a:lnTo>
                  <a:lnTo>
                    <a:pt x="146" y="384"/>
                  </a:lnTo>
                  <a:lnTo>
                    <a:pt x="142" y="388"/>
                  </a:lnTo>
                  <a:lnTo>
                    <a:pt x="142" y="390"/>
                  </a:lnTo>
                  <a:lnTo>
                    <a:pt x="138" y="396"/>
                  </a:lnTo>
                  <a:lnTo>
                    <a:pt x="136" y="396"/>
                  </a:lnTo>
                  <a:lnTo>
                    <a:pt x="136" y="398"/>
                  </a:lnTo>
                  <a:lnTo>
                    <a:pt x="136" y="400"/>
                  </a:lnTo>
                  <a:lnTo>
                    <a:pt x="134" y="400"/>
                  </a:lnTo>
                  <a:lnTo>
                    <a:pt x="134" y="402"/>
                  </a:lnTo>
                  <a:lnTo>
                    <a:pt x="132" y="404"/>
                  </a:lnTo>
                  <a:lnTo>
                    <a:pt x="138" y="406"/>
                  </a:lnTo>
                  <a:lnTo>
                    <a:pt x="138" y="420"/>
                  </a:lnTo>
                  <a:lnTo>
                    <a:pt x="142" y="424"/>
                  </a:lnTo>
                  <a:lnTo>
                    <a:pt x="140" y="426"/>
                  </a:lnTo>
                  <a:lnTo>
                    <a:pt x="144" y="426"/>
                  </a:lnTo>
                  <a:lnTo>
                    <a:pt x="146" y="424"/>
                  </a:lnTo>
                  <a:lnTo>
                    <a:pt x="146" y="422"/>
                  </a:lnTo>
                  <a:lnTo>
                    <a:pt x="144" y="422"/>
                  </a:lnTo>
                  <a:lnTo>
                    <a:pt x="144" y="420"/>
                  </a:lnTo>
                  <a:lnTo>
                    <a:pt x="148" y="420"/>
                  </a:lnTo>
                  <a:lnTo>
                    <a:pt x="152" y="418"/>
                  </a:lnTo>
                  <a:lnTo>
                    <a:pt x="150" y="428"/>
                  </a:lnTo>
                  <a:lnTo>
                    <a:pt x="146" y="428"/>
                  </a:lnTo>
                  <a:lnTo>
                    <a:pt x="146" y="430"/>
                  </a:lnTo>
                  <a:lnTo>
                    <a:pt x="148" y="432"/>
                  </a:lnTo>
                  <a:lnTo>
                    <a:pt x="150" y="434"/>
                  </a:lnTo>
                  <a:lnTo>
                    <a:pt x="150" y="438"/>
                  </a:lnTo>
                  <a:lnTo>
                    <a:pt x="152" y="438"/>
                  </a:lnTo>
                  <a:lnTo>
                    <a:pt x="152" y="434"/>
                  </a:lnTo>
                  <a:lnTo>
                    <a:pt x="164" y="442"/>
                  </a:lnTo>
                  <a:lnTo>
                    <a:pt x="164" y="462"/>
                  </a:lnTo>
                  <a:lnTo>
                    <a:pt x="156" y="462"/>
                  </a:lnTo>
                  <a:lnTo>
                    <a:pt x="158" y="470"/>
                  </a:lnTo>
                  <a:lnTo>
                    <a:pt x="160" y="476"/>
                  </a:lnTo>
                  <a:lnTo>
                    <a:pt x="168" y="476"/>
                  </a:lnTo>
                  <a:lnTo>
                    <a:pt x="172" y="474"/>
                  </a:lnTo>
                  <a:lnTo>
                    <a:pt x="178" y="476"/>
                  </a:lnTo>
                  <a:lnTo>
                    <a:pt x="178" y="482"/>
                  </a:lnTo>
                  <a:lnTo>
                    <a:pt x="176" y="484"/>
                  </a:lnTo>
                  <a:lnTo>
                    <a:pt x="180" y="482"/>
                  </a:lnTo>
                  <a:lnTo>
                    <a:pt x="182" y="482"/>
                  </a:lnTo>
                  <a:lnTo>
                    <a:pt x="188" y="486"/>
                  </a:lnTo>
                  <a:lnTo>
                    <a:pt x="194" y="490"/>
                  </a:lnTo>
                  <a:lnTo>
                    <a:pt x="194" y="488"/>
                  </a:lnTo>
                  <a:lnTo>
                    <a:pt x="196" y="492"/>
                  </a:lnTo>
                  <a:lnTo>
                    <a:pt x="196" y="494"/>
                  </a:lnTo>
                  <a:lnTo>
                    <a:pt x="196" y="496"/>
                  </a:lnTo>
                  <a:lnTo>
                    <a:pt x="198" y="498"/>
                  </a:lnTo>
                  <a:lnTo>
                    <a:pt x="204" y="500"/>
                  </a:lnTo>
                  <a:lnTo>
                    <a:pt x="208" y="502"/>
                  </a:lnTo>
                  <a:lnTo>
                    <a:pt x="218" y="500"/>
                  </a:lnTo>
                  <a:lnTo>
                    <a:pt x="220" y="500"/>
                  </a:lnTo>
                  <a:lnTo>
                    <a:pt x="208" y="484"/>
                  </a:lnTo>
                  <a:lnTo>
                    <a:pt x="202" y="482"/>
                  </a:lnTo>
                  <a:lnTo>
                    <a:pt x="194" y="480"/>
                  </a:lnTo>
                  <a:lnTo>
                    <a:pt x="190" y="472"/>
                  </a:lnTo>
                  <a:lnTo>
                    <a:pt x="192" y="470"/>
                  </a:lnTo>
                  <a:lnTo>
                    <a:pt x="180" y="468"/>
                  </a:lnTo>
                  <a:lnTo>
                    <a:pt x="192" y="466"/>
                  </a:lnTo>
                  <a:lnTo>
                    <a:pt x="190" y="466"/>
                  </a:lnTo>
                  <a:lnTo>
                    <a:pt x="192" y="464"/>
                  </a:lnTo>
                  <a:lnTo>
                    <a:pt x="194" y="462"/>
                  </a:lnTo>
                  <a:lnTo>
                    <a:pt x="198" y="470"/>
                  </a:lnTo>
                  <a:lnTo>
                    <a:pt x="206" y="472"/>
                  </a:lnTo>
                  <a:lnTo>
                    <a:pt x="208" y="476"/>
                  </a:lnTo>
                  <a:lnTo>
                    <a:pt x="206" y="478"/>
                  </a:lnTo>
                  <a:lnTo>
                    <a:pt x="206" y="480"/>
                  </a:lnTo>
                  <a:lnTo>
                    <a:pt x="210" y="480"/>
                  </a:lnTo>
                  <a:lnTo>
                    <a:pt x="210" y="478"/>
                  </a:lnTo>
                  <a:lnTo>
                    <a:pt x="214" y="476"/>
                  </a:lnTo>
                  <a:lnTo>
                    <a:pt x="214" y="478"/>
                  </a:lnTo>
                  <a:lnTo>
                    <a:pt x="214" y="480"/>
                  </a:lnTo>
                  <a:lnTo>
                    <a:pt x="212" y="482"/>
                  </a:lnTo>
                  <a:lnTo>
                    <a:pt x="218" y="486"/>
                  </a:lnTo>
                  <a:lnTo>
                    <a:pt x="220" y="488"/>
                  </a:lnTo>
                  <a:lnTo>
                    <a:pt x="222" y="490"/>
                  </a:lnTo>
                  <a:lnTo>
                    <a:pt x="530" y="492"/>
                  </a:lnTo>
                  <a:lnTo>
                    <a:pt x="530" y="488"/>
                  </a:lnTo>
                  <a:lnTo>
                    <a:pt x="530" y="486"/>
                  </a:lnTo>
                  <a:lnTo>
                    <a:pt x="532" y="486"/>
                  </a:lnTo>
                  <a:lnTo>
                    <a:pt x="534" y="488"/>
                  </a:lnTo>
                  <a:lnTo>
                    <a:pt x="536" y="492"/>
                  </a:lnTo>
                  <a:lnTo>
                    <a:pt x="536" y="496"/>
                  </a:lnTo>
                  <a:lnTo>
                    <a:pt x="538" y="498"/>
                  </a:lnTo>
                  <a:lnTo>
                    <a:pt x="542" y="498"/>
                  </a:lnTo>
                  <a:lnTo>
                    <a:pt x="548" y="500"/>
                  </a:lnTo>
                  <a:lnTo>
                    <a:pt x="550" y="500"/>
                  </a:lnTo>
                  <a:lnTo>
                    <a:pt x="552" y="496"/>
                  </a:lnTo>
                  <a:lnTo>
                    <a:pt x="556" y="496"/>
                  </a:lnTo>
                  <a:lnTo>
                    <a:pt x="560" y="500"/>
                  </a:lnTo>
                  <a:lnTo>
                    <a:pt x="564" y="502"/>
                  </a:lnTo>
                  <a:lnTo>
                    <a:pt x="572" y="502"/>
                  </a:lnTo>
                  <a:lnTo>
                    <a:pt x="578" y="502"/>
                  </a:lnTo>
                  <a:lnTo>
                    <a:pt x="582" y="502"/>
                  </a:lnTo>
                  <a:lnTo>
                    <a:pt x="584" y="504"/>
                  </a:lnTo>
                  <a:lnTo>
                    <a:pt x="586" y="506"/>
                  </a:lnTo>
                  <a:lnTo>
                    <a:pt x="590" y="506"/>
                  </a:lnTo>
                  <a:lnTo>
                    <a:pt x="592" y="50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8" name="Google Shape;418;p60"/>
            <p:cNvSpPr/>
            <p:nvPr/>
          </p:nvSpPr>
          <p:spPr>
            <a:xfrm>
              <a:off x="5397729" y="2524398"/>
              <a:ext cx="1187044" cy="659518"/>
            </a:xfrm>
            <a:custGeom>
              <a:rect b="b" l="l" r="r" t="t"/>
              <a:pathLst>
                <a:path extrusionOk="0" h="468" w="720">
                  <a:moveTo>
                    <a:pt x="564" y="96"/>
                  </a:moveTo>
                  <a:lnTo>
                    <a:pt x="564" y="96"/>
                  </a:lnTo>
                  <a:lnTo>
                    <a:pt x="564" y="102"/>
                  </a:lnTo>
                  <a:lnTo>
                    <a:pt x="568" y="102"/>
                  </a:lnTo>
                  <a:lnTo>
                    <a:pt x="572" y="104"/>
                  </a:lnTo>
                  <a:lnTo>
                    <a:pt x="576" y="104"/>
                  </a:lnTo>
                  <a:lnTo>
                    <a:pt x="576" y="100"/>
                  </a:lnTo>
                  <a:lnTo>
                    <a:pt x="578" y="98"/>
                  </a:lnTo>
                  <a:lnTo>
                    <a:pt x="578" y="96"/>
                  </a:lnTo>
                  <a:lnTo>
                    <a:pt x="564" y="96"/>
                  </a:lnTo>
                  <a:close/>
                  <a:moveTo>
                    <a:pt x="678" y="42"/>
                  </a:moveTo>
                  <a:lnTo>
                    <a:pt x="678" y="42"/>
                  </a:lnTo>
                  <a:lnTo>
                    <a:pt x="680" y="40"/>
                  </a:lnTo>
                  <a:lnTo>
                    <a:pt x="678" y="42"/>
                  </a:lnTo>
                  <a:lnTo>
                    <a:pt x="680" y="42"/>
                  </a:lnTo>
                  <a:lnTo>
                    <a:pt x="672" y="48"/>
                  </a:lnTo>
                  <a:lnTo>
                    <a:pt x="666" y="48"/>
                  </a:lnTo>
                  <a:lnTo>
                    <a:pt x="662" y="46"/>
                  </a:lnTo>
                  <a:lnTo>
                    <a:pt x="676" y="44"/>
                  </a:lnTo>
                  <a:lnTo>
                    <a:pt x="676" y="42"/>
                  </a:lnTo>
                  <a:lnTo>
                    <a:pt x="678" y="42"/>
                  </a:lnTo>
                  <a:close/>
                  <a:moveTo>
                    <a:pt x="636" y="18"/>
                  </a:moveTo>
                  <a:lnTo>
                    <a:pt x="636" y="18"/>
                  </a:lnTo>
                  <a:lnTo>
                    <a:pt x="638" y="18"/>
                  </a:lnTo>
                  <a:lnTo>
                    <a:pt x="638" y="20"/>
                  </a:lnTo>
                  <a:lnTo>
                    <a:pt x="636" y="22"/>
                  </a:lnTo>
                  <a:lnTo>
                    <a:pt x="630" y="22"/>
                  </a:lnTo>
                  <a:lnTo>
                    <a:pt x="636" y="18"/>
                  </a:lnTo>
                  <a:close/>
                  <a:moveTo>
                    <a:pt x="588" y="274"/>
                  </a:moveTo>
                  <a:lnTo>
                    <a:pt x="590" y="276"/>
                  </a:lnTo>
                  <a:lnTo>
                    <a:pt x="590" y="274"/>
                  </a:lnTo>
                  <a:lnTo>
                    <a:pt x="588" y="274"/>
                  </a:lnTo>
                  <a:close/>
                  <a:moveTo>
                    <a:pt x="516" y="260"/>
                  </a:moveTo>
                  <a:lnTo>
                    <a:pt x="516" y="260"/>
                  </a:lnTo>
                  <a:lnTo>
                    <a:pt x="516" y="264"/>
                  </a:lnTo>
                  <a:lnTo>
                    <a:pt x="516" y="268"/>
                  </a:lnTo>
                  <a:lnTo>
                    <a:pt x="514" y="268"/>
                  </a:lnTo>
                  <a:lnTo>
                    <a:pt x="514" y="264"/>
                  </a:lnTo>
                  <a:lnTo>
                    <a:pt x="514" y="262"/>
                  </a:lnTo>
                  <a:lnTo>
                    <a:pt x="516" y="260"/>
                  </a:lnTo>
                  <a:close/>
                  <a:moveTo>
                    <a:pt x="606" y="464"/>
                  </a:moveTo>
                  <a:lnTo>
                    <a:pt x="608" y="466"/>
                  </a:lnTo>
                  <a:lnTo>
                    <a:pt x="610" y="468"/>
                  </a:lnTo>
                  <a:lnTo>
                    <a:pt x="610" y="466"/>
                  </a:lnTo>
                  <a:lnTo>
                    <a:pt x="606" y="464"/>
                  </a:lnTo>
                  <a:close/>
                  <a:moveTo>
                    <a:pt x="688" y="448"/>
                  </a:moveTo>
                  <a:lnTo>
                    <a:pt x="688" y="448"/>
                  </a:lnTo>
                  <a:lnTo>
                    <a:pt x="680" y="450"/>
                  </a:lnTo>
                  <a:lnTo>
                    <a:pt x="680" y="454"/>
                  </a:lnTo>
                  <a:lnTo>
                    <a:pt x="686" y="456"/>
                  </a:lnTo>
                  <a:lnTo>
                    <a:pt x="690" y="452"/>
                  </a:lnTo>
                  <a:lnTo>
                    <a:pt x="690" y="448"/>
                  </a:lnTo>
                  <a:lnTo>
                    <a:pt x="688" y="448"/>
                  </a:lnTo>
                  <a:close/>
                  <a:moveTo>
                    <a:pt x="602" y="408"/>
                  </a:moveTo>
                  <a:lnTo>
                    <a:pt x="602" y="408"/>
                  </a:lnTo>
                  <a:lnTo>
                    <a:pt x="608" y="408"/>
                  </a:lnTo>
                  <a:lnTo>
                    <a:pt x="612" y="410"/>
                  </a:lnTo>
                  <a:lnTo>
                    <a:pt x="614" y="414"/>
                  </a:lnTo>
                  <a:lnTo>
                    <a:pt x="616" y="418"/>
                  </a:lnTo>
                  <a:lnTo>
                    <a:pt x="616" y="424"/>
                  </a:lnTo>
                  <a:lnTo>
                    <a:pt x="614" y="424"/>
                  </a:lnTo>
                  <a:lnTo>
                    <a:pt x="612" y="424"/>
                  </a:lnTo>
                  <a:lnTo>
                    <a:pt x="600" y="424"/>
                  </a:lnTo>
                  <a:lnTo>
                    <a:pt x="602" y="420"/>
                  </a:lnTo>
                  <a:lnTo>
                    <a:pt x="604" y="418"/>
                  </a:lnTo>
                  <a:lnTo>
                    <a:pt x="602" y="412"/>
                  </a:lnTo>
                  <a:lnTo>
                    <a:pt x="600" y="408"/>
                  </a:lnTo>
                  <a:lnTo>
                    <a:pt x="602" y="408"/>
                  </a:lnTo>
                  <a:close/>
                  <a:moveTo>
                    <a:pt x="610" y="366"/>
                  </a:moveTo>
                  <a:lnTo>
                    <a:pt x="610" y="366"/>
                  </a:lnTo>
                  <a:lnTo>
                    <a:pt x="614" y="372"/>
                  </a:lnTo>
                  <a:lnTo>
                    <a:pt x="618" y="372"/>
                  </a:lnTo>
                  <a:lnTo>
                    <a:pt x="624" y="372"/>
                  </a:lnTo>
                  <a:lnTo>
                    <a:pt x="628" y="376"/>
                  </a:lnTo>
                  <a:lnTo>
                    <a:pt x="634" y="380"/>
                  </a:lnTo>
                  <a:lnTo>
                    <a:pt x="634" y="384"/>
                  </a:lnTo>
                  <a:lnTo>
                    <a:pt x="630" y="384"/>
                  </a:lnTo>
                  <a:lnTo>
                    <a:pt x="626" y="384"/>
                  </a:lnTo>
                  <a:lnTo>
                    <a:pt x="626" y="386"/>
                  </a:lnTo>
                  <a:lnTo>
                    <a:pt x="618" y="386"/>
                  </a:lnTo>
                  <a:lnTo>
                    <a:pt x="612" y="392"/>
                  </a:lnTo>
                  <a:lnTo>
                    <a:pt x="608" y="382"/>
                  </a:lnTo>
                  <a:lnTo>
                    <a:pt x="606" y="378"/>
                  </a:lnTo>
                  <a:lnTo>
                    <a:pt x="606" y="372"/>
                  </a:lnTo>
                  <a:lnTo>
                    <a:pt x="610" y="366"/>
                  </a:lnTo>
                  <a:close/>
                  <a:moveTo>
                    <a:pt x="570" y="348"/>
                  </a:moveTo>
                  <a:lnTo>
                    <a:pt x="570" y="354"/>
                  </a:lnTo>
                  <a:lnTo>
                    <a:pt x="574" y="352"/>
                  </a:lnTo>
                  <a:lnTo>
                    <a:pt x="576" y="350"/>
                  </a:lnTo>
                  <a:lnTo>
                    <a:pt x="574" y="350"/>
                  </a:lnTo>
                  <a:lnTo>
                    <a:pt x="570" y="348"/>
                  </a:lnTo>
                  <a:close/>
                  <a:moveTo>
                    <a:pt x="554" y="342"/>
                  </a:moveTo>
                  <a:lnTo>
                    <a:pt x="554" y="342"/>
                  </a:lnTo>
                  <a:lnTo>
                    <a:pt x="546" y="348"/>
                  </a:lnTo>
                  <a:lnTo>
                    <a:pt x="548" y="360"/>
                  </a:lnTo>
                  <a:lnTo>
                    <a:pt x="558" y="358"/>
                  </a:lnTo>
                  <a:lnTo>
                    <a:pt x="560" y="354"/>
                  </a:lnTo>
                  <a:lnTo>
                    <a:pt x="560" y="348"/>
                  </a:lnTo>
                  <a:lnTo>
                    <a:pt x="554" y="342"/>
                  </a:lnTo>
                  <a:close/>
                  <a:moveTo>
                    <a:pt x="574" y="338"/>
                  </a:moveTo>
                  <a:lnTo>
                    <a:pt x="572" y="342"/>
                  </a:lnTo>
                  <a:lnTo>
                    <a:pt x="574" y="342"/>
                  </a:lnTo>
                  <a:lnTo>
                    <a:pt x="572" y="344"/>
                  </a:lnTo>
                  <a:lnTo>
                    <a:pt x="574" y="344"/>
                  </a:lnTo>
                  <a:lnTo>
                    <a:pt x="576" y="344"/>
                  </a:lnTo>
                  <a:lnTo>
                    <a:pt x="576" y="340"/>
                  </a:lnTo>
                  <a:lnTo>
                    <a:pt x="576" y="338"/>
                  </a:lnTo>
                  <a:lnTo>
                    <a:pt x="574" y="338"/>
                  </a:lnTo>
                  <a:close/>
                  <a:moveTo>
                    <a:pt x="518" y="320"/>
                  </a:moveTo>
                  <a:lnTo>
                    <a:pt x="520" y="324"/>
                  </a:lnTo>
                  <a:lnTo>
                    <a:pt x="522" y="324"/>
                  </a:lnTo>
                  <a:lnTo>
                    <a:pt x="522" y="322"/>
                  </a:lnTo>
                  <a:lnTo>
                    <a:pt x="518" y="320"/>
                  </a:lnTo>
                  <a:close/>
                  <a:moveTo>
                    <a:pt x="548" y="318"/>
                  </a:moveTo>
                  <a:lnTo>
                    <a:pt x="548" y="318"/>
                  </a:lnTo>
                  <a:lnTo>
                    <a:pt x="548" y="320"/>
                  </a:lnTo>
                  <a:lnTo>
                    <a:pt x="552" y="322"/>
                  </a:lnTo>
                  <a:lnTo>
                    <a:pt x="552" y="320"/>
                  </a:lnTo>
                  <a:lnTo>
                    <a:pt x="552" y="318"/>
                  </a:lnTo>
                  <a:lnTo>
                    <a:pt x="548" y="318"/>
                  </a:lnTo>
                  <a:close/>
                  <a:moveTo>
                    <a:pt x="268" y="316"/>
                  </a:moveTo>
                  <a:lnTo>
                    <a:pt x="268" y="316"/>
                  </a:lnTo>
                  <a:lnTo>
                    <a:pt x="270" y="320"/>
                  </a:lnTo>
                  <a:lnTo>
                    <a:pt x="268" y="316"/>
                  </a:lnTo>
                  <a:close/>
                  <a:moveTo>
                    <a:pt x="524" y="314"/>
                  </a:moveTo>
                  <a:lnTo>
                    <a:pt x="524" y="318"/>
                  </a:lnTo>
                  <a:lnTo>
                    <a:pt x="528" y="318"/>
                  </a:lnTo>
                  <a:lnTo>
                    <a:pt x="526" y="318"/>
                  </a:lnTo>
                  <a:lnTo>
                    <a:pt x="526" y="316"/>
                  </a:lnTo>
                  <a:lnTo>
                    <a:pt x="524" y="314"/>
                  </a:lnTo>
                  <a:close/>
                  <a:moveTo>
                    <a:pt x="516" y="310"/>
                  </a:moveTo>
                  <a:lnTo>
                    <a:pt x="512" y="314"/>
                  </a:lnTo>
                  <a:lnTo>
                    <a:pt x="504" y="314"/>
                  </a:lnTo>
                  <a:lnTo>
                    <a:pt x="504" y="316"/>
                  </a:lnTo>
                  <a:lnTo>
                    <a:pt x="508" y="318"/>
                  </a:lnTo>
                  <a:lnTo>
                    <a:pt x="516" y="318"/>
                  </a:lnTo>
                  <a:lnTo>
                    <a:pt x="520" y="312"/>
                  </a:lnTo>
                  <a:lnTo>
                    <a:pt x="520" y="310"/>
                  </a:lnTo>
                  <a:lnTo>
                    <a:pt x="516" y="310"/>
                  </a:lnTo>
                  <a:close/>
                  <a:moveTo>
                    <a:pt x="626" y="308"/>
                  </a:moveTo>
                  <a:lnTo>
                    <a:pt x="626" y="308"/>
                  </a:lnTo>
                  <a:lnTo>
                    <a:pt x="630" y="310"/>
                  </a:lnTo>
                  <a:lnTo>
                    <a:pt x="630" y="312"/>
                  </a:lnTo>
                  <a:lnTo>
                    <a:pt x="626" y="312"/>
                  </a:lnTo>
                  <a:lnTo>
                    <a:pt x="624" y="310"/>
                  </a:lnTo>
                  <a:lnTo>
                    <a:pt x="622" y="308"/>
                  </a:lnTo>
                  <a:lnTo>
                    <a:pt x="626" y="308"/>
                  </a:lnTo>
                  <a:close/>
                  <a:moveTo>
                    <a:pt x="622" y="302"/>
                  </a:moveTo>
                  <a:lnTo>
                    <a:pt x="622" y="304"/>
                  </a:lnTo>
                  <a:lnTo>
                    <a:pt x="618" y="304"/>
                  </a:lnTo>
                  <a:lnTo>
                    <a:pt x="622" y="302"/>
                  </a:lnTo>
                  <a:close/>
                  <a:moveTo>
                    <a:pt x="480" y="294"/>
                  </a:moveTo>
                  <a:lnTo>
                    <a:pt x="480" y="294"/>
                  </a:lnTo>
                  <a:lnTo>
                    <a:pt x="484" y="296"/>
                  </a:lnTo>
                  <a:lnTo>
                    <a:pt x="482" y="298"/>
                  </a:lnTo>
                  <a:lnTo>
                    <a:pt x="480" y="298"/>
                  </a:lnTo>
                  <a:lnTo>
                    <a:pt x="478" y="296"/>
                  </a:lnTo>
                  <a:lnTo>
                    <a:pt x="478" y="294"/>
                  </a:lnTo>
                  <a:lnTo>
                    <a:pt x="480" y="294"/>
                  </a:lnTo>
                  <a:close/>
                  <a:moveTo>
                    <a:pt x="612" y="288"/>
                  </a:moveTo>
                  <a:lnTo>
                    <a:pt x="612" y="288"/>
                  </a:lnTo>
                  <a:lnTo>
                    <a:pt x="614" y="298"/>
                  </a:lnTo>
                  <a:lnTo>
                    <a:pt x="612" y="298"/>
                  </a:lnTo>
                  <a:lnTo>
                    <a:pt x="610" y="292"/>
                  </a:lnTo>
                  <a:lnTo>
                    <a:pt x="612" y="288"/>
                  </a:lnTo>
                  <a:close/>
                  <a:moveTo>
                    <a:pt x="490" y="228"/>
                  </a:moveTo>
                  <a:lnTo>
                    <a:pt x="490" y="228"/>
                  </a:lnTo>
                  <a:lnTo>
                    <a:pt x="490" y="230"/>
                  </a:lnTo>
                  <a:lnTo>
                    <a:pt x="492" y="232"/>
                  </a:lnTo>
                  <a:lnTo>
                    <a:pt x="492" y="234"/>
                  </a:lnTo>
                  <a:lnTo>
                    <a:pt x="490" y="242"/>
                  </a:lnTo>
                  <a:lnTo>
                    <a:pt x="502" y="246"/>
                  </a:lnTo>
                  <a:lnTo>
                    <a:pt x="508" y="248"/>
                  </a:lnTo>
                  <a:lnTo>
                    <a:pt x="516" y="246"/>
                  </a:lnTo>
                  <a:lnTo>
                    <a:pt x="518" y="246"/>
                  </a:lnTo>
                  <a:lnTo>
                    <a:pt x="520" y="246"/>
                  </a:lnTo>
                  <a:lnTo>
                    <a:pt x="520" y="250"/>
                  </a:lnTo>
                  <a:lnTo>
                    <a:pt x="534" y="258"/>
                  </a:lnTo>
                  <a:lnTo>
                    <a:pt x="518" y="254"/>
                  </a:lnTo>
                  <a:lnTo>
                    <a:pt x="518" y="258"/>
                  </a:lnTo>
                  <a:lnTo>
                    <a:pt x="518" y="260"/>
                  </a:lnTo>
                  <a:lnTo>
                    <a:pt x="516" y="260"/>
                  </a:lnTo>
                  <a:lnTo>
                    <a:pt x="516" y="258"/>
                  </a:lnTo>
                  <a:lnTo>
                    <a:pt x="516" y="254"/>
                  </a:lnTo>
                  <a:lnTo>
                    <a:pt x="508" y="256"/>
                  </a:lnTo>
                  <a:lnTo>
                    <a:pt x="510" y="256"/>
                  </a:lnTo>
                  <a:lnTo>
                    <a:pt x="508" y="258"/>
                  </a:lnTo>
                  <a:lnTo>
                    <a:pt x="504" y="258"/>
                  </a:lnTo>
                  <a:lnTo>
                    <a:pt x="506" y="256"/>
                  </a:lnTo>
                  <a:lnTo>
                    <a:pt x="504" y="252"/>
                  </a:lnTo>
                  <a:lnTo>
                    <a:pt x="502" y="252"/>
                  </a:lnTo>
                  <a:lnTo>
                    <a:pt x="500" y="252"/>
                  </a:lnTo>
                  <a:lnTo>
                    <a:pt x="496" y="258"/>
                  </a:lnTo>
                  <a:lnTo>
                    <a:pt x="496" y="260"/>
                  </a:lnTo>
                  <a:lnTo>
                    <a:pt x="500" y="260"/>
                  </a:lnTo>
                  <a:lnTo>
                    <a:pt x="498" y="262"/>
                  </a:lnTo>
                  <a:lnTo>
                    <a:pt x="498" y="264"/>
                  </a:lnTo>
                  <a:lnTo>
                    <a:pt x="490" y="264"/>
                  </a:lnTo>
                  <a:lnTo>
                    <a:pt x="488" y="264"/>
                  </a:lnTo>
                  <a:lnTo>
                    <a:pt x="488" y="262"/>
                  </a:lnTo>
                  <a:lnTo>
                    <a:pt x="490" y="262"/>
                  </a:lnTo>
                  <a:lnTo>
                    <a:pt x="490" y="256"/>
                  </a:lnTo>
                  <a:lnTo>
                    <a:pt x="492" y="256"/>
                  </a:lnTo>
                  <a:lnTo>
                    <a:pt x="492" y="254"/>
                  </a:lnTo>
                  <a:lnTo>
                    <a:pt x="490" y="254"/>
                  </a:lnTo>
                  <a:lnTo>
                    <a:pt x="490" y="252"/>
                  </a:lnTo>
                  <a:lnTo>
                    <a:pt x="490" y="246"/>
                  </a:lnTo>
                  <a:lnTo>
                    <a:pt x="488" y="244"/>
                  </a:lnTo>
                  <a:lnTo>
                    <a:pt x="486" y="242"/>
                  </a:lnTo>
                  <a:lnTo>
                    <a:pt x="486" y="240"/>
                  </a:lnTo>
                  <a:lnTo>
                    <a:pt x="486" y="236"/>
                  </a:lnTo>
                  <a:lnTo>
                    <a:pt x="488" y="236"/>
                  </a:lnTo>
                  <a:lnTo>
                    <a:pt x="488" y="232"/>
                  </a:lnTo>
                  <a:lnTo>
                    <a:pt x="490" y="228"/>
                  </a:lnTo>
                  <a:close/>
                  <a:moveTo>
                    <a:pt x="504" y="196"/>
                  </a:moveTo>
                  <a:lnTo>
                    <a:pt x="506" y="200"/>
                  </a:lnTo>
                  <a:lnTo>
                    <a:pt x="508" y="200"/>
                  </a:lnTo>
                  <a:lnTo>
                    <a:pt x="510" y="198"/>
                  </a:lnTo>
                  <a:lnTo>
                    <a:pt x="504" y="196"/>
                  </a:lnTo>
                  <a:close/>
                  <a:moveTo>
                    <a:pt x="512" y="168"/>
                  </a:moveTo>
                  <a:lnTo>
                    <a:pt x="512" y="168"/>
                  </a:lnTo>
                  <a:lnTo>
                    <a:pt x="508" y="170"/>
                  </a:lnTo>
                  <a:lnTo>
                    <a:pt x="506" y="172"/>
                  </a:lnTo>
                  <a:lnTo>
                    <a:pt x="508" y="174"/>
                  </a:lnTo>
                  <a:lnTo>
                    <a:pt x="512" y="178"/>
                  </a:lnTo>
                  <a:lnTo>
                    <a:pt x="514" y="172"/>
                  </a:lnTo>
                  <a:lnTo>
                    <a:pt x="514" y="168"/>
                  </a:lnTo>
                  <a:lnTo>
                    <a:pt x="512" y="168"/>
                  </a:lnTo>
                  <a:close/>
                  <a:moveTo>
                    <a:pt x="488" y="138"/>
                  </a:moveTo>
                  <a:lnTo>
                    <a:pt x="488" y="138"/>
                  </a:lnTo>
                  <a:lnTo>
                    <a:pt x="496" y="140"/>
                  </a:lnTo>
                  <a:lnTo>
                    <a:pt x="492" y="140"/>
                  </a:lnTo>
                  <a:lnTo>
                    <a:pt x="488" y="138"/>
                  </a:lnTo>
                  <a:lnTo>
                    <a:pt x="486" y="138"/>
                  </a:lnTo>
                  <a:lnTo>
                    <a:pt x="488" y="138"/>
                  </a:lnTo>
                  <a:close/>
                  <a:moveTo>
                    <a:pt x="516" y="28"/>
                  </a:moveTo>
                  <a:lnTo>
                    <a:pt x="516" y="28"/>
                  </a:lnTo>
                  <a:lnTo>
                    <a:pt x="518" y="28"/>
                  </a:lnTo>
                  <a:lnTo>
                    <a:pt x="518" y="30"/>
                  </a:lnTo>
                  <a:lnTo>
                    <a:pt x="516" y="32"/>
                  </a:lnTo>
                  <a:lnTo>
                    <a:pt x="514" y="30"/>
                  </a:lnTo>
                  <a:lnTo>
                    <a:pt x="512" y="30"/>
                  </a:lnTo>
                  <a:lnTo>
                    <a:pt x="516" y="28"/>
                  </a:lnTo>
                  <a:close/>
                  <a:moveTo>
                    <a:pt x="548" y="22"/>
                  </a:moveTo>
                  <a:lnTo>
                    <a:pt x="548" y="22"/>
                  </a:lnTo>
                  <a:lnTo>
                    <a:pt x="550" y="22"/>
                  </a:lnTo>
                  <a:lnTo>
                    <a:pt x="550" y="24"/>
                  </a:lnTo>
                  <a:lnTo>
                    <a:pt x="548" y="26"/>
                  </a:lnTo>
                  <a:lnTo>
                    <a:pt x="546" y="28"/>
                  </a:lnTo>
                  <a:lnTo>
                    <a:pt x="546" y="24"/>
                  </a:lnTo>
                  <a:lnTo>
                    <a:pt x="546" y="22"/>
                  </a:lnTo>
                  <a:lnTo>
                    <a:pt x="548" y="22"/>
                  </a:lnTo>
                  <a:close/>
                  <a:moveTo>
                    <a:pt x="220" y="334"/>
                  </a:moveTo>
                  <a:lnTo>
                    <a:pt x="220" y="334"/>
                  </a:lnTo>
                  <a:lnTo>
                    <a:pt x="218" y="334"/>
                  </a:lnTo>
                  <a:lnTo>
                    <a:pt x="222" y="336"/>
                  </a:lnTo>
                  <a:lnTo>
                    <a:pt x="228" y="338"/>
                  </a:lnTo>
                  <a:lnTo>
                    <a:pt x="226" y="336"/>
                  </a:lnTo>
                  <a:lnTo>
                    <a:pt x="224" y="334"/>
                  </a:lnTo>
                  <a:lnTo>
                    <a:pt x="220" y="334"/>
                  </a:lnTo>
                  <a:close/>
                  <a:moveTo>
                    <a:pt x="258" y="328"/>
                  </a:moveTo>
                  <a:lnTo>
                    <a:pt x="258" y="328"/>
                  </a:lnTo>
                  <a:lnTo>
                    <a:pt x="256" y="330"/>
                  </a:lnTo>
                  <a:lnTo>
                    <a:pt x="256" y="332"/>
                  </a:lnTo>
                  <a:lnTo>
                    <a:pt x="256" y="334"/>
                  </a:lnTo>
                  <a:lnTo>
                    <a:pt x="258" y="334"/>
                  </a:lnTo>
                  <a:lnTo>
                    <a:pt x="262" y="330"/>
                  </a:lnTo>
                  <a:lnTo>
                    <a:pt x="260" y="328"/>
                  </a:lnTo>
                  <a:lnTo>
                    <a:pt x="258" y="328"/>
                  </a:lnTo>
                  <a:close/>
                  <a:moveTo>
                    <a:pt x="274" y="324"/>
                  </a:moveTo>
                  <a:lnTo>
                    <a:pt x="274" y="324"/>
                  </a:lnTo>
                  <a:lnTo>
                    <a:pt x="272" y="326"/>
                  </a:lnTo>
                  <a:lnTo>
                    <a:pt x="270" y="328"/>
                  </a:lnTo>
                  <a:lnTo>
                    <a:pt x="272" y="328"/>
                  </a:lnTo>
                  <a:lnTo>
                    <a:pt x="274" y="328"/>
                  </a:lnTo>
                  <a:lnTo>
                    <a:pt x="276" y="328"/>
                  </a:lnTo>
                  <a:lnTo>
                    <a:pt x="278" y="326"/>
                  </a:lnTo>
                  <a:lnTo>
                    <a:pt x="278" y="324"/>
                  </a:lnTo>
                  <a:lnTo>
                    <a:pt x="274" y="324"/>
                  </a:lnTo>
                  <a:close/>
                  <a:moveTo>
                    <a:pt x="300" y="308"/>
                  </a:moveTo>
                  <a:lnTo>
                    <a:pt x="300" y="310"/>
                  </a:lnTo>
                  <a:lnTo>
                    <a:pt x="296" y="312"/>
                  </a:lnTo>
                  <a:lnTo>
                    <a:pt x="294" y="316"/>
                  </a:lnTo>
                  <a:lnTo>
                    <a:pt x="294" y="322"/>
                  </a:lnTo>
                  <a:lnTo>
                    <a:pt x="290" y="322"/>
                  </a:lnTo>
                  <a:lnTo>
                    <a:pt x="286" y="324"/>
                  </a:lnTo>
                  <a:lnTo>
                    <a:pt x="286" y="326"/>
                  </a:lnTo>
                  <a:lnTo>
                    <a:pt x="286" y="328"/>
                  </a:lnTo>
                  <a:lnTo>
                    <a:pt x="290" y="330"/>
                  </a:lnTo>
                  <a:lnTo>
                    <a:pt x="292" y="330"/>
                  </a:lnTo>
                  <a:lnTo>
                    <a:pt x="294" y="330"/>
                  </a:lnTo>
                  <a:lnTo>
                    <a:pt x="296" y="330"/>
                  </a:lnTo>
                  <a:lnTo>
                    <a:pt x="298" y="328"/>
                  </a:lnTo>
                  <a:lnTo>
                    <a:pt x="298" y="330"/>
                  </a:lnTo>
                  <a:lnTo>
                    <a:pt x="298" y="334"/>
                  </a:lnTo>
                  <a:lnTo>
                    <a:pt x="304" y="338"/>
                  </a:lnTo>
                  <a:lnTo>
                    <a:pt x="310" y="340"/>
                  </a:lnTo>
                  <a:lnTo>
                    <a:pt x="310" y="338"/>
                  </a:lnTo>
                  <a:lnTo>
                    <a:pt x="312" y="336"/>
                  </a:lnTo>
                  <a:lnTo>
                    <a:pt x="312" y="334"/>
                  </a:lnTo>
                  <a:lnTo>
                    <a:pt x="314" y="334"/>
                  </a:lnTo>
                  <a:lnTo>
                    <a:pt x="316" y="336"/>
                  </a:lnTo>
                  <a:lnTo>
                    <a:pt x="330" y="332"/>
                  </a:lnTo>
                  <a:lnTo>
                    <a:pt x="328" y="330"/>
                  </a:lnTo>
                  <a:lnTo>
                    <a:pt x="326" y="330"/>
                  </a:lnTo>
                  <a:lnTo>
                    <a:pt x="326" y="324"/>
                  </a:lnTo>
                  <a:lnTo>
                    <a:pt x="326" y="318"/>
                  </a:lnTo>
                  <a:lnTo>
                    <a:pt x="322" y="316"/>
                  </a:lnTo>
                  <a:lnTo>
                    <a:pt x="314" y="312"/>
                  </a:lnTo>
                  <a:lnTo>
                    <a:pt x="306" y="308"/>
                  </a:lnTo>
                  <a:lnTo>
                    <a:pt x="300" y="308"/>
                  </a:lnTo>
                  <a:close/>
                  <a:moveTo>
                    <a:pt x="426" y="302"/>
                  </a:moveTo>
                  <a:lnTo>
                    <a:pt x="426" y="302"/>
                  </a:lnTo>
                  <a:lnTo>
                    <a:pt x="428" y="310"/>
                  </a:lnTo>
                  <a:lnTo>
                    <a:pt x="430" y="312"/>
                  </a:lnTo>
                  <a:lnTo>
                    <a:pt x="432" y="312"/>
                  </a:lnTo>
                  <a:lnTo>
                    <a:pt x="434" y="312"/>
                  </a:lnTo>
                  <a:lnTo>
                    <a:pt x="436" y="314"/>
                  </a:lnTo>
                  <a:lnTo>
                    <a:pt x="436" y="312"/>
                  </a:lnTo>
                  <a:lnTo>
                    <a:pt x="430" y="308"/>
                  </a:lnTo>
                  <a:lnTo>
                    <a:pt x="426" y="302"/>
                  </a:lnTo>
                  <a:close/>
                  <a:moveTo>
                    <a:pt x="272" y="288"/>
                  </a:moveTo>
                  <a:lnTo>
                    <a:pt x="272" y="288"/>
                  </a:lnTo>
                  <a:lnTo>
                    <a:pt x="270" y="290"/>
                  </a:lnTo>
                  <a:lnTo>
                    <a:pt x="268" y="294"/>
                  </a:lnTo>
                  <a:lnTo>
                    <a:pt x="268" y="296"/>
                  </a:lnTo>
                  <a:lnTo>
                    <a:pt x="272" y="296"/>
                  </a:lnTo>
                  <a:lnTo>
                    <a:pt x="272" y="292"/>
                  </a:lnTo>
                  <a:lnTo>
                    <a:pt x="272" y="290"/>
                  </a:lnTo>
                  <a:lnTo>
                    <a:pt x="272" y="288"/>
                  </a:lnTo>
                  <a:close/>
                  <a:moveTo>
                    <a:pt x="312" y="230"/>
                  </a:moveTo>
                  <a:lnTo>
                    <a:pt x="312" y="232"/>
                  </a:lnTo>
                  <a:lnTo>
                    <a:pt x="316" y="232"/>
                  </a:lnTo>
                  <a:lnTo>
                    <a:pt x="316" y="230"/>
                  </a:lnTo>
                  <a:lnTo>
                    <a:pt x="312" y="230"/>
                  </a:lnTo>
                  <a:close/>
                  <a:moveTo>
                    <a:pt x="114" y="226"/>
                  </a:moveTo>
                  <a:lnTo>
                    <a:pt x="114" y="226"/>
                  </a:lnTo>
                  <a:lnTo>
                    <a:pt x="108" y="232"/>
                  </a:lnTo>
                  <a:lnTo>
                    <a:pt x="102" y="238"/>
                  </a:lnTo>
                  <a:lnTo>
                    <a:pt x="96" y="238"/>
                  </a:lnTo>
                  <a:lnTo>
                    <a:pt x="90" y="238"/>
                  </a:lnTo>
                  <a:lnTo>
                    <a:pt x="82" y="244"/>
                  </a:lnTo>
                  <a:lnTo>
                    <a:pt x="80" y="244"/>
                  </a:lnTo>
                  <a:lnTo>
                    <a:pt x="78" y="244"/>
                  </a:lnTo>
                  <a:lnTo>
                    <a:pt x="76" y="246"/>
                  </a:lnTo>
                  <a:lnTo>
                    <a:pt x="76" y="250"/>
                  </a:lnTo>
                  <a:lnTo>
                    <a:pt x="76" y="252"/>
                  </a:lnTo>
                  <a:lnTo>
                    <a:pt x="76" y="256"/>
                  </a:lnTo>
                  <a:lnTo>
                    <a:pt x="74" y="256"/>
                  </a:lnTo>
                  <a:lnTo>
                    <a:pt x="68" y="262"/>
                  </a:lnTo>
                  <a:lnTo>
                    <a:pt x="62" y="268"/>
                  </a:lnTo>
                  <a:lnTo>
                    <a:pt x="60" y="268"/>
                  </a:lnTo>
                  <a:lnTo>
                    <a:pt x="60" y="272"/>
                  </a:lnTo>
                  <a:lnTo>
                    <a:pt x="66" y="272"/>
                  </a:lnTo>
                  <a:lnTo>
                    <a:pt x="68" y="274"/>
                  </a:lnTo>
                  <a:lnTo>
                    <a:pt x="72" y="274"/>
                  </a:lnTo>
                  <a:lnTo>
                    <a:pt x="74" y="272"/>
                  </a:lnTo>
                  <a:lnTo>
                    <a:pt x="76" y="270"/>
                  </a:lnTo>
                  <a:lnTo>
                    <a:pt x="76" y="272"/>
                  </a:lnTo>
                  <a:lnTo>
                    <a:pt x="80" y="274"/>
                  </a:lnTo>
                  <a:lnTo>
                    <a:pt x="74" y="276"/>
                  </a:lnTo>
                  <a:lnTo>
                    <a:pt x="72" y="276"/>
                  </a:lnTo>
                  <a:lnTo>
                    <a:pt x="72" y="278"/>
                  </a:lnTo>
                  <a:lnTo>
                    <a:pt x="78" y="278"/>
                  </a:lnTo>
                  <a:lnTo>
                    <a:pt x="82" y="278"/>
                  </a:lnTo>
                  <a:lnTo>
                    <a:pt x="82" y="274"/>
                  </a:lnTo>
                  <a:lnTo>
                    <a:pt x="110" y="272"/>
                  </a:lnTo>
                  <a:lnTo>
                    <a:pt x="112" y="274"/>
                  </a:lnTo>
                  <a:lnTo>
                    <a:pt x="100" y="276"/>
                  </a:lnTo>
                  <a:lnTo>
                    <a:pt x="90" y="278"/>
                  </a:lnTo>
                  <a:lnTo>
                    <a:pt x="88" y="282"/>
                  </a:lnTo>
                  <a:lnTo>
                    <a:pt x="82" y="284"/>
                  </a:lnTo>
                  <a:lnTo>
                    <a:pt x="76" y="284"/>
                  </a:lnTo>
                  <a:lnTo>
                    <a:pt x="76" y="288"/>
                  </a:lnTo>
                  <a:lnTo>
                    <a:pt x="78" y="288"/>
                  </a:lnTo>
                  <a:lnTo>
                    <a:pt x="80" y="290"/>
                  </a:lnTo>
                  <a:lnTo>
                    <a:pt x="114" y="290"/>
                  </a:lnTo>
                  <a:lnTo>
                    <a:pt x="122" y="288"/>
                  </a:lnTo>
                  <a:lnTo>
                    <a:pt x="124" y="290"/>
                  </a:lnTo>
                  <a:lnTo>
                    <a:pt x="126" y="290"/>
                  </a:lnTo>
                  <a:lnTo>
                    <a:pt x="128" y="290"/>
                  </a:lnTo>
                  <a:lnTo>
                    <a:pt x="134" y="286"/>
                  </a:lnTo>
                  <a:lnTo>
                    <a:pt x="136" y="286"/>
                  </a:lnTo>
                  <a:lnTo>
                    <a:pt x="136" y="288"/>
                  </a:lnTo>
                  <a:lnTo>
                    <a:pt x="138" y="290"/>
                  </a:lnTo>
                  <a:lnTo>
                    <a:pt x="144" y="290"/>
                  </a:lnTo>
                  <a:lnTo>
                    <a:pt x="150" y="288"/>
                  </a:lnTo>
                  <a:lnTo>
                    <a:pt x="146" y="294"/>
                  </a:lnTo>
                  <a:lnTo>
                    <a:pt x="142" y="300"/>
                  </a:lnTo>
                  <a:lnTo>
                    <a:pt x="134" y="300"/>
                  </a:lnTo>
                  <a:lnTo>
                    <a:pt x="128" y="298"/>
                  </a:lnTo>
                  <a:lnTo>
                    <a:pt x="122" y="298"/>
                  </a:lnTo>
                  <a:lnTo>
                    <a:pt x="114" y="298"/>
                  </a:lnTo>
                  <a:lnTo>
                    <a:pt x="106" y="302"/>
                  </a:lnTo>
                  <a:lnTo>
                    <a:pt x="98" y="304"/>
                  </a:lnTo>
                  <a:lnTo>
                    <a:pt x="88" y="302"/>
                  </a:lnTo>
                  <a:lnTo>
                    <a:pt x="88" y="314"/>
                  </a:lnTo>
                  <a:lnTo>
                    <a:pt x="92" y="316"/>
                  </a:lnTo>
                  <a:lnTo>
                    <a:pt x="94" y="316"/>
                  </a:lnTo>
                  <a:lnTo>
                    <a:pt x="94" y="320"/>
                  </a:lnTo>
                  <a:lnTo>
                    <a:pt x="100" y="322"/>
                  </a:lnTo>
                  <a:lnTo>
                    <a:pt x="108" y="322"/>
                  </a:lnTo>
                  <a:lnTo>
                    <a:pt x="116" y="324"/>
                  </a:lnTo>
                  <a:lnTo>
                    <a:pt x="122" y="326"/>
                  </a:lnTo>
                  <a:lnTo>
                    <a:pt x="122" y="330"/>
                  </a:lnTo>
                  <a:lnTo>
                    <a:pt x="122" y="336"/>
                  </a:lnTo>
                  <a:lnTo>
                    <a:pt x="124" y="336"/>
                  </a:lnTo>
                  <a:lnTo>
                    <a:pt x="126" y="334"/>
                  </a:lnTo>
                  <a:lnTo>
                    <a:pt x="128" y="334"/>
                  </a:lnTo>
                  <a:lnTo>
                    <a:pt x="128" y="338"/>
                  </a:lnTo>
                  <a:lnTo>
                    <a:pt x="152" y="336"/>
                  </a:lnTo>
                  <a:lnTo>
                    <a:pt x="162" y="334"/>
                  </a:lnTo>
                  <a:lnTo>
                    <a:pt x="172" y="332"/>
                  </a:lnTo>
                  <a:lnTo>
                    <a:pt x="174" y="328"/>
                  </a:lnTo>
                  <a:lnTo>
                    <a:pt x="188" y="324"/>
                  </a:lnTo>
                  <a:lnTo>
                    <a:pt x="194" y="324"/>
                  </a:lnTo>
                  <a:lnTo>
                    <a:pt x="202" y="316"/>
                  </a:lnTo>
                  <a:lnTo>
                    <a:pt x="210" y="310"/>
                  </a:lnTo>
                  <a:lnTo>
                    <a:pt x="216" y="310"/>
                  </a:lnTo>
                  <a:lnTo>
                    <a:pt x="214" y="314"/>
                  </a:lnTo>
                  <a:lnTo>
                    <a:pt x="212" y="318"/>
                  </a:lnTo>
                  <a:lnTo>
                    <a:pt x="224" y="322"/>
                  </a:lnTo>
                  <a:lnTo>
                    <a:pt x="224" y="328"/>
                  </a:lnTo>
                  <a:lnTo>
                    <a:pt x="228" y="326"/>
                  </a:lnTo>
                  <a:lnTo>
                    <a:pt x="230" y="324"/>
                  </a:lnTo>
                  <a:lnTo>
                    <a:pt x="232" y="328"/>
                  </a:lnTo>
                  <a:lnTo>
                    <a:pt x="242" y="328"/>
                  </a:lnTo>
                  <a:lnTo>
                    <a:pt x="244" y="328"/>
                  </a:lnTo>
                  <a:lnTo>
                    <a:pt x="246" y="328"/>
                  </a:lnTo>
                  <a:lnTo>
                    <a:pt x="246" y="326"/>
                  </a:lnTo>
                  <a:lnTo>
                    <a:pt x="252" y="326"/>
                  </a:lnTo>
                  <a:lnTo>
                    <a:pt x="256" y="326"/>
                  </a:lnTo>
                  <a:lnTo>
                    <a:pt x="258" y="326"/>
                  </a:lnTo>
                  <a:lnTo>
                    <a:pt x="262" y="320"/>
                  </a:lnTo>
                  <a:lnTo>
                    <a:pt x="258" y="318"/>
                  </a:lnTo>
                  <a:lnTo>
                    <a:pt x="254" y="314"/>
                  </a:lnTo>
                  <a:lnTo>
                    <a:pt x="252" y="318"/>
                  </a:lnTo>
                  <a:lnTo>
                    <a:pt x="248" y="318"/>
                  </a:lnTo>
                  <a:lnTo>
                    <a:pt x="244" y="318"/>
                  </a:lnTo>
                  <a:lnTo>
                    <a:pt x="244" y="316"/>
                  </a:lnTo>
                  <a:lnTo>
                    <a:pt x="244" y="314"/>
                  </a:lnTo>
                  <a:lnTo>
                    <a:pt x="240" y="312"/>
                  </a:lnTo>
                  <a:lnTo>
                    <a:pt x="246" y="312"/>
                  </a:lnTo>
                  <a:lnTo>
                    <a:pt x="258" y="314"/>
                  </a:lnTo>
                  <a:lnTo>
                    <a:pt x="260" y="314"/>
                  </a:lnTo>
                  <a:lnTo>
                    <a:pt x="256" y="312"/>
                  </a:lnTo>
                  <a:lnTo>
                    <a:pt x="256" y="308"/>
                  </a:lnTo>
                  <a:lnTo>
                    <a:pt x="258" y="308"/>
                  </a:lnTo>
                  <a:lnTo>
                    <a:pt x="260" y="306"/>
                  </a:lnTo>
                  <a:lnTo>
                    <a:pt x="262" y="306"/>
                  </a:lnTo>
                  <a:lnTo>
                    <a:pt x="262" y="310"/>
                  </a:lnTo>
                  <a:lnTo>
                    <a:pt x="268" y="310"/>
                  </a:lnTo>
                  <a:lnTo>
                    <a:pt x="268" y="314"/>
                  </a:lnTo>
                  <a:lnTo>
                    <a:pt x="272" y="316"/>
                  </a:lnTo>
                  <a:lnTo>
                    <a:pt x="274" y="312"/>
                  </a:lnTo>
                  <a:lnTo>
                    <a:pt x="274" y="310"/>
                  </a:lnTo>
                  <a:lnTo>
                    <a:pt x="272" y="310"/>
                  </a:lnTo>
                  <a:lnTo>
                    <a:pt x="272" y="304"/>
                  </a:lnTo>
                  <a:lnTo>
                    <a:pt x="272" y="302"/>
                  </a:lnTo>
                  <a:lnTo>
                    <a:pt x="272" y="300"/>
                  </a:lnTo>
                  <a:lnTo>
                    <a:pt x="264" y="298"/>
                  </a:lnTo>
                  <a:lnTo>
                    <a:pt x="256" y="298"/>
                  </a:lnTo>
                  <a:lnTo>
                    <a:pt x="250" y="298"/>
                  </a:lnTo>
                  <a:lnTo>
                    <a:pt x="248" y="296"/>
                  </a:lnTo>
                  <a:lnTo>
                    <a:pt x="246" y="292"/>
                  </a:lnTo>
                  <a:lnTo>
                    <a:pt x="246" y="290"/>
                  </a:lnTo>
                  <a:lnTo>
                    <a:pt x="246" y="288"/>
                  </a:lnTo>
                  <a:lnTo>
                    <a:pt x="244" y="288"/>
                  </a:lnTo>
                  <a:lnTo>
                    <a:pt x="244" y="292"/>
                  </a:lnTo>
                  <a:lnTo>
                    <a:pt x="244" y="294"/>
                  </a:lnTo>
                  <a:lnTo>
                    <a:pt x="244" y="292"/>
                  </a:lnTo>
                  <a:lnTo>
                    <a:pt x="234" y="290"/>
                  </a:lnTo>
                  <a:lnTo>
                    <a:pt x="234" y="288"/>
                  </a:lnTo>
                  <a:lnTo>
                    <a:pt x="232" y="284"/>
                  </a:lnTo>
                  <a:lnTo>
                    <a:pt x="230" y="280"/>
                  </a:lnTo>
                  <a:lnTo>
                    <a:pt x="228" y="274"/>
                  </a:lnTo>
                  <a:lnTo>
                    <a:pt x="226" y="272"/>
                  </a:lnTo>
                  <a:lnTo>
                    <a:pt x="222" y="272"/>
                  </a:lnTo>
                  <a:lnTo>
                    <a:pt x="220" y="268"/>
                  </a:lnTo>
                  <a:lnTo>
                    <a:pt x="220" y="264"/>
                  </a:lnTo>
                  <a:lnTo>
                    <a:pt x="220" y="260"/>
                  </a:lnTo>
                  <a:lnTo>
                    <a:pt x="218" y="258"/>
                  </a:lnTo>
                  <a:lnTo>
                    <a:pt x="218" y="256"/>
                  </a:lnTo>
                  <a:lnTo>
                    <a:pt x="210" y="256"/>
                  </a:lnTo>
                  <a:lnTo>
                    <a:pt x="212" y="254"/>
                  </a:lnTo>
                  <a:lnTo>
                    <a:pt x="214" y="252"/>
                  </a:lnTo>
                  <a:lnTo>
                    <a:pt x="214" y="248"/>
                  </a:lnTo>
                  <a:lnTo>
                    <a:pt x="214" y="246"/>
                  </a:lnTo>
                  <a:lnTo>
                    <a:pt x="198" y="228"/>
                  </a:lnTo>
                  <a:lnTo>
                    <a:pt x="192" y="232"/>
                  </a:lnTo>
                  <a:lnTo>
                    <a:pt x="194" y="242"/>
                  </a:lnTo>
                  <a:lnTo>
                    <a:pt x="196" y="248"/>
                  </a:lnTo>
                  <a:lnTo>
                    <a:pt x="200" y="250"/>
                  </a:lnTo>
                  <a:lnTo>
                    <a:pt x="210" y="252"/>
                  </a:lnTo>
                  <a:lnTo>
                    <a:pt x="208" y="256"/>
                  </a:lnTo>
                  <a:lnTo>
                    <a:pt x="206" y="256"/>
                  </a:lnTo>
                  <a:lnTo>
                    <a:pt x="206" y="254"/>
                  </a:lnTo>
                  <a:lnTo>
                    <a:pt x="204" y="254"/>
                  </a:lnTo>
                  <a:lnTo>
                    <a:pt x="202" y="256"/>
                  </a:lnTo>
                  <a:lnTo>
                    <a:pt x="200" y="258"/>
                  </a:lnTo>
                  <a:lnTo>
                    <a:pt x="198" y="258"/>
                  </a:lnTo>
                  <a:lnTo>
                    <a:pt x="198" y="256"/>
                  </a:lnTo>
                  <a:lnTo>
                    <a:pt x="196" y="254"/>
                  </a:lnTo>
                  <a:lnTo>
                    <a:pt x="194" y="254"/>
                  </a:lnTo>
                  <a:lnTo>
                    <a:pt x="192" y="260"/>
                  </a:lnTo>
                  <a:lnTo>
                    <a:pt x="190" y="266"/>
                  </a:lnTo>
                  <a:lnTo>
                    <a:pt x="182" y="268"/>
                  </a:lnTo>
                  <a:lnTo>
                    <a:pt x="182" y="264"/>
                  </a:lnTo>
                  <a:lnTo>
                    <a:pt x="184" y="258"/>
                  </a:lnTo>
                  <a:lnTo>
                    <a:pt x="186" y="254"/>
                  </a:lnTo>
                  <a:lnTo>
                    <a:pt x="188" y="252"/>
                  </a:lnTo>
                  <a:lnTo>
                    <a:pt x="188" y="248"/>
                  </a:lnTo>
                  <a:lnTo>
                    <a:pt x="182" y="246"/>
                  </a:lnTo>
                  <a:lnTo>
                    <a:pt x="180" y="242"/>
                  </a:lnTo>
                  <a:lnTo>
                    <a:pt x="178" y="238"/>
                  </a:lnTo>
                  <a:lnTo>
                    <a:pt x="176" y="240"/>
                  </a:lnTo>
                  <a:lnTo>
                    <a:pt x="170" y="236"/>
                  </a:lnTo>
                  <a:lnTo>
                    <a:pt x="164" y="248"/>
                  </a:lnTo>
                  <a:lnTo>
                    <a:pt x="160" y="248"/>
                  </a:lnTo>
                  <a:lnTo>
                    <a:pt x="154" y="240"/>
                  </a:lnTo>
                  <a:lnTo>
                    <a:pt x="152" y="238"/>
                  </a:lnTo>
                  <a:lnTo>
                    <a:pt x="148" y="234"/>
                  </a:lnTo>
                  <a:lnTo>
                    <a:pt x="140" y="234"/>
                  </a:lnTo>
                  <a:lnTo>
                    <a:pt x="140" y="246"/>
                  </a:lnTo>
                  <a:lnTo>
                    <a:pt x="142" y="256"/>
                  </a:lnTo>
                  <a:lnTo>
                    <a:pt x="136" y="258"/>
                  </a:lnTo>
                  <a:lnTo>
                    <a:pt x="122" y="248"/>
                  </a:lnTo>
                  <a:lnTo>
                    <a:pt x="124" y="238"/>
                  </a:lnTo>
                  <a:lnTo>
                    <a:pt x="122" y="228"/>
                  </a:lnTo>
                  <a:lnTo>
                    <a:pt x="118" y="226"/>
                  </a:lnTo>
                  <a:lnTo>
                    <a:pt x="114" y="226"/>
                  </a:lnTo>
                  <a:close/>
                  <a:moveTo>
                    <a:pt x="294" y="220"/>
                  </a:moveTo>
                  <a:lnTo>
                    <a:pt x="294" y="220"/>
                  </a:lnTo>
                  <a:lnTo>
                    <a:pt x="296" y="218"/>
                  </a:lnTo>
                  <a:lnTo>
                    <a:pt x="296" y="220"/>
                  </a:lnTo>
                  <a:lnTo>
                    <a:pt x="294" y="222"/>
                  </a:lnTo>
                  <a:lnTo>
                    <a:pt x="290" y="222"/>
                  </a:lnTo>
                  <a:lnTo>
                    <a:pt x="294" y="220"/>
                  </a:lnTo>
                  <a:close/>
                  <a:moveTo>
                    <a:pt x="298" y="210"/>
                  </a:moveTo>
                  <a:lnTo>
                    <a:pt x="298" y="214"/>
                  </a:lnTo>
                  <a:lnTo>
                    <a:pt x="282" y="220"/>
                  </a:lnTo>
                  <a:lnTo>
                    <a:pt x="284" y="220"/>
                  </a:lnTo>
                  <a:lnTo>
                    <a:pt x="286" y="222"/>
                  </a:lnTo>
                  <a:lnTo>
                    <a:pt x="276" y="222"/>
                  </a:lnTo>
                  <a:lnTo>
                    <a:pt x="272" y="220"/>
                  </a:lnTo>
                  <a:lnTo>
                    <a:pt x="264" y="224"/>
                  </a:lnTo>
                  <a:lnTo>
                    <a:pt x="264" y="228"/>
                  </a:lnTo>
                  <a:lnTo>
                    <a:pt x="262" y="228"/>
                  </a:lnTo>
                  <a:lnTo>
                    <a:pt x="262" y="230"/>
                  </a:lnTo>
                  <a:lnTo>
                    <a:pt x="264" y="232"/>
                  </a:lnTo>
                  <a:lnTo>
                    <a:pt x="270" y="234"/>
                  </a:lnTo>
                  <a:lnTo>
                    <a:pt x="276" y="234"/>
                  </a:lnTo>
                  <a:lnTo>
                    <a:pt x="276" y="242"/>
                  </a:lnTo>
                  <a:lnTo>
                    <a:pt x="276" y="244"/>
                  </a:lnTo>
                  <a:lnTo>
                    <a:pt x="274" y="246"/>
                  </a:lnTo>
                  <a:lnTo>
                    <a:pt x="272" y="246"/>
                  </a:lnTo>
                  <a:lnTo>
                    <a:pt x="264" y="246"/>
                  </a:lnTo>
                  <a:lnTo>
                    <a:pt x="256" y="244"/>
                  </a:lnTo>
                  <a:lnTo>
                    <a:pt x="254" y="238"/>
                  </a:lnTo>
                  <a:lnTo>
                    <a:pt x="250" y="240"/>
                  </a:lnTo>
                  <a:lnTo>
                    <a:pt x="246" y="240"/>
                  </a:lnTo>
                  <a:lnTo>
                    <a:pt x="248" y="246"/>
                  </a:lnTo>
                  <a:lnTo>
                    <a:pt x="248" y="248"/>
                  </a:lnTo>
                  <a:lnTo>
                    <a:pt x="254" y="254"/>
                  </a:lnTo>
                  <a:lnTo>
                    <a:pt x="258" y="258"/>
                  </a:lnTo>
                  <a:lnTo>
                    <a:pt x="260" y="258"/>
                  </a:lnTo>
                  <a:lnTo>
                    <a:pt x="268" y="254"/>
                  </a:lnTo>
                  <a:lnTo>
                    <a:pt x="272" y="262"/>
                  </a:lnTo>
                  <a:lnTo>
                    <a:pt x="278" y="264"/>
                  </a:lnTo>
                  <a:lnTo>
                    <a:pt x="282" y="264"/>
                  </a:lnTo>
                  <a:lnTo>
                    <a:pt x="284" y="268"/>
                  </a:lnTo>
                  <a:lnTo>
                    <a:pt x="284" y="272"/>
                  </a:lnTo>
                  <a:lnTo>
                    <a:pt x="286" y="276"/>
                  </a:lnTo>
                  <a:lnTo>
                    <a:pt x="286" y="278"/>
                  </a:lnTo>
                  <a:lnTo>
                    <a:pt x="290" y="280"/>
                  </a:lnTo>
                  <a:lnTo>
                    <a:pt x="292" y="280"/>
                  </a:lnTo>
                  <a:lnTo>
                    <a:pt x="298" y="276"/>
                  </a:lnTo>
                  <a:lnTo>
                    <a:pt x="306" y="272"/>
                  </a:lnTo>
                  <a:lnTo>
                    <a:pt x="308" y="268"/>
                  </a:lnTo>
                  <a:lnTo>
                    <a:pt x="314" y="268"/>
                  </a:lnTo>
                  <a:lnTo>
                    <a:pt x="318" y="266"/>
                  </a:lnTo>
                  <a:lnTo>
                    <a:pt x="320" y="264"/>
                  </a:lnTo>
                  <a:lnTo>
                    <a:pt x="322" y="260"/>
                  </a:lnTo>
                  <a:lnTo>
                    <a:pt x="320" y="246"/>
                  </a:lnTo>
                  <a:lnTo>
                    <a:pt x="322" y="246"/>
                  </a:lnTo>
                  <a:lnTo>
                    <a:pt x="316" y="244"/>
                  </a:lnTo>
                  <a:lnTo>
                    <a:pt x="314" y="246"/>
                  </a:lnTo>
                  <a:lnTo>
                    <a:pt x="312" y="248"/>
                  </a:lnTo>
                  <a:lnTo>
                    <a:pt x="308" y="240"/>
                  </a:lnTo>
                  <a:lnTo>
                    <a:pt x="300" y="238"/>
                  </a:lnTo>
                  <a:lnTo>
                    <a:pt x="298" y="232"/>
                  </a:lnTo>
                  <a:lnTo>
                    <a:pt x="308" y="230"/>
                  </a:lnTo>
                  <a:lnTo>
                    <a:pt x="310" y="228"/>
                  </a:lnTo>
                  <a:lnTo>
                    <a:pt x="304" y="220"/>
                  </a:lnTo>
                  <a:lnTo>
                    <a:pt x="300" y="220"/>
                  </a:lnTo>
                  <a:lnTo>
                    <a:pt x="298" y="218"/>
                  </a:lnTo>
                  <a:lnTo>
                    <a:pt x="300" y="214"/>
                  </a:lnTo>
                  <a:lnTo>
                    <a:pt x="304" y="210"/>
                  </a:lnTo>
                  <a:lnTo>
                    <a:pt x="302" y="210"/>
                  </a:lnTo>
                  <a:lnTo>
                    <a:pt x="298" y="210"/>
                  </a:lnTo>
                  <a:close/>
                  <a:moveTo>
                    <a:pt x="38" y="204"/>
                  </a:moveTo>
                  <a:lnTo>
                    <a:pt x="38" y="204"/>
                  </a:lnTo>
                  <a:lnTo>
                    <a:pt x="32" y="206"/>
                  </a:lnTo>
                  <a:lnTo>
                    <a:pt x="28" y="208"/>
                  </a:lnTo>
                  <a:lnTo>
                    <a:pt x="16" y="212"/>
                  </a:lnTo>
                  <a:lnTo>
                    <a:pt x="4" y="216"/>
                  </a:lnTo>
                  <a:lnTo>
                    <a:pt x="4" y="230"/>
                  </a:lnTo>
                  <a:lnTo>
                    <a:pt x="6" y="236"/>
                  </a:lnTo>
                  <a:lnTo>
                    <a:pt x="8" y="240"/>
                  </a:lnTo>
                  <a:lnTo>
                    <a:pt x="6" y="242"/>
                  </a:lnTo>
                  <a:lnTo>
                    <a:pt x="2" y="242"/>
                  </a:lnTo>
                  <a:lnTo>
                    <a:pt x="4" y="246"/>
                  </a:lnTo>
                  <a:lnTo>
                    <a:pt x="6" y="248"/>
                  </a:lnTo>
                  <a:lnTo>
                    <a:pt x="0" y="264"/>
                  </a:lnTo>
                  <a:lnTo>
                    <a:pt x="4" y="268"/>
                  </a:lnTo>
                  <a:lnTo>
                    <a:pt x="10" y="272"/>
                  </a:lnTo>
                  <a:lnTo>
                    <a:pt x="12" y="278"/>
                  </a:lnTo>
                  <a:lnTo>
                    <a:pt x="12" y="280"/>
                  </a:lnTo>
                  <a:lnTo>
                    <a:pt x="14" y="282"/>
                  </a:lnTo>
                  <a:lnTo>
                    <a:pt x="20" y="282"/>
                  </a:lnTo>
                  <a:lnTo>
                    <a:pt x="24" y="282"/>
                  </a:lnTo>
                  <a:lnTo>
                    <a:pt x="32" y="270"/>
                  </a:lnTo>
                  <a:lnTo>
                    <a:pt x="34" y="270"/>
                  </a:lnTo>
                  <a:lnTo>
                    <a:pt x="34" y="272"/>
                  </a:lnTo>
                  <a:lnTo>
                    <a:pt x="36" y="272"/>
                  </a:lnTo>
                  <a:lnTo>
                    <a:pt x="38" y="272"/>
                  </a:lnTo>
                  <a:lnTo>
                    <a:pt x="36" y="274"/>
                  </a:lnTo>
                  <a:lnTo>
                    <a:pt x="46" y="272"/>
                  </a:lnTo>
                  <a:lnTo>
                    <a:pt x="52" y="272"/>
                  </a:lnTo>
                  <a:lnTo>
                    <a:pt x="54" y="268"/>
                  </a:lnTo>
                  <a:lnTo>
                    <a:pt x="54" y="264"/>
                  </a:lnTo>
                  <a:lnTo>
                    <a:pt x="56" y="260"/>
                  </a:lnTo>
                  <a:lnTo>
                    <a:pt x="56" y="256"/>
                  </a:lnTo>
                  <a:lnTo>
                    <a:pt x="64" y="248"/>
                  </a:lnTo>
                  <a:lnTo>
                    <a:pt x="74" y="240"/>
                  </a:lnTo>
                  <a:lnTo>
                    <a:pt x="88" y="232"/>
                  </a:lnTo>
                  <a:lnTo>
                    <a:pt x="98" y="230"/>
                  </a:lnTo>
                  <a:lnTo>
                    <a:pt x="100" y="230"/>
                  </a:lnTo>
                  <a:lnTo>
                    <a:pt x="102" y="232"/>
                  </a:lnTo>
                  <a:lnTo>
                    <a:pt x="104" y="232"/>
                  </a:lnTo>
                  <a:lnTo>
                    <a:pt x="104" y="230"/>
                  </a:lnTo>
                  <a:lnTo>
                    <a:pt x="108" y="228"/>
                  </a:lnTo>
                  <a:lnTo>
                    <a:pt x="108" y="224"/>
                  </a:lnTo>
                  <a:lnTo>
                    <a:pt x="100" y="222"/>
                  </a:lnTo>
                  <a:lnTo>
                    <a:pt x="98" y="218"/>
                  </a:lnTo>
                  <a:lnTo>
                    <a:pt x="94" y="216"/>
                  </a:lnTo>
                  <a:lnTo>
                    <a:pt x="86" y="214"/>
                  </a:lnTo>
                  <a:lnTo>
                    <a:pt x="76" y="214"/>
                  </a:lnTo>
                  <a:lnTo>
                    <a:pt x="70" y="216"/>
                  </a:lnTo>
                  <a:lnTo>
                    <a:pt x="64" y="216"/>
                  </a:lnTo>
                  <a:lnTo>
                    <a:pt x="60" y="212"/>
                  </a:lnTo>
                  <a:lnTo>
                    <a:pt x="40" y="206"/>
                  </a:lnTo>
                  <a:lnTo>
                    <a:pt x="40" y="204"/>
                  </a:lnTo>
                  <a:lnTo>
                    <a:pt x="38" y="204"/>
                  </a:lnTo>
                  <a:close/>
                  <a:moveTo>
                    <a:pt x="306" y="202"/>
                  </a:moveTo>
                  <a:lnTo>
                    <a:pt x="306" y="202"/>
                  </a:lnTo>
                  <a:lnTo>
                    <a:pt x="304" y="204"/>
                  </a:lnTo>
                  <a:lnTo>
                    <a:pt x="308" y="206"/>
                  </a:lnTo>
                  <a:lnTo>
                    <a:pt x="308" y="202"/>
                  </a:lnTo>
                  <a:lnTo>
                    <a:pt x="306" y="202"/>
                  </a:lnTo>
                  <a:close/>
                  <a:moveTo>
                    <a:pt x="232" y="186"/>
                  </a:moveTo>
                  <a:lnTo>
                    <a:pt x="232" y="186"/>
                  </a:lnTo>
                  <a:lnTo>
                    <a:pt x="232" y="194"/>
                  </a:lnTo>
                  <a:lnTo>
                    <a:pt x="234" y="194"/>
                  </a:lnTo>
                  <a:lnTo>
                    <a:pt x="236" y="192"/>
                  </a:lnTo>
                  <a:lnTo>
                    <a:pt x="234" y="188"/>
                  </a:lnTo>
                  <a:lnTo>
                    <a:pt x="232" y="186"/>
                  </a:lnTo>
                  <a:close/>
                  <a:moveTo>
                    <a:pt x="330" y="178"/>
                  </a:moveTo>
                  <a:lnTo>
                    <a:pt x="330" y="178"/>
                  </a:lnTo>
                  <a:lnTo>
                    <a:pt x="328" y="182"/>
                  </a:lnTo>
                  <a:lnTo>
                    <a:pt x="326" y="188"/>
                  </a:lnTo>
                  <a:lnTo>
                    <a:pt x="324" y="188"/>
                  </a:lnTo>
                  <a:lnTo>
                    <a:pt x="320" y="198"/>
                  </a:lnTo>
                  <a:lnTo>
                    <a:pt x="326" y="198"/>
                  </a:lnTo>
                  <a:lnTo>
                    <a:pt x="328" y="202"/>
                  </a:lnTo>
                  <a:lnTo>
                    <a:pt x="332" y="204"/>
                  </a:lnTo>
                  <a:lnTo>
                    <a:pt x="336" y="204"/>
                  </a:lnTo>
                  <a:lnTo>
                    <a:pt x="340" y="204"/>
                  </a:lnTo>
                  <a:lnTo>
                    <a:pt x="342" y="204"/>
                  </a:lnTo>
                  <a:lnTo>
                    <a:pt x="344" y="206"/>
                  </a:lnTo>
                  <a:lnTo>
                    <a:pt x="348" y="202"/>
                  </a:lnTo>
                  <a:lnTo>
                    <a:pt x="350" y="198"/>
                  </a:lnTo>
                  <a:lnTo>
                    <a:pt x="350" y="192"/>
                  </a:lnTo>
                  <a:lnTo>
                    <a:pt x="348" y="188"/>
                  </a:lnTo>
                  <a:lnTo>
                    <a:pt x="342" y="178"/>
                  </a:lnTo>
                  <a:lnTo>
                    <a:pt x="336" y="180"/>
                  </a:lnTo>
                  <a:lnTo>
                    <a:pt x="334" y="180"/>
                  </a:lnTo>
                  <a:lnTo>
                    <a:pt x="332" y="180"/>
                  </a:lnTo>
                  <a:lnTo>
                    <a:pt x="330" y="178"/>
                  </a:lnTo>
                  <a:close/>
                  <a:moveTo>
                    <a:pt x="324" y="178"/>
                  </a:moveTo>
                  <a:lnTo>
                    <a:pt x="324" y="178"/>
                  </a:lnTo>
                  <a:lnTo>
                    <a:pt x="322" y="180"/>
                  </a:lnTo>
                  <a:lnTo>
                    <a:pt x="316" y="182"/>
                  </a:lnTo>
                  <a:lnTo>
                    <a:pt x="316" y="184"/>
                  </a:lnTo>
                  <a:lnTo>
                    <a:pt x="316" y="186"/>
                  </a:lnTo>
                  <a:lnTo>
                    <a:pt x="318" y="186"/>
                  </a:lnTo>
                  <a:lnTo>
                    <a:pt x="324" y="180"/>
                  </a:lnTo>
                  <a:lnTo>
                    <a:pt x="326" y="178"/>
                  </a:lnTo>
                  <a:lnTo>
                    <a:pt x="324" y="178"/>
                  </a:lnTo>
                  <a:close/>
                  <a:moveTo>
                    <a:pt x="76" y="168"/>
                  </a:moveTo>
                  <a:lnTo>
                    <a:pt x="76" y="168"/>
                  </a:lnTo>
                  <a:lnTo>
                    <a:pt x="74" y="170"/>
                  </a:lnTo>
                  <a:lnTo>
                    <a:pt x="74" y="172"/>
                  </a:lnTo>
                  <a:lnTo>
                    <a:pt x="74" y="176"/>
                  </a:lnTo>
                  <a:lnTo>
                    <a:pt x="70" y="178"/>
                  </a:lnTo>
                  <a:lnTo>
                    <a:pt x="66" y="180"/>
                  </a:lnTo>
                  <a:lnTo>
                    <a:pt x="64" y="184"/>
                  </a:lnTo>
                  <a:lnTo>
                    <a:pt x="66" y="188"/>
                  </a:lnTo>
                  <a:lnTo>
                    <a:pt x="70" y="188"/>
                  </a:lnTo>
                  <a:lnTo>
                    <a:pt x="74" y="188"/>
                  </a:lnTo>
                  <a:lnTo>
                    <a:pt x="78" y="176"/>
                  </a:lnTo>
                  <a:lnTo>
                    <a:pt x="80" y="170"/>
                  </a:lnTo>
                  <a:lnTo>
                    <a:pt x="78" y="168"/>
                  </a:lnTo>
                  <a:lnTo>
                    <a:pt x="76" y="168"/>
                  </a:lnTo>
                  <a:close/>
                  <a:moveTo>
                    <a:pt x="98" y="160"/>
                  </a:moveTo>
                  <a:lnTo>
                    <a:pt x="98" y="164"/>
                  </a:lnTo>
                  <a:lnTo>
                    <a:pt x="102" y="164"/>
                  </a:lnTo>
                  <a:lnTo>
                    <a:pt x="102" y="162"/>
                  </a:lnTo>
                  <a:lnTo>
                    <a:pt x="102" y="160"/>
                  </a:lnTo>
                  <a:lnTo>
                    <a:pt x="98" y="160"/>
                  </a:lnTo>
                  <a:close/>
                  <a:moveTo>
                    <a:pt x="468" y="152"/>
                  </a:moveTo>
                  <a:lnTo>
                    <a:pt x="468" y="152"/>
                  </a:lnTo>
                  <a:lnTo>
                    <a:pt x="472" y="158"/>
                  </a:lnTo>
                  <a:lnTo>
                    <a:pt x="472" y="160"/>
                  </a:lnTo>
                  <a:lnTo>
                    <a:pt x="470" y="160"/>
                  </a:lnTo>
                  <a:lnTo>
                    <a:pt x="468" y="156"/>
                  </a:lnTo>
                  <a:lnTo>
                    <a:pt x="468" y="154"/>
                  </a:lnTo>
                  <a:lnTo>
                    <a:pt x="468" y="152"/>
                  </a:lnTo>
                  <a:close/>
                  <a:moveTo>
                    <a:pt x="384" y="152"/>
                  </a:moveTo>
                  <a:lnTo>
                    <a:pt x="384" y="152"/>
                  </a:lnTo>
                  <a:lnTo>
                    <a:pt x="386" y="152"/>
                  </a:lnTo>
                  <a:lnTo>
                    <a:pt x="384" y="152"/>
                  </a:lnTo>
                  <a:lnTo>
                    <a:pt x="380" y="152"/>
                  </a:lnTo>
                  <a:lnTo>
                    <a:pt x="386" y="160"/>
                  </a:lnTo>
                  <a:lnTo>
                    <a:pt x="390" y="160"/>
                  </a:lnTo>
                  <a:lnTo>
                    <a:pt x="390" y="158"/>
                  </a:lnTo>
                  <a:lnTo>
                    <a:pt x="390" y="152"/>
                  </a:lnTo>
                  <a:lnTo>
                    <a:pt x="384" y="152"/>
                  </a:lnTo>
                  <a:close/>
                  <a:moveTo>
                    <a:pt x="232" y="152"/>
                  </a:moveTo>
                  <a:lnTo>
                    <a:pt x="232" y="152"/>
                  </a:lnTo>
                  <a:lnTo>
                    <a:pt x="230" y="154"/>
                  </a:lnTo>
                  <a:lnTo>
                    <a:pt x="230" y="158"/>
                  </a:lnTo>
                  <a:lnTo>
                    <a:pt x="232" y="162"/>
                  </a:lnTo>
                  <a:lnTo>
                    <a:pt x="232" y="160"/>
                  </a:lnTo>
                  <a:lnTo>
                    <a:pt x="232" y="162"/>
                  </a:lnTo>
                  <a:lnTo>
                    <a:pt x="230" y="164"/>
                  </a:lnTo>
                  <a:lnTo>
                    <a:pt x="230" y="168"/>
                  </a:lnTo>
                  <a:lnTo>
                    <a:pt x="240" y="166"/>
                  </a:lnTo>
                  <a:lnTo>
                    <a:pt x="244" y="168"/>
                  </a:lnTo>
                  <a:lnTo>
                    <a:pt x="246" y="168"/>
                  </a:lnTo>
                  <a:lnTo>
                    <a:pt x="244" y="168"/>
                  </a:lnTo>
                  <a:lnTo>
                    <a:pt x="236" y="172"/>
                  </a:lnTo>
                  <a:lnTo>
                    <a:pt x="234" y="174"/>
                  </a:lnTo>
                  <a:lnTo>
                    <a:pt x="238" y="174"/>
                  </a:lnTo>
                  <a:lnTo>
                    <a:pt x="242" y="174"/>
                  </a:lnTo>
                  <a:lnTo>
                    <a:pt x="240" y="176"/>
                  </a:lnTo>
                  <a:lnTo>
                    <a:pt x="240" y="178"/>
                  </a:lnTo>
                  <a:lnTo>
                    <a:pt x="236" y="182"/>
                  </a:lnTo>
                  <a:lnTo>
                    <a:pt x="236" y="184"/>
                  </a:lnTo>
                  <a:lnTo>
                    <a:pt x="238" y="184"/>
                  </a:lnTo>
                  <a:lnTo>
                    <a:pt x="244" y="184"/>
                  </a:lnTo>
                  <a:lnTo>
                    <a:pt x="248" y="182"/>
                  </a:lnTo>
                  <a:lnTo>
                    <a:pt x="256" y="176"/>
                  </a:lnTo>
                  <a:lnTo>
                    <a:pt x="254" y="174"/>
                  </a:lnTo>
                  <a:lnTo>
                    <a:pt x="254" y="172"/>
                  </a:lnTo>
                  <a:lnTo>
                    <a:pt x="256" y="170"/>
                  </a:lnTo>
                  <a:lnTo>
                    <a:pt x="254" y="164"/>
                  </a:lnTo>
                  <a:lnTo>
                    <a:pt x="248" y="166"/>
                  </a:lnTo>
                  <a:lnTo>
                    <a:pt x="248" y="158"/>
                  </a:lnTo>
                  <a:lnTo>
                    <a:pt x="242" y="158"/>
                  </a:lnTo>
                  <a:lnTo>
                    <a:pt x="240" y="158"/>
                  </a:lnTo>
                  <a:lnTo>
                    <a:pt x="242" y="152"/>
                  </a:lnTo>
                  <a:lnTo>
                    <a:pt x="236" y="152"/>
                  </a:lnTo>
                  <a:lnTo>
                    <a:pt x="232" y="152"/>
                  </a:lnTo>
                  <a:close/>
                  <a:moveTo>
                    <a:pt x="280" y="150"/>
                  </a:moveTo>
                  <a:lnTo>
                    <a:pt x="280" y="150"/>
                  </a:lnTo>
                  <a:lnTo>
                    <a:pt x="276" y="150"/>
                  </a:lnTo>
                  <a:lnTo>
                    <a:pt x="274" y="152"/>
                  </a:lnTo>
                  <a:lnTo>
                    <a:pt x="276" y="154"/>
                  </a:lnTo>
                  <a:lnTo>
                    <a:pt x="282" y="156"/>
                  </a:lnTo>
                  <a:lnTo>
                    <a:pt x="282" y="160"/>
                  </a:lnTo>
                  <a:lnTo>
                    <a:pt x="272" y="160"/>
                  </a:lnTo>
                  <a:lnTo>
                    <a:pt x="276" y="164"/>
                  </a:lnTo>
                  <a:lnTo>
                    <a:pt x="278" y="166"/>
                  </a:lnTo>
                  <a:lnTo>
                    <a:pt x="280" y="166"/>
                  </a:lnTo>
                  <a:lnTo>
                    <a:pt x="280" y="168"/>
                  </a:lnTo>
                  <a:lnTo>
                    <a:pt x="278" y="170"/>
                  </a:lnTo>
                  <a:lnTo>
                    <a:pt x="278" y="172"/>
                  </a:lnTo>
                  <a:lnTo>
                    <a:pt x="282" y="174"/>
                  </a:lnTo>
                  <a:lnTo>
                    <a:pt x="280" y="176"/>
                  </a:lnTo>
                  <a:lnTo>
                    <a:pt x="280" y="178"/>
                  </a:lnTo>
                  <a:lnTo>
                    <a:pt x="274" y="178"/>
                  </a:lnTo>
                  <a:lnTo>
                    <a:pt x="276" y="172"/>
                  </a:lnTo>
                  <a:lnTo>
                    <a:pt x="270" y="166"/>
                  </a:lnTo>
                  <a:lnTo>
                    <a:pt x="264" y="158"/>
                  </a:lnTo>
                  <a:lnTo>
                    <a:pt x="258" y="158"/>
                  </a:lnTo>
                  <a:lnTo>
                    <a:pt x="258" y="164"/>
                  </a:lnTo>
                  <a:lnTo>
                    <a:pt x="260" y="164"/>
                  </a:lnTo>
                  <a:lnTo>
                    <a:pt x="260" y="166"/>
                  </a:lnTo>
                  <a:lnTo>
                    <a:pt x="258" y="170"/>
                  </a:lnTo>
                  <a:lnTo>
                    <a:pt x="264" y="174"/>
                  </a:lnTo>
                  <a:lnTo>
                    <a:pt x="264" y="180"/>
                  </a:lnTo>
                  <a:lnTo>
                    <a:pt x="252" y="180"/>
                  </a:lnTo>
                  <a:lnTo>
                    <a:pt x="252" y="184"/>
                  </a:lnTo>
                  <a:lnTo>
                    <a:pt x="250" y="184"/>
                  </a:lnTo>
                  <a:lnTo>
                    <a:pt x="252" y="188"/>
                  </a:lnTo>
                  <a:lnTo>
                    <a:pt x="252" y="192"/>
                  </a:lnTo>
                  <a:lnTo>
                    <a:pt x="264" y="186"/>
                  </a:lnTo>
                  <a:lnTo>
                    <a:pt x="278" y="182"/>
                  </a:lnTo>
                  <a:lnTo>
                    <a:pt x="280" y="182"/>
                  </a:lnTo>
                  <a:lnTo>
                    <a:pt x="282" y="184"/>
                  </a:lnTo>
                  <a:lnTo>
                    <a:pt x="272" y="190"/>
                  </a:lnTo>
                  <a:lnTo>
                    <a:pt x="274" y="198"/>
                  </a:lnTo>
                  <a:lnTo>
                    <a:pt x="280" y="198"/>
                  </a:lnTo>
                  <a:lnTo>
                    <a:pt x="286" y="198"/>
                  </a:lnTo>
                  <a:lnTo>
                    <a:pt x="296" y="196"/>
                  </a:lnTo>
                  <a:lnTo>
                    <a:pt x="304" y="196"/>
                  </a:lnTo>
                  <a:lnTo>
                    <a:pt x="310" y="196"/>
                  </a:lnTo>
                  <a:lnTo>
                    <a:pt x="310" y="194"/>
                  </a:lnTo>
                  <a:lnTo>
                    <a:pt x="312" y="192"/>
                  </a:lnTo>
                  <a:lnTo>
                    <a:pt x="310" y="188"/>
                  </a:lnTo>
                  <a:lnTo>
                    <a:pt x="308" y="186"/>
                  </a:lnTo>
                  <a:lnTo>
                    <a:pt x="308" y="188"/>
                  </a:lnTo>
                  <a:lnTo>
                    <a:pt x="310" y="184"/>
                  </a:lnTo>
                  <a:lnTo>
                    <a:pt x="310" y="178"/>
                  </a:lnTo>
                  <a:lnTo>
                    <a:pt x="304" y="178"/>
                  </a:lnTo>
                  <a:lnTo>
                    <a:pt x="304" y="174"/>
                  </a:lnTo>
                  <a:lnTo>
                    <a:pt x="304" y="168"/>
                  </a:lnTo>
                  <a:lnTo>
                    <a:pt x="304" y="164"/>
                  </a:lnTo>
                  <a:lnTo>
                    <a:pt x="302" y="160"/>
                  </a:lnTo>
                  <a:lnTo>
                    <a:pt x="296" y="158"/>
                  </a:lnTo>
                  <a:lnTo>
                    <a:pt x="296" y="156"/>
                  </a:lnTo>
                  <a:lnTo>
                    <a:pt x="296" y="154"/>
                  </a:lnTo>
                  <a:lnTo>
                    <a:pt x="294" y="152"/>
                  </a:lnTo>
                  <a:lnTo>
                    <a:pt x="292" y="152"/>
                  </a:lnTo>
                  <a:lnTo>
                    <a:pt x="290" y="154"/>
                  </a:lnTo>
                  <a:lnTo>
                    <a:pt x="290" y="158"/>
                  </a:lnTo>
                  <a:lnTo>
                    <a:pt x="292" y="158"/>
                  </a:lnTo>
                  <a:lnTo>
                    <a:pt x="294" y="158"/>
                  </a:lnTo>
                  <a:lnTo>
                    <a:pt x="292" y="160"/>
                  </a:lnTo>
                  <a:lnTo>
                    <a:pt x="288" y="160"/>
                  </a:lnTo>
                  <a:lnTo>
                    <a:pt x="286" y="160"/>
                  </a:lnTo>
                  <a:lnTo>
                    <a:pt x="284" y="158"/>
                  </a:lnTo>
                  <a:lnTo>
                    <a:pt x="286" y="158"/>
                  </a:lnTo>
                  <a:lnTo>
                    <a:pt x="280" y="150"/>
                  </a:lnTo>
                  <a:close/>
                  <a:moveTo>
                    <a:pt x="108" y="150"/>
                  </a:moveTo>
                  <a:lnTo>
                    <a:pt x="108" y="150"/>
                  </a:lnTo>
                  <a:lnTo>
                    <a:pt x="108" y="152"/>
                  </a:lnTo>
                  <a:lnTo>
                    <a:pt x="108" y="154"/>
                  </a:lnTo>
                  <a:lnTo>
                    <a:pt x="112" y="154"/>
                  </a:lnTo>
                  <a:lnTo>
                    <a:pt x="112" y="152"/>
                  </a:lnTo>
                  <a:lnTo>
                    <a:pt x="112" y="150"/>
                  </a:lnTo>
                  <a:lnTo>
                    <a:pt x="108" y="150"/>
                  </a:lnTo>
                  <a:close/>
                  <a:moveTo>
                    <a:pt x="326" y="148"/>
                  </a:moveTo>
                  <a:lnTo>
                    <a:pt x="326" y="148"/>
                  </a:lnTo>
                  <a:lnTo>
                    <a:pt x="322" y="150"/>
                  </a:lnTo>
                  <a:lnTo>
                    <a:pt x="320" y="152"/>
                  </a:lnTo>
                  <a:lnTo>
                    <a:pt x="324" y="160"/>
                  </a:lnTo>
                  <a:lnTo>
                    <a:pt x="330" y="164"/>
                  </a:lnTo>
                  <a:lnTo>
                    <a:pt x="336" y="164"/>
                  </a:lnTo>
                  <a:lnTo>
                    <a:pt x="340" y="164"/>
                  </a:lnTo>
                  <a:lnTo>
                    <a:pt x="344" y="168"/>
                  </a:lnTo>
                  <a:lnTo>
                    <a:pt x="348" y="168"/>
                  </a:lnTo>
                  <a:lnTo>
                    <a:pt x="350" y="166"/>
                  </a:lnTo>
                  <a:lnTo>
                    <a:pt x="352" y="166"/>
                  </a:lnTo>
                  <a:lnTo>
                    <a:pt x="354" y="164"/>
                  </a:lnTo>
                  <a:lnTo>
                    <a:pt x="356" y="168"/>
                  </a:lnTo>
                  <a:lnTo>
                    <a:pt x="364" y="172"/>
                  </a:lnTo>
                  <a:lnTo>
                    <a:pt x="368" y="174"/>
                  </a:lnTo>
                  <a:lnTo>
                    <a:pt x="372" y="180"/>
                  </a:lnTo>
                  <a:lnTo>
                    <a:pt x="370" y="188"/>
                  </a:lnTo>
                  <a:lnTo>
                    <a:pt x="368" y="194"/>
                  </a:lnTo>
                  <a:lnTo>
                    <a:pt x="370" y="202"/>
                  </a:lnTo>
                  <a:lnTo>
                    <a:pt x="372" y="210"/>
                  </a:lnTo>
                  <a:lnTo>
                    <a:pt x="378" y="208"/>
                  </a:lnTo>
                  <a:lnTo>
                    <a:pt x="378" y="206"/>
                  </a:lnTo>
                  <a:lnTo>
                    <a:pt x="380" y="206"/>
                  </a:lnTo>
                  <a:lnTo>
                    <a:pt x="382" y="208"/>
                  </a:lnTo>
                  <a:lnTo>
                    <a:pt x="382" y="210"/>
                  </a:lnTo>
                  <a:lnTo>
                    <a:pt x="386" y="208"/>
                  </a:lnTo>
                  <a:lnTo>
                    <a:pt x="388" y="206"/>
                  </a:lnTo>
                  <a:lnTo>
                    <a:pt x="398" y="204"/>
                  </a:lnTo>
                  <a:lnTo>
                    <a:pt x="402" y="198"/>
                  </a:lnTo>
                  <a:lnTo>
                    <a:pt x="406" y="208"/>
                  </a:lnTo>
                  <a:lnTo>
                    <a:pt x="414" y="208"/>
                  </a:lnTo>
                  <a:lnTo>
                    <a:pt x="422" y="208"/>
                  </a:lnTo>
                  <a:lnTo>
                    <a:pt x="426" y="204"/>
                  </a:lnTo>
                  <a:lnTo>
                    <a:pt x="428" y="204"/>
                  </a:lnTo>
                  <a:lnTo>
                    <a:pt x="430" y="208"/>
                  </a:lnTo>
                  <a:lnTo>
                    <a:pt x="440" y="206"/>
                  </a:lnTo>
                  <a:lnTo>
                    <a:pt x="440" y="208"/>
                  </a:lnTo>
                  <a:lnTo>
                    <a:pt x="442" y="208"/>
                  </a:lnTo>
                  <a:lnTo>
                    <a:pt x="454" y="206"/>
                  </a:lnTo>
                  <a:lnTo>
                    <a:pt x="458" y="206"/>
                  </a:lnTo>
                  <a:lnTo>
                    <a:pt x="462" y="206"/>
                  </a:lnTo>
                  <a:lnTo>
                    <a:pt x="466" y="204"/>
                  </a:lnTo>
                  <a:lnTo>
                    <a:pt x="464" y="202"/>
                  </a:lnTo>
                  <a:lnTo>
                    <a:pt x="468" y="200"/>
                  </a:lnTo>
                  <a:lnTo>
                    <a:pt x="470" y="204"/>
                  </a:lnTo>
                  <a:lnTo>
                    <a:pt x="472" y="206"/>
                  </a:lnTo>
                  <a:lnTo>
                    <a:pt x="474" y="204"/>
                  </a:lnTo>
                  <a:lnTo>
                    <a:pt x="476" y="204"/>
                  </a:lnTo>
                  <a:lnTo>
                    <a:pt x="476" y="206"/>
                  </a:lnTo>
                  <a:lnTo>
                    <a:pt x="488" y="206"/>
                  </a:lnTo>
                  <a:lnTo>
                    <a:pt x="502" y="206"/>
                  </a:lnTo>
                  <a:lnTo>
                    <a:pt x="502" y="200"/>
                  </a:lnTo>
                  <a:lnTo>
                    <a:pt x="502" y="196"/>
                  </a:lnTo>
                  <a:lnTo>
                    <a:pt x="504" y="194"/>
                  </a:lnTo>
                  <a:lnTo>
                    <a:pt x="506" y="192"/>
                  </a:lnTo>
                  <a:lnTo>
                    <a:pt x="510" y="192"/>
                  </a:lnTo>
                  <a:lnTo>
                    <a:pt x="510" y="188"/>
                  </a:lnTo>
                  <a:lnTo>
                    <a:pt x="510" y="186"/>
                  </a:lnTo>
                  <a:lnTo>
                    <a:pt x="498" y="178"/>
                  </a:lnTo>
                  <a:lnTo>
                    <a:pt x="494" y="180"/>
                  </a:lnTo>
                  <a:lnTo>
                    <a:pt x="492" y="180"/>
                  </a:lnTo>
                  <a:lnTo>
                    <a:pt x="490" y="180"/>
                  </a:lnTo>
                  <a:lnTo>
                    <a:pt x="488" y="180"/>
                  </a:lnTo>
                  <a:lnTo>
                    <a:pt x="484" y="176"/>
                  </a:lnTo>
                  <a:lnTo>
                    <a:pt x="478" y="174"/>
                  </a:lnTo>
                  <a:lnTo>
                    <a:pt x="472" y="174"/>
                  </a:lnTo>
                  <a:lnTo>
                    <a:pt x="470" y="178"/>
                  </a:lnTo>
                  <a:lnTo>
                    <a:pt x="468" y="178"/>
                  </a:lnTo>
                  <a:lnTo>
                    <a:pt x="466" y="176"/>
                  </a:lnTo>
                  <a:lnTo>
                    <a:pt x="462" y="176"/>
                  </a:lnTo>
                  <a:lnTo>
                    <a:pt x="462" y="174"/>
                  </a:lnTo>
                  <a:lnTo>
                    <a:pt x="458" y="174"/>
                  </a:lnTo>
                  <a:lnTo>
                    <a:pt x="450" y="178"/>
                  </a:lnTo>
                  <a:lnTo>
                    <a:pt x="434" y="180"/>
                  </a:lnTo>
                  <a:lnTo>
                    <a:pt x="428" y="180"/>
                  </a:lnTo>
                  <a:lnTo>
                    <a:pt x="420" y="178"/>
                  </a:lnTo>
                  <a:lnTo>
                    <a:pt x="420" y="184"/>
                  </a:lnTo>
                  <a:lnTo>
                    <a:pt x="418" y="182"/>
                  </a:lnTo>
                  <a:lnTo>
                    <a:pt x="416" y="180"/>
                  </a:lnTo>
                  <a:lnTo>
                    <a:pt x="414" y="180"/>
                  </a:lnTo>
                  <a:lnTo>
                    <a:pt x="412" y="182"/>
                  </a:lnTo>
                  <a:lnTo>
                    <a:pt x="410" y="182"/>
                  </a:lnTo>
                  <a:lnTo>
                    <a:pt x="398" y="178"/>
                  </a:lnTo>
                  <a:lnTo>
                    <a:pt x="398" y="180"/>
                  </a:lnTo>
                  <a:lnTo>
                    <a:pt x="396" y="180"/>
                  </a:lnTo>
                  <a:lnTo>
                    <a:pt x="396" y="174"/>
                  </a:lnTo>
                  <a:lnTo>
                    <a:pt x="386" y="176"/>
                  </a:lnTo>
                  <a:lnTo>
                    <a:pt x="386" y="172"/>
                  </a:lnTo>
                  <a:lnTo>
                    <a:pt x="380" y="170"/>
                  </a:lnTo>
                  <a:lnTo>
                    <a:pt x="386" y="172"/>
                  </a:lnTo>
                  <a:lnTo>
                    <a:pt x="390" y="172"/>
                  </a:lnTo>
                  <a:lnTo>
                    <a:pt x="392" y="170"/>
                  </a:lnTo>
                  <a:lnTo>
                    <a:pt x="394" y="168"/>
                  </a:lnTo>
                  <a:lnTo>
                    <a:pt x="394" y="164"/>
                  </a:lnTo>
                  <a:lnTo>
                    <a:pt x="390" y="164"/>
                  </a:lnTo>
                  <a:lnTo>
                    <a:pt x="380" y="162"/>
                  </a:lnTo>
                  <a:lnTo>
                    <a:pt x="378" y="158"/>
                  </a:lnTo>
                  <a:lnTo>
                    <a:pt x="376" y="154"/>
                  </a:lnTo>
                  <a:lnTo>
                    <a:pt x="372" y="154"/>
                  </a:lnTo>
                  <a:lnTo>
                    <a:pt x="368" y="156"/>
                  </a:lnTo>
                  <a:lnTo>
                    <a:pt x="362" y="158"/>
                  </a:lnTo>
                  <a:lnTo>
                    <a:pt x="356" y="158"/>
                  </a:lnTo>
                  <a:lnTo>
                    <a:pt x="354" y="154"/>
                  </a:lnTo>
                  <a:lnTo>
                    <a:pt x="352" y="152"/>
                  </a:lnTo>
                  <a:lnTo>
                    <a:pt x="338" y="148"/>
                  </a:lnTo>
                  <a:lnTo>
                    <a:pt x="326" y="148"/>
                  </a:lnTo>
                  <a:close/>
                  <a:moveTo>
                    <a:pt x="168" y="148"/>
                  </a:moveTo>
                  <a:lnTo>
                    <a:pt x="168" y="148"/>
                  </a:lnTo>
                  <a:lnTo>
                    <a:pt x="168" y="150"/>
                  </a:lnTo>
                  <a:lnTo>
                    <a:pt x="164" y="150"/>
                  </a:lnTo>
                  <a:lnTo>
                    <a:pt x="166" y="158"/>
                  </a:lnTo>
                  <a:lnTo>
                    <a:pt x="164" y="166"/>
                  </a:lnTo>
                  <a:lnTo>
                    <a:pt x="172" y="170"/>
                  </a:lnTo>
                  <a:lnTo>
                    <a:pt x="170" y="172"/>
                  </a:lnTo>
                  <a:lnTo>
                    <a:pt x="170" y="176"/>
                  </a:lnTo>
                  <a:lnTo>
                    <a:pt x="170" y="178"/>
                  </a:lnTo>
                  <a:lnTo>
                    <a:pt x="174" y="178"/>
                  </a:lnTo>
                  <a:lnTo>
                    <a:pt x="176" y="182"/>
                  </a:lnTo>
                  <a:lnTo>
                    <a:pt x="162" y="182"/>
                  </a:lnTo>
                  <a:lnTo>
                    <a:pt x="150" y="180"/>
                  </a:lnTo>
                  <a:lnTo>
                    <a:pt x="144" y="176"/>
                  </a:lnTo>
                  <a:lnTo>
                    <a:pt x="138" y="172"/>
                  </a:lnTo>
                  <a:lnTo>
                    <a:pt x="134" y="172"/>
                  </a:lnTo>
                  <a:lnTo>
                    <a:pt x="130" y="172"/>
                  </a:lnTo>
                  <a:lnTo>
                    <a:pt x="122" y="166"/>
                  </a:lnTo>
                  <a:lnTo>
                    <a:pt x="112" y="166"/>
                  </a:lnTo>
                  <a:lnTo>
                    <a:pt x="106" y="164"/>
                  </a:lnTo>
                  <a:lnTo>
                    <a:pt x="104" y="168"/>
                  </a:lnTo>
                  <a:lnTo>
                    <a:pt x="100" y="168"/>
                  </a:lnTo>
                  <a:lnTo>
                    <a:pt x="94" y="166"/>
                  </a:lnTo>
                  <a:lnTo>
                    <a:pt x="94" y="176"/>
                  </a:lnTo>
                  <a:lnTo>
                    <a:pt x="102" y="174"/>
                  </a:lnTo>
                  <a:lnTo>
                    <a:pt x="100" y="176"/>
                  </a:lnTo>
                  <a:lnTo>
                    <a:pt x="90" y="178"/>
                  </a:lnTo>
                  <a:lnTo>
                    <a:pt x="90" y="184"/>
                  </a:lnTo>
                  <a:lnTo>
                    <a:pt x="100" y="184"/>
                  </a:lnTo>
                  <a:lnTo>
                    <a:pt x="88" y="188"/>
                  </a:lnTo>
                  <a:lnTo>
                    <a:pt x="88" y="192"/>
                  </a:lnTo>
                  <a:lnTo>
                    <a:pt x="96" y="192"/>
                  </a:lnTo>
                  <a:lnTo>
                    <a:pt x="102" y="192"/>
                  </a:lnTo>
                  <a:lnTo>
                    <a:pt x="102" y="194"/>
                  </a:lnTo>
                  <a:lnTo>
                    <a:pt x="104" y="194"/>
                  </a:lnTo>
                  <a:lnTo>
                    <a:pt x="106" y="194"/>
                  </a:lnTo>
                  <a:lnTo>
                    <a:pt x="106" y="190"/>
                  </a:lnTo>
                  <a:lnTo>
                    <a:pt x="108" y="190"/>
                  </a:lnTo>
                  <a:lnTo>
                    <a:pt x="110" y="190"/>
                  </a:lnTo>
                  <a:lnTo>
                    <a:pt x="108" y="192"/>
                  </a:lnTo>
                  <a:lnTo>
                    <a:pt x="108" y="196"/>
                  </a:lnTo>
                  <a:lnTo>
                    <a:pt x="110" y="196"/>
                  </a:lnTo>
                  <a:lnTo>
                    <a:pt x="112" y="194"/>
                  </a:lnTo>
                  <a:lnTo>
                    <a:pt x="110" y="192"/>
                  </a:lnTo>
                  <a:lnTo>
                    <a:pt x="114" y="192"/>
                  </a:lnTo>
                  <a:lnTo>
                    <a:pt x="114" y="190"/>
                  </a:lnTo>
                  <a:lnTo>
                    <a:pt x="114" y="186"/>
                  </a:lnTo>
                  <a:lnTo>
                    <a:pt x="112" y="182"/>
                  </a:lnTo>
                  <a:lnTo>
                    <a:pt x="114" y="178"/>
                  </a:lnTo>
                  <a:lnTo>
                    <a:pt x="116" y="178"/>
                  </a:lnTo>
                  <a:lnTo>
                    <a:pt x="118" y="178"/>
                  </a:lnTo>
                  <a:lnTo>
                    <a:pt x="120" y="182"/>
                  </a:lnTo>
                  <a:lnTo>
                    <a:pt x="118" y="192"/>
                  </a:lnTo>
                  <a:lnTo>
                    <a:pt x="136" y="190"/>
                  </a:lnTo>
                  <a:lnTo>
                    <a:pt x="136" y="186"/>
                  </a:lnTo>
                  <a:lnTo>
                    <a:pt x="138" y="186"/>
                  </a:lnTo>
                  <a:lnTo>
                    <a:pt x="142" y="188"/>
                  </a:lnTo>
                  <a:lnTo>
                    <a:pt x="148" y="190"/>
                  </a:lnTo>
                  <a:lnTo>
                    <a:pt x="152" y="190"/>
                  </a:lnTo>
                  <a:lnTo>
                    <a:pt x="158" y="184"/>
                  </a:lnTo>
                  <a:lnTo>
                    <a:pt x="154" y="192"/>
                  </a:lnTo>
                  <a:lnTo>
                    <a:pt x="148" y="194"/>
                  </a:lnTo>
                  <a:lnTo>
                    <a:pt x="144" y="196"/>
                  </a:lnTo>
                  <a:lnTo>
                    <a:pt x="140" y="196"/>
                  </a:lnTo>
                  <a:lnTo>
                    <a:pt x="132" y="196"/>
                  </a:lnTo>
                  <a:lnTo>
                    <a:pt x="120" y="204"/>
                  </a:lnTo>
                  <a:lnTo>
                    <a:pt x="120" y="206"/>
                  </a:lnTo>
                  <a:lnTo>
                    <a:pt x="122" y="210"/>
                  </a:lnTo>
                  <a:lnTo>
                    <a:pt x="128" y="212"/>
                  </a:lnTo>
                  <a:lnTo>
                    <a:pt x="134" y="212"/>
                  </a:lnTo>
                  <a:lnTo>
                    <a:pt x="138" y="210"/>
                  </a:lnTo>
                  <a:lnTo>
                    <a:pt x="142" y="208"/>
                  </a:lnTo>
                  <a:lnTo>
                    <a:pt x="146" y="204"/>
                  </a:lnTo>
                  <a:lnTo>
                    <a:pt x="150" y="200"/>
                  </a:lnTo>
                  <a:lnTo>
                    <a:pt x="152" y="196"/>
                  </a:lnTo>
                  <a:lnTo>
                    <a:pt x="162" y="198"/>
                  </a:lnTo>
                  <a:lnTo>
                    <a:pt x="174" y="192"/>
                  </a:lnTo>
                  <a:lnTo>
                    <a:pt x="178" y="194"/>
                  </a:lnTo>
                  <a:lnTo>
                    <a:pt x="180" y="196"/>
                  </a:lnTo>
                  <a:lnTo>
                    <a:pt x="184" y="198"/>
                  </a:lnTo>
                  <a:lnTo>
                    <a:pt x="190" y="196"/>
                  </a:lnTo>
                  <a:lnTo>
                    <a:pt x="190" y="192"/>
                  </a:lnTo>
                  <a:lnTo>
                    <a:pt x="192" y="192"/>
                  </a:lnTo>
                  <a:lnTo>
                    <a:pt x="194" y="192"/>
                  </a:lnTo>
                  <a:lnTo>
                    <a:pt x="192" y="192"/>
                  </a:lnTo>
                  <a:lnTo>
                    <a:pt x="202" y="192"/>
                  </a:lnTo>
                  <a:lnTo>
                    <a:pt x="210" y="190"/>
                  </a:lnTo>
                  <a:lnTo>
                    <a:pt x="212" y="188"/>
                  </a:lnTo>
                  <a:lnTo>
                    <a:pt x="214" y="184"/>
                  </a:lnTo>
                  <a:lnTo>
                    <a:pt x="212" y="174"/>
                  </a:lnTo>
                  <a:lnTo>
                    <a:pt x="210" y="168"/>
                  </a:lnTo>
                  <a:lnTo>
                    <a:pt x="208" y="166"/>
                  </a:lnTo>
                  <a:lnTo>
                    <a:pt x="204" y="166"/>
                  </a:lnTo>
                  <a:lnTo>
                    <a:pt x="202" y="164"/>
                  </a:lnTo>
                  <a:lnTo>
                    <a:pt x="202" y="166"/>
                  </a:lnTo>
                  <a:lnTo>
                    <a:pt x="202" y="172"/>
                  </a:lnTo>
                  <a:lnTo>
                    <a:pt x="202" y="178"/>
                  </a:lnTo>
                  <a:lnTo>
                    <a:pt x="198" y="178"/>
                  </a:lnTo>
                  <a:lnTo>
                    <a:pt x="198" y="176"/>
                  </a:lnTo>
                  <a:lnTo>
                    <a:pt x="198" y="174"/>
                  </a:lnTo>
                  <a:lnTo>
                    <a:pt x="198" y="172"/>
                  </a:lnTo>
                  <a:lnTo>
                    <a:pt x="196" y="172"/>
                  </a:lnTo>
                  <a:lnTo>
                    <a:pt x="194" y="172"/>
                  </a:lnTo>
                  <a:lnTo>
                    <a:pt x="192" y="174"/>
                  </a:lnTo>
                  <a:lnTo>
                    <a:pt x="192" y="170"/>
                  </a:lnTo>
                  <a:lnTo>
                    <a:pt x="192" y="164"/>
                  </a:lnTo>
                  <a:lnTo>
                    <a:pt x="186" y="166"/>
                  </a:lnTo>
                  <a:lnTo>
                    <a:pt x="182" y="164"/>
                  </a:lnTo>
                  <a:lnTo>
                    <a:pt x="172" y="156"/>
                  </a:lnTo>
                  <a:lnTo>
                    <a:pt x="174" y="154"/>
                  </a:lnTo>
                  <a:lnTo>
                    <a:pt x="174" y="152"/>
                  </a:lnTo>
                  <a:lnTo>
                    <a:pt x="168" y="148"/>
                  </a:lnTo>
                  <a:close/>
                  <a:moveTo>
                    <a:pt x="346" y="132"/>
                  </a:moveTo>
                  <a:lnTo>
                    <a:pt x="346" y="132"/>
                  </a:lnTo>
                  <a:lnTo>
                    <a:pt x="334" y="138"/>
                  </a:lnTo>
                  <a:lnTo>
                    <a:pt x="330" y="138"/>
                  </a:lnTo>
                  <a:lnTo>
                    <a:pt x="328" y="136"/>
                  </a:lnTo>
                  <a:lnTo>
                    <a:pt x="326" y="136"/>
                  </a:lnTo>
                  <a:lnTo>
                    <a:pt x="324" y="140"/>
                  </a:lnTo>
                  <a:lnTo>
                    <a:pt x="326" y="140"/>
                  </a:lnTo>
                  <a:lnTo>
                    <a:pt x="330" y="138"/>
                  </a:lnTo>
                  <a:lnTo>
                    <a:pt x="338" y="142"/>
                  </a:lnTo>
                  <a:lnTo>
                    <a:pt x="346" y="144"/>
                  </a:lnTo>
                  <a:lnTo>
                    <a:pt x="352" y="144"/>
                  </a:lnTo>
                  <a:lnTo>
                    <a:pt x="358" y="142"/>
                  </a:lnTo>
                  <a:lnTo>
                    <a:pt x="360" y="140"/>
                  </a:lnTo>
                  <a:lnTo>
                    <a:pt x="360" y="136"/>
                  </a:lnTo>
                  <a:lnTo>
                    <a:pt x="360" y="134"/>
                  </a:lnTo>
                  <a:lnTo>
                    <a:pt x="358" y="132"/>
                  </a:lnTo>
                  <a:lnTo>
                    <a:pt x="352" y="132"/>
                  </a:lnTo>
                  <a:lnTo>
                    <a:pt x="346" y="132"/>
                  </a:lnTo>
                  <a:close/>
                  <a:moveTo>
                    <a:pt x="386" y="128"/>
                  </a:moveTo>
                  <a:lnTo>
                    <a:pt x="386" y="128"/>
                  </a:lnTo>
                  <a:lnTo>
                    <a:pt x="380" y="136"/>
                  </a:lnTo>
                  <a:lnTo>
                    <a:pt x="382" y="138"/>
                  </a:lnTo>
                  <a:lnTo>
                    <a:pt x="382" y="140"/>
                  </a:lnTo>
                  <a:lnTo>
                    <a:pt x="390" y="140"/>
                  </a:lnTo>
                  <a:lnTo>
                    <a:pt x="394" y="132"/>
                  </a:lnTo>
                  <a:lnTo>
                    <a:pt x="386" y="128"/>
                  </a:lnTo>
                  <a:close/>
                  <a:moveTo>
                    <a:pt x="260" y="128"/>
                  </a:moveTo>
                  <a:lnTo>
                    <a:pt x="260" y="128"/>
                  </a:lnTo>
                  <a:lnTo>
                    <a:pt x="258" y="134"/>
                  </a:lnTo>
                  <a:lnTo>
                    <a:pt x="264" y="138"/>
                  </a:lnTo>
                  <a:lnTo>
                    <a:pt x="264" y="136"/>
                  </a:lnTo>
                  <a:lnTo>
                    <a:pt x="266" y="136"/>
                  </a:lnTo>
                  <a:lnTo>
                    <a:pt x="268" y="134"/>
                  </a:lnTo>
                  <a:lnTo>
                    <a:pt x="268" y="132"/>
                  </a:lnTo>
                  <a:lnTo>
                    <a:pt x="260" y="128"/>
                  </a:lnTo>
                  <a:close/>
                  <a:moveTo>
                    <a:pt x="220" y="128"/>
                  </a:moveTo>
                  <a:lnTo>
                    <a:pt x="220" y="128"/>
                  </a:lnTo>
                  <a:lnTo>
                    <a:pt x="224" y="142"/>
                  </a:lnTo>
                  <a:lnTo>
                    <a:pt x="228" y="142"/>
                  </a:lnTo>
                  <a:lnTo>
                    <a:pt x="228" y="136"/>
                  </a:lnTo>
                  <a:lnTo>
                    <a:pt x="224" y="128"/>
                  </a:lnTo>
                  <a:lnTo>
                    <a:pt x="220" y="128"/>
                  </a:lnTo>
                  <a:close/>
                  <a:moveTo>
                    <a:pt x="86" y="126"/>
                  </a:moveTo>
                  <a:lnTo>
                    <a:pt x="86" y="126"/>
                  </a:lnTo>
                  <a:lnTo>
                    <a:pt x="84" y="130"/>
                  </a:lnTo>
                  <a:lnTo>
                    <a:pt x="82" y="132"/>
                  </a:lnTo>
                  <a:lnTo>
                    <a:pt x="80" y="134"/>
                  </a:lnTo>
                  <a:lnTo>
                    <a:pt x="78" y="136"/>
                  </a:lnTo>
                  <a:lnTo>
                    <a:pt x="74" y="138"/>
                  </a:lnTo>
                  <a:lnTo>
                    <a:pt x="68" y="134"/>
                  </a:lnTo>
                  <a:lnTo>
                    <a:pt x="58" y="134"/>
                  </a:lnTo>
                  <a:lnTo>
                    <a:pt x="50" y="138"/>
                  </a:lnTo>
                  <a:lnTo>
                    <a:pt x="42" y="144"/>
                  </a:lnTo>
                  <a:lnTo>
                    <a:pt x="36" y="150"/>
                  </a:lnTo>
                  <a:lnTo>
                    <a:pt x="34" y="150"/>
                  </a:lnTo>
                  <a:lnTo>
                    <a:pt x="32" y="148"/>
                  </a:lnTo>
                  <a:lnTo>
                    <a:pt x="30" y="148"/>
                  </a:lnTo>
                  <a:lnTo>
                    <a:pt x="28" y="150"/>
                  </a:lnTo>
                  <a:lnTo>
                    <a:pt x="26" y="154"/>
                  </a:lnTo>
                  <a:lnTo>
                    <a:pt x="24" y="154"/>
                  </a:lnTo>
                  <a:lnTo>
                    <a:pt x="24" y="160"/>
                  </a:lnTo>
                  <a:lnTo>
                    <a:pt x="20" y="160"/>
                  </a:lnTo>
                  <a:lnTo>
                    <a:pt x="14" y="160"/>
                  </a:lnTo>
                  <a:lnTo>
                    <a:pt x="6" y="164"/>
                  </a:lnTo>
                  <a:lnTo>
                    <a:pt x="12" y="172"/>
                  </a:lnTo>
                  <a:lnTo>
                    <a:pt x="18" y="178"/>
                  </a:lnTo>
                  <a:lnTo>
                    <a:pt x="28" y="174"/>
                  </a:lnTo>
                  <a:lnTo>
                    <a:pt x="28" y="176"/>
                  </a:lnTo>
                  <a:lnTo>
                    <a:pt x="30" y="176"/>
                  </a:lnTo>
                  <a:lnTo>
                    <a:pt x="32" y="178"/>
                  </a:lnTo>
                  <a:lnTo>
                    <a:pt x="34" y="176"/>
                  </a:lnTo>
                  <a:lnTo>
                    <a:pt x="36" y="174"/>
                  </a:lnTo>
                  <a:lnTo>
                    <a:pt x="38" y="174"/>
                  </a:lnTo>
                  <a:lnTo>
                    <a:pt x="40" y="176"/>
                  </a:lnTo>
                  <a:lnTo>
                    <a:pt x="40" y="168"/>
                  </a:lnTo>
                  <a:lnTo>
                    <a:pt x="42" y="176"/>
                  </a:lnTo>
                  <a:lnTo>
                    <a:pt x="48" y="178"/>
                  </a:lnTo>
                  <a:lnTo>
                    <a:pt x="54" y="172"/>
                  </a:lnTo>
                  <a:lnTo>
                    <a:pt x="54" y="166"/>
                  </a:lnTo>
                  <a:lnTo>
                    <a:pt x="58" y="168"/>
                  </a:lnTo>
                  <a:lnTo>
                    <a:pt x="58" y="164"/>
                  </a:lnTo>
                  <a:lnTo>
                    <a:pt x="62" y="164"/>
                  </a:lnTo>
                  <a:lnTo>
                    <a:pt x="62" y="160"/>
                  </a:lnTo>
                  <a:lnTo>
                    <a:pt x="62" y="154"/>
                  </a:lnTo>
                  <a:lnTo>
                    <a:pt x="64" y="154"/>
                  </a:lnTo>
                  <a:lnTo>
                    <a:pt x="68" y="156"/>
                  </a:lnTo>
                  <a:lnTo>
                    <a:pt x="68" y="150"/>
                  </a:lnTo>
                  <a:lnTo>
                    <a:pt x="74" y="150"/>
                  </a:lnTo>
                  <a:lnTo>
                    <a:pt x="68" y="162"/>
                  </a:lnTo>
                  <a:lnTo>
                    <a:pt x="72" y="162"/>
                  </a:lnTo>
                  <a:lnTo>
                    <a:pt x="76" y="164"/>
                  </a:lnTo>
                  <a:lnTo>
                    <a:pt x="80" y="160"/>
                  </a:lnTo>
                  <a:lnTo>
                    <a:pt x="86" y="154"/>
                  </a:lnTo>
                  <a:lnTo>
                    <a:pt x="88" y="150"/>
                  </a:lnTo>
                  <a:lnTo>
                    <a:pt x="88" y="148"/>
                  </a:lnTo>
                  <a:lnTo>
                    <a:pt x="86" y="146"/>
                  </a:lnTo>
                  <a:lnTo>
                    <a:pt x="90" y="146"/>
                  </a:lnTo>
                  <a:lnTo>
                    <a:pt x="96" y="148"/>
                  </a:lnTo>
                  <a:lnTo>
                    <a:pt x="96" y="146"/>
                  </a:lnTo>
                  <a:lnTo>
                    <a:pt x="94" y="144"/>
                  </a:lnTo>
                  <a:lnTo>
                    <a:pt x="94" y="142"/>
                  </a:lnTo>
                  <a:lnTo>
                    <a:pt x="98" y="142"/>
                  </a:lnTo>
                  <a:lnTo>
                    <a:pt x="98" y="140"/>
                  </a:lnTo>
                  <a:lnTo>
                    <a:pt x="98" y="138"/>
                  </a:lnTo>
                  <a:lnTo>
                    <a:pt x="100" y="138"/>
                  </a:lnTo>
                  <a:lnTo>
                    <a:pt x="100" y="132"/>
                  </a:lnTo>
                  <a:lnTo>
                    <a:pt x="96" y="130"/>
                  </a:lnTo>
                  <a:lnTo>
                    <a:pt x="86" y="126"/>
                  </a:lnTo>
                  <a:close/>
                  <a:moveTo>
                    <a:pt x="476" y="124"/>
                  </a:moveTo>
                  <a:lnTo>
                    <a:pt x="476" y="124"/>
                  </a:lnTo>
                  <a:lnTo>
                    <a:pt x="476" y="126"/>
                  </a:lnTo>
                  <a:lnTo>
                    <a:pt x="476" y="128"/>
                  </a:lnTo>
                  <a:lnTo>
                    <a:pt x="474" y="128"/>
                  </a:lnTo>
                  <a:lnTo>
                    <a:pt x="474" y="126"/>
                  </a:lnTo>
                  <a:lnTo>
                    <a:pt x="474" y="124"/>
                  </a:lnTo>
                  <a:lnTo>
                    <a:pt x="476" y="124"/>
                  </a:lnTo>
                  <a:close/>
                  <a:moveTo>
                    <a:pt x="158" y="124"/>
                  </a:moveTo>
                  <a:lnTo>
                    <a:pt x="156" y="126"/>
                  </a:lnTo>
                  <a:lnTo>
                    <a:pt x="154" y="126"/>
                  </a:lnTo>
                  <a:lnTo>
                    <a:pt x="150" y="124"/>
                  </a:lnTo>
                  <a:lnTo>
                    <a:pt x="142" y="130"/>
                  </a:lnTo>
                  <a:lnTo>
                    <a:pt x="138" y="132"/>
                  </a:lnTo>
                  <a:lnTo>
                    <a:pt x="134" y="134"/>
                  </a:lnTo>
                  <a:lnTo>
                    <a:pt x="130" y="132"/>
                  </a:lnTo>
                  <a:lnTo>
                    <a:pt x="128" y="132"/>
                  </a:lnTo>
                  <a:lnTo>
                    <a:pt x="128" y="148"/>
                  </a:lnTo>
                  <a:lnTo>
                    <a:pt x="136" y="152"/>
                  </a:lnTo>
                  <a:lnTo>
                    <a:pt x="148" y="150"/>
                  </a:lnTo>
                  <a:lnTo>
                    <a:pt x="158" y="148"/>
                  </a:lnTo>
                  <a:lnTo>
                    <a:pt x="160" y="144"/>
                  </a:lnTo>
                  <a:lnTo>
                    <a:pt x="162" y="138"/>
                  </a:lnTo>
                  <a:lnTo>
                    <a:pt x="160" y="136"/>
                  </a:lnTo>
                  <a:lnTo>
                    <a:pt x="158" y="134"/>
                  </a:lnTo>
                  <a:lnTo>
                    <a:pt x="162" y="134"/>
                  </a:lnTo>
                  <a:lnTo>
                    <a:pt x="164" y="134"/>
                  </a:lnTo>
                  <a:lnTo>
                    <a:pt x="168" y="130"/>
                  </a:lnTo>
                  <a:lnTo>
                    <a:pt x="168" y="128"/>
                  </a:lnTo>
                  <a:lnTo>
                    <a:pt x="164" y="124"/>
                  </a:lnTo>
                  <a:lnTo>
                    <a:pt x="158" y="124"/>
                  </a:lnTo>
                  <a:close/>
                  <a:moveTo>
                    <a:pt x="110" y="120"/>
                  </a:moveTo>
                  <a:lnTo>
                    <a:pt x="110" y="120"/>
                  </a:lnTo>
                  <a:lnTo>
                    <a:pt x="104" y="124"/>
                  </a:lnTo>
                  <a:lnTo>
                    <a:pt x="104" y="130"/>
                  </a:lnTo>
                  <a:lnTo>
                    <a:pt x="106" y="132"/>
                  </a:lnTo>
                  <a:lnTo>
                    <a:pt x="108" y="134"/>
                  </a:lnTo>
                  <a:lnTo>
                    <a:pt x="114" y="134"/>
                  </a:lnTo>
                  <a:lnTo>
                    <a:pt x="118" y="126"/>
                  </a:lnTo>
                  <a:lnTo>
                    <a:pt x="110" y="120"/>
                  </a:lnTo>
                  <a:close/>
                  <a:moveTo>
                    <a:pt x="126" y="112"/>
                  </a:moveTo>
                  <a:lnTo>
                    <a:pt x="126" y="112"/>
                  </a:lnTo>
                  <a:lnTo>
                    <a:pt x="122" y="120"/>
                  </a:lnTo>
                  <a:lnTo>
                    <a:pt x="136" y="118"/>
                  </a:lnTo>
                  <a:lnTo>
                    <a:pt x="142" y="122"/>
                  </a:lnTo>
                  <a:lnTo>
                    <a:pt x="142" y="124"/>
                  </a:lnTo>
                  <a:lnTo>
                    <a:pt x="150" y="118"/>
                  </a:lnTo>
                  <a:lnTo>
                    <a:pt x="148" y="116"/>
                  </a:lnTo>
                  <a:lnTo>
                    <a:pt x="148" y="112"/>
                  </a:lnTo>
                  <a:lnTo>
                    <a:pt x="126" y="112"/>
                  </a:lnTo>
                  <a:close/>
                  <a:moveTo>
                    <a:pt x="164" y="108"/>
                  </a:moveTo>
                  <a:lnTo>
                    <a:pt x="164" y="108"/>
                  </a:lnTo>
                  <a:lnTo>
                    <a:pt x="160" y="110"/>
                  </a:lnTo>
                  <a:lnTo>
                    <a:pt x="156" y="112"/>
                  </a:lnTo>
                  <a:lnTo>
                    <a:pt x="150" y="112"/>
                  </a:lnTo>
                  <a:lnTo>
                    <a:pt x="152" y="114"/>
                  </a:lnTo>
                  <a:lnTo>
                    <a:pt x="152" y="116"/>
                  </a:lnTo>
                  <a:lnTo>
                    <a:pt x="152" y="118"/>
                  </a:lnTo>
                  <a:lnTo>
                    <a:pt x="160" y="120"/>
                  </a:lnTo>
                  <a:lnTo>
                    <a:pt x="162" y="120"/>
                  </a:lnTo>
                  <a:lnTo>
                    <a:pt x="168" y="122"/>
                  </a:lnTo>
                  <a:lnTo>
                    <a:pt x="172" y="120"/>
                  </a:lnTo>
                  <a:lnTo>
                    <a:pt x="174" y="118"/>
                  </a:lnTo>
                  <a:lnTo>
                    <a:pt x="174" y="114"/>
                  </a:lnTo>
                  <a:lnTo>
                    <a:pt x="172" y="110"/>
                  </a:lnTo>
                  <a:lnTo>
                    <a:pt x="164" y="108"/>
                  </a:lnTo>
                  <a:close/>
                  <a:moveTo>
                    <a:pt x="438" y="106"/>
                  </a:moveTo>
                  <a:lnTo>
                    <a:pt x="438" y="106"/>
                  </a:lnTo>
                  <a:lnTo>
                    <a:pt x="440" y="106"/>
                  </a:lnTo>
                  <a:lnTo>
                    <a:pt x="438" y="108"/>
                  </a:lnTo>
                  <a:lnTo>
                    <a:pt x="436" y="110"/>
                  </a:lnTo>
                  <a:lnTo>
                    <a:pt x="436" y="106"/>
                  </a:lnTo>
                  <a:lnTo>
                    <a:pt x="438" y="106"/>
                  </a:lnTo>
                  <a:close/>
                  <a:moveTo>
                    <a:pt x="298" y="106"/>
                  </a:moveTo>
                  <a:lnTo>
                    <a:pt x="298" y="120"/>
                  </a:lnTo>
                  <a:lnTo>
                    <a:pt x="306" y="122"/>
                  </a:lnTo>
                  <a:lnTo>
                    <a:pt x="312" y="124"/>
                  </a:lnTo>
                  <a:lnTo>
                    <a:pt x="310" y="124"/>
                  </a:lnTo>
                  <a:lnTo>
                    <a:pt x="308" y="124"/>
                  </a:lnTo>
                  <a:lnTo>
                    <a:pt x="314" y="134"/>
                  </a:lnTo>
                  <a:lnTo>
                    <a:pt x="318" y="136"/>
                  </a:lnTo>
                  <a:lnTo>
                    <a:pt x="326" y="134"/>
                  </a:lnTo>
                  <a:lnTo>
                    <a:pt x="338" y="132"/>
                  </a:lnTo>
                  <a:lnTo>
                    <a:pt x="334" y="120"/>
                  </a:lnTo>
                  <a:lnTo>
                    <a:pt x="332" y="118"/>
                  </a:lnTo>
                  <a:lnTo>
                    <a:pt x="330" y="118"/>
                  </a:lnTo>
                  <a:lnTo>
                    <a:pt x="324" y="118"/>
                  </a:lnTo>
                  <a:lnTo>
                    <a:pt x="318" y="112"/>
                  </a:lnTo>
                  <a:lnTo>
                    <a:pt x="308" y="110"/>
                  </a:lnTo>
                  <a:lnTo>
                    <a:pt x="298" y="106"/>
                  </a:lnTo>
                  <a:close/>
                  <a:moveTo>
                    <a:pt x="214" y="96"/>
                  </a:moveTo>
                  <a:lnTo>
                    <a:pt x="214" y="96"/>
                  </a:lnTo>
                  <a:lnTo>
                    <a:pt x="212" y="98"/>
                  </a:lnTo>
                  <a:lnTo>
                    <a:pt x="210" y="100"/>
                  </a:lnTo>
                  <a:lnTo>
                    <a:pt x="210" y="108"/>
                  </a:lnTo>
                  <a:lnTo>
                    <a:pt x="216" y="106"/>
                  </a:lnTo>
                  <a:lnTo>
                    <a:pt x="216" y="110"/>
                  </a:lnTo>
                  <a:lnTo>
                    <a:pt x="218" y="110"/>
                  </a:lnTo>
                  <a:lnTo>
                    <a:pt x="218" y="108"/>
                  </a:lnTo>
                  <a:lnTo>
                    <a:pt x="220" y="110"/>
                  </a:lnTo>
                  <a:lnTo>
                    <a:pt x="218" y="114"/>
                  </a:lnTo>
                  <a:lnTo>
                    <a:pt x="220" y="114"/>
                  </a:lnTo>
                  <a:lnTo>
                    <a:pt x="222" y="114"/>
                  </a:lnTo>
                  <a:lnTo>
                    <a:pt x="226" y="112"/>
                  </a:lnTo>
                  <a:lnTo>
                    <a:pt x="226" y="114"/>
                  </a:lnTo>
                  <a:lnTo>
                    <a:pt x="226" y="116"/>
                  </a:lnTo>
                  <a:lnTo>
                    <a:pt x="224" y="116"/>
                  </a:lnTo>
                  <a:lnTo>
                    <a:pt x="228" y="120"/>
                  </a:lnTo>
                  <a:lnTo>
                    <a:pt x="222" y="122"/>
                  </a:lnTo>
                  <a:lnTo>
                    <a:pt x="222" y="124"/>
                  </a:lnTo>
                  <a:lnTo>
                    <a:pt x="234" y="120"/>
                  </a:lnTo>
                  <a:lnTo>
                    <a:pt x="244" y="118"/>
                  </a:lnTo>
                  <a:lnTo>
                    <a:pt x="254" y="118"/>
                  </a:lnTo>
                  <a:lnTo>
                    <a:pt x="264" y="124"/>
                  </a:lnTo>
                  <a:lnTo>
                    <a:pt x="266" y="126"/>
                  </a:lnTo>
                  <a:lnTo>
                    <a:pt x="268" y="128"/>
                  </a:lnTo>
                  <a:lnTo>
                    <a:pt x="274" y="130"/>
                  </a:lnTo>
                  <a:lnTo>
                    <a:pt x="278" y="134"/>
                  </a:lnTo>
                  <a:lnTo>
                    <a:pt x="280" y="138"/>
                  </a:lnTo>
                  <a:lnTo>
                    <a:pt x="284" y="136"/>
                  </a:lnTo>
                  <a:lnTo>
                    <a:pt x="286" y="138"/>
                  </a:lnTo>
                  <a:lnTo>
                    <a:pt x="290" y="132"/>
                  </a:lnTo>
                  <a:lnTo>
                    <a:pt x="290" y="130"/>
                  </a:lnTo>
                  <a:lnTo>
                    <a:pt x="290" y="126"/>
                  </a:lnTo>
                  <a:lnTo>
                    <a:pt x="286" y="124"/>
                  </a:lnTo>
                  <a:lnTo>
                    <a:pt x="282" y="118"/>
                  </a:lnTo>
                  <a:lnTo>
                    <a:pt x="280" y="116"/>
                  </a:lnTo>
                  <a:lnTo>
                    <a:pt x="276" y="118"/>
                  </a:lnTo>
                  <a:lnTo>
                    <a:pt x="270" y="116"/>
                  </a:lnTo>
                  <a:lnTo>
                    <a:pt x="262" y="108"/>
                  </a:lnTo>
                  <a:lnTo>
                    <a:pt x="260" y="108"/>
                  </a:lnTo>
                  <a:lnTo>
                    <a:pt x="258" y="110"/>
                  </a:lnTo>
                  <a:lnTo>
                    <a:pt x="256" y="106"/>
                  </a:lnTo>
                  <a:lnTo>
                    <a:pt x="254" y="104"/>
                  </a:lnTo>
                  <a:lnTo>
                    <a:pt x="250" y="104"/>
                  </a:lnTo>
                  <a:lnTo>
                    <a:pt x="248" y="106"/>
                  </a:lnTo>
                  <a:lnTo>
                    <a:pt x="248" y="108"/>
                  </a:lnTo>
                  <a:lnTo>
                    <a:pt x="244" y="108"/>
                  </a:lnTo>
                  <a:lnTo>
                    <a:pt x="244" y="104"/>
                  </a:lnTo>
                  <a:lnTo>
                    <a:pt x="234" y="100"/>
                  </a:lnTo>
                  <a:lnTo>
                    <a:pt x="234" y="106"/>
                  </a:lnTo>
                  <a:lnTo>
                    <a:pt x="230" y="108"/>
                  </a:lnTo>
                  <a:lnTo>
                    <a:pt x="228" y="100"/>
                  </a:lnTo>
                  <a:lnTo>
                    <a:pt x="214" y="96"/>
                  </a:lnTo>
                  <a:close/>
                  <a:moveTo>
                    <a:pt x="450" y="88"/>
                  </a:moveTo>
                  <a:lnTo>
                    <a:pt x="450" y="88"/>
                  </a:lnTo>
                  <a:lnTo>
                    <a:pt x="456" y="96"/>
                  </a:lnTo>
                  <a:lnTo>
                    <a:pt x="462" y="98"/>
                  </a:lnTo>
                  <a:lnTo>
                    <a:pt x="464" y="102"/>
                  </a:lnTo>
                  <a:lnTo>
                    <a:pt x="456" y="104"/>
                  </a:lnTo>
                  <a:lnTo>
                    <a:pt x="458" y="106"/>
                  </a:lnTo>
                  <a:lnTo>
                    <a:pt x="478" y="106"/>
                  </a:lnTo>
                  <a:lnTo>
                    <a:pt x="478" y="110"/>
                  </a:lnTo>
                  <a:lnTo>
                    <a:pt x="440" y="108"/>
                  </a:lnTo>
                  <a:lnTo>
                    <a:pt x="440" y="104"/>
                  </a:lnTo>
                  <a:lnTo>
                    <a:pt x="452" y="100"/>
                  </a:lnTo>
                  <a:lnTo>
                    <a:pt x="452" y="96"/>
                  </a:lnTo>
                  <a:lnTo>
                    <a:pt x="448" y="92"/>
                  </a:lnTo>
                  <a:lnTo>
                    <a:pt x="450" y="88"/>
                  </a:lnTo>
                  <a:close/>
                  <a:moveTo>
                    <a:pt x="506" y="68"/>
                  </a:moveTo>
                  <a:lnTo>
                    <a:pt x="506" y="68"/>
                  </a:lnTo>
                  <a:lnTo>
                    <a:pt x="494" y="70"/>
                  </a:lnTo>
                  <a:lnTo>
                    <a:pt x="482" y="72"/>
                  </a:lnTo>
                  <a:lnTo>
                    <a:pt x="482" y="74"/>
                  </a:lnTo>
                  <a:lnTo>
                    <a:pt x="484" y="74"/>
                  </a:lnTo>
                  <a:lnTo>
                    <a:pt x="486" y="74"/>
                  </a:lnTo>
                  <a:lnTo>
                    <a:pt x="486" y="80"/>
                  </a:lnTo>
                  <a:lnTo>
                    <a:pt x="486" y="82"/>
                  </a:lnTo>
                  <a:lnTo>
                    <a:pt x="488" y="84"/>
                  </a:lnTo>
                  <a:lnTo>
                    <a:pt x="494" y="86"/>
                  </a:lnTo>
                  <a:lnTo>
                    <a:pt x="498" y="86"/>
                  </a:lnTo>
                  <a:lnTo>
                    <a:pt x="500" y="84"/>
                  </a:lnTo>
                  <a:lnTo>
                    <a:pt x="504" y="84"/>
                  </a:lnTo>
                  <a:lnTo>
                    <a:pt x="504" y="86"/>
                  </a:lnTo>
                  <a:lnTo>
                    <a:pt x="500" y="90"/>
                  </a:lnTo>
                  <a:lnTo>
                    <a:pt x="494" y="90"/>
                  </a:lnTo>
                  <a:lnTo>
                    <a:pt x="488" y="88"/>
                  </a:lnTo>
                  <a:lnTo>
                    <a:pt x="486" y="86"/>
                  </a:lnTo>
                  <a:lnTo>
                    <a:pt x="484" y="82"/>
                  </a:lnTo>
                  <a:lnTo>
                    <a:pt x="480" y="76"/>
                  </a:lnTo>
                  <a:lnTo>
                    <a:pt x="478" y="72"/>
                  </a:lnTo>
                  <a:lnTo>
                    <a:pt x="476" y="70"/>
                  </a:lnTo>
                  <a:lnTo>
                    <a:pt x="468" y="70"/>
                  </a:lnTo>
                  <a:lnTo>
                    <a:pt x="458" y="68"/>
                  </a:lnTo>
                  <a:lnTo>
                    <a:pt x="442" y="70"/>
                  </a:lnTo>
                  <a:lnTo>
                    <a:pt x="438" y="72"/>
                  </a:lnTo>
                  <a:lnTo>
                    <a:pt x="438" y="76"/>
                  </a:lnTo>
                  <a:lnTo>
                    <a:pt x="440" y="78"/>
                  </a:lnTo>
                  <a:lnTo>
                    <a:pt x="430" y="86"/>
                  </a:lnTo>
                  <a:lnTo>
                    <a:pt x="430" y="84"/>
                  </a:lnTo>
                  <a:lnTo>
                    <a:pt x="430" y="82"/>
                  </a:lnTo>
                  <a:lnTo>
                    <a:pt x="432" y="78"/>
                  </a:lnTo>
                  <a:lnTo>
                    <a:pt x="428" y="76"/>
                  </a:lnTo>
                  <a:lnTo>
                    <a:pt x="426" y="74"/>
                  </a:lnTo>
                  <a:lnTo>
                    <a:pt x="426" y="70"/>
                  </a:lnTo>
                  <a:lnTo>
                    <a:pt x="424" y="68"/>
                  </a:lnTo>
                  <a:lnTo>
                    <a:pt x="424" y="70"/>
                  </a:lnTo>
                  <a:lnTo>
                    <a:pt x="424" y="72"/>
                  </a:lnTo>
                  <a:lnTo>
                    <a:pt x="414" y="70"/>
                  </a:lnTo>
                  <a:lnTo>
                    <a:pt x="414" y="72"/>
                  </a:lnTo>
                  <a:lnTo>
                    <a:pt x="388" y="72"/>
                  </a:lnTo>
                  <a:lnTo>
                    <a:pt x="384" y="70"/>
                  </a:lnTo>
                  <a:lnTo>
                    <a:pt x="380" y="70"/>
                  </a:lnTo>
                  <a:lnTo>
                    <a:pt x="376" y="60"/>
                  </a:lnTo>
                  <a:lnTo>
                    <a:pt x="374" y="54"/>
                  </a:lnTo>
                  <a:lnTo>
                    <a:pt x="372" y="52"/>
                  </a:lnTo>
                  <a:lnTo>
                    <a:pt x="364" y="48"/>
                  </a:lnTo>
                  <a:lnTo>
                    <a:pt x="352" y="46"/>
                  </a:lnTo>
                  <a:lnTo>
                    <a:pt x="326" y="44"/>
                  </a:lnTo>
                  <a:lnTo>
                    <a:pt x="326" y="48"/>
                  </a:lnTo>
                  <a:lnTo>
                    <a:pt x="346" y="50"/>
                  </a:lnTo>
                  <a:lnTo>
                    <a:pt x="344" y="58"/>
                  </a:lnTo>
                  <a:lnTo>
                    <a:pt x="326" y="54"/>
                  </a:lnTo>
                  <a:lnTo>
                    <a:pt x="326" y="60"/>
                  </a:lnTo>
                  <a:lnTo>
                    <a:pt x="340" y="60"/>
                  </a:lnTo>
                  <a:lnTo>
                    <a:pt x="344" y="64"/>
                  </a:lnTo>
                  <a:lnTo>
                    <a:pt x="346" y="64"/>
                  </a:lnTo>
                  <a:lnTo>
                    <a:pt x="348" y="62"/>
                  </a:lnTo>
                  <a:lnTo>
                    <a:pt x="352" y="62"/>
                  </a:lnTo>
                  <a:lnTo>
                    <a:pt x="354" y="64"/>
                  </a:lnTo>
                  <a:lnTo>
                    <a:pt x="356" y="68"/>
                  </a:lnTo>
                  <a:lnTo>
                    <a:pt x="338" y="70"/>
                  </a:lnTo>
                  <a:lnTo>
                    <a:pt x="338" y="72"/>
                  </a:lnTo>
                  <a:lnTo>
                    <a:pt x="340" y="76"/>
                  </a:lnTo>
                  <a:lnTo>
                    <a:pt x="332" y="76"/>
                  </a:lnTo>
                  <a:lnTo>
                    <a:pt x="348" y="80"/>
                  </a:lnTo>
                  <a:lnTo>
                    <a:pt x="348" y="76"/>
                  </a:lnTo>
                  <a:lnTo>
                    <a:pt x="350" y="78"/>
                  </a:lnTo>
                  <a:lnTo>
                    <a:pt x="350" y="82"/>
                  </a:lnTo>
                  <a:lnTo>
                    <a:pt x="354" y="80"/>
                  </a:lnTo>
                  <a:lnTo>
                    <a:pt x="358" y="80"/>
                  </a:lnTo>
                  <a:lnTo>
                    <a:pt x="360" y="82"/>
                  </a:lnTo>
                  <a:lnTo>
                    <a:pt x="348" y="82"/>
                  </a:lnTo>
                  <a:lnTo>
                    <a:pt x="338" y="82"/>
                  </a:lnTo>
                  <a:lnTo>
                    <a:pt x="340" y="92"/>
                  </a:lnTo>
                  <a:lnTo>
                    <a:pt x="342" y="94"/>
                  </a:lnTo>
                  <a:lnTo>
                    <a:pt x="348" y="96"/>
                  </a:lnTo>
                  <a:lnTo>
                    <a:pt x="358" y="98"/>
                  </a:lnTo>
                  <a:lnTo>
                    <a:pt x="360" y="98"/>
                  </a:lnTo>
                  <a:lnTo>
                    <a:pt x="354" y="98"/>
                  </a:lnTo>
                  <a:lnTo>
                    <a:pt x="348" y="100"/>
                  </a:lnTo>
                  <a:lnTo>
                    <a:pt x="346" y="100"/>
                  </a:lnTo>
                  <a:lnTo>
                    <a:pt x="348" y="102"/>
                  </a:lnTo>
                  <a:lnTo>
                    <a:pt x="356" y="106"/>
                  </a:lnTo>
                  <a:lnTo>
                    <a:pt x="360" y="104"/>
                  </a:lnTo>
                  <a:lnTo>
                    <a:pt x="362" y="104"/>
                  </a:lnTo>
                  <a:lnTo>
                    <a:pt x="366" y="100"/>
                  </a:lnTo>
                  <a:lnTo>
                    <a:pt x="372" y="100"/>
                  </a:lnTo>
                  <a:lnTo>
                    <a:pt x="378" y="100"/>
                  </a:lnTo>
                  <a:lnTo>
                    <a:pt x="378" y="104"/>
                  </a:lnTo>
                  <a:lnTo>
                    <a:pt x="360" y="108"/>
                  </a:lnTo>
                  <a:lnTo>
                    <a:pt x="366" y="120"/>
                  </a:lnTo>
                  <a:lnTo>
                    <a:pt x="368" y="120"/>
                  </a:lnTo>
                  <a:lnTo>
                    <a:pt x="368" y="122"/>
                  </a:lnTo>
                  <a:lnTo>
                    <a:pt x="366" y="124"/>
                  </a:lnTo>
                  <a:lnTo>
                    <a:pt x="366" y="126"/>
                  </a:lnTo>
                  <a:lnTo>
                    <a:pt x="382" y="126"/>
                  </a:lnTo>
                  <a:lnTo>
                    <a:pt x="384" y="122"/>
                  </a:lnTo>
                  <a:lnTo>
                    <a:pt x="386" y="122"/>
                  </a:lnTo>
                  <a:lnTo>
                    <a:pt x="388" y="124"/>
                  </a:lnTo>
                  <a:lnTo>
                    <a:pt x="392" y="126"/>
                  </a:lnTo>
                  <a:lnTo>
                    <a:pt x="394" y="126"/>
                  </a:lnTo>
                  <a:lnTo>
                    <a:pt x="398" y="124"/>
                  </a:lnTo>
                  <a:lnTo>
                    <a:pt x="400" y="122"/>
                  </a:lnTo>
                  <a:lnTo>
                    <a:pt x="400" y="120"/>
                  </a:lnTo>
                  <a:lnTo>
                    <a:pt x="402" y="118"/>
                  </a:lnTo>
                  <a:lnTo>
                    <a:pt x="408" y="118"/>
                  </a:lnTo>
                  <a:lnTo>
                    <a:pt x="412" y="116"/>
                  </a:lnTo>
                  <a:lnTo>
                    <a:pt x="412" y="112"/>
                  </a:lnTo>
                  <a:lnTo>
                    <a:pt x="412" y="110"/>
                  </a:lnTo>
                  <a:lnTo>
                    <a:pt x="412" y="108"/>
                  </a:lnTo>
                  <a:lnTo>
                    <a:pt x="414" y="108"/>
                  </a:lnTo>
                  <a:lnTo>
                    <a:pt x="414" y="112"/>
                  </a:lnTo>
                  <a:lnTo>
                    <a:pt x="418" y="112"/>
                  </a:lnTo>
                  <a:lnTo>
                    <a:pt x="424" y="108"/>
                  </a:lnTo>
                  <a:lnTo>
                    <a:pt x="434" y="106"/>
                  </a:lnTo>
                  <a:lnTo>
                    <a:pt x="432" y="108"/>
                  </a:lnTo>
                  <a:lnTo>
                    <a:pt x="434" y="108"/>
                  </a:lnTo>
                  <a:lnTo>
                    <a:pt x="434" y="110"/>
                  </a:lnTo>
                  <a:lnTo>
                    <a:pt x="432" y="112"/>
                  </a:lnTo>
                  <a:lnTo>
                    <a:pt x="426" y="114"/>
                  </a:lnTo>
                  <a:lnTo>
                    <a:pt x="420" y="114"/>
                  </a:lnTo>
                  <a:lnTo>
                    <a:pt x="420" y="120"/>
                  </a:lnTo>
                  <a:lnTo>
                    <a:pt x="418" y="120"/>
                  </a:lnTo>
                  <a:lnTo>
                    <a:pt x="418" y="122"/>
                  </a:lnTo>
                  <a:lnTo>
                    <a:pt x="418" y="126"/>
                  </a:lnTo>
                  <a:lnTo>
                    <a:pt x="430" y="124"/>
                  </a:lnTo>
                  <a:lnTo>
                    <a:pt x="438" y="124"/>
                  </a:lnTo>
                  <a:lnTo>
                    <a:pt x="446" y="122"/>
                  </a:lnTo>
                  <a:lnTo>
                    <a:pt x="454" y="116"/>
                  </a:lnTo>
                  <a:lnTo>
                    <a:pt x="452" y="128"/>
                  </a:lnTo>
                  <a:lnTo>
                    <a:pt x="454" y="132"/>
                  </a:lnTo>
                  <a:lnTo>
                    <a:pt x="456" y="132"/>
                  </a:lnTo>
                  <a:lnTo>
                    <a:pt x="462" y="134"/>
                  </a:lnTo>
                  <a:lnTo>
                    <a:pt x="472" y="134"/>
                  </a:lnTo>
                  <a:lnTo>
                    <a:pt x="470" y="136"/>
                  </a:lnTo>
                  <a:lnTo>
                    <a:pt x="470" y="140"/>
                  </a:lnTo>
                  <a:lnTo>
                    <a:pt x="468" y="142"/>
                  </a:lnTo>
                  <a:lnTo>
                    <a:pt x="466" y="144"/>
                  </a:lnTo>
                  <a:lnTo>
                    <a:pt x="458" y="144"/>
                  </a:lnTo>
                  <a:lnTo>
                    <a:pt x="448" y="142"/>
                  </a:lnTo>
                  <a:lnTo>
                    <a:pt x="448" y="136"/>
                  </a:lnTo>
                  <a:lnTo>
                    <a:pt x="444" y="136"/>
                  </a:lnTo>
                  <a:lnTo>
                    <a:pt x="440" y="136"/>
                  </a:lnTo>
                  <a:lnTo>
                    <a:pt x="436" y="130"/>
                  </a:lnTo>
                  <a:lnTo>
                    <a:pt x="430" y="130"/>
                  </a:lnTo>
                  <a:lnTo>
                    <a:pt x="426" y="130"/>
                  </a:lnTo>
                  <a:lnTo>
                    <a:pt x="414" y="132"/>
                  </a:lnTo>
                  <a:lnTo>
                    <a:pt x="416" y="138"/>
                  </a:lnTo>
                  <a:lnTo>
                    <a:pt x="420" y="140"/>
                  </a:lnTo>
                  <a:lnTo>
                    <a:pt x="422" y="140"/>
                  </a:lnTo>
                  <a:lnTo>
                    <a:pt x="422" y="138"/>
                  </a:lnTo>
                  <a:lnTo>
                    <a:pt x="422" y="144"/>
                  </a:lnTo>
                  <a:lnTo>
                    <a:pt x="408" y="150"/>
                  </a:lnTo>
                  <a:lnTo>
                    <a:pt x="400" y="152"/>
                  </a:lnTo>
                  <a:lnTo>
                    <a:pt x="396" y="156"/>
                  </a:lnTo>
                  <a:lnTo>
                    <a:pt x="396" y="160"/>
                  </a:lnTo>
                  <a:lnTo>
                    <a:pt x="398" y="166"/>
                  </a:lnTo>
                  <a:lnTo>
                    <a:pt x="400" y="166"/>
                  </a:lnTo>
                  <a:lnTo>
                    <a:pt x="402" y="164"/>
                  </a:lnTo>
                  <a:lnTo>
                    <a:pt x="406" y="164"/>
                  </a:lnTo>
                  <a:lnTo>
                    <a:pt x="408" y="166"/>
                  </a:lnTo>
                  <a:lnTo>
                    <a:pt x="412" y="168"/>
                  </a:lnTo>
                  <a:lnTo>
                    <a:pt x="418" y="166"/>
                  </a:lnTo>
                  <a:lnTo>
                    <a:pt x="416" y="164"/>
                  </a:lnTo>
                  <a:lnTo>
                    <a:pt x="422" y="162"/>
                  </a:lnTo>
                  <a:lnTo>
                    <a:pt x="424" y="164"/>
                  </a:lnTo>
                  <a:lnTo>
                    <a:pt x="426" y="166"/>
                  </a:lnTo>
                  <a:lnTo>
                    <a:pt x="426" y="164"/>
                  </a:lnTo>
                  <a:lnTo>
                    <a:pt x="426" y="162"/>
                  </a:lnTo>
                  <a:lnTo>
                    <a:pt x="428" y="162"/>
                  </a:lnTo>
                  <a:lnTo>
                    <a:pt x="428" y="164"/>
                  </a:lnTo>
                  <a:lnTo>
                    <a:pt x="448" y="170"/>
                  </a:lnTo>
                  <a:lnTo>
                    <a:pt x="450" y="166"/>
                  </a:lnTo>
                  <a:lnTo>
                    <a:pt x="452" y="164"/>
                  </a:lnTo>
                  <a:lnTo>
                    <a:pt x="448" y="158"/>
                  </a:lnTo>
                  <a:lnTo>
                    <a:pt x="452" y="158"/>
                  </a:lnTo>
                  <a:lnTo>
                    <a:pt x="456" y="160"/>
                  </a:lnTo>
                  <a:lnTo>
                    <a:pt x="458" y="156"/>
                  </a:lnTo>
                  <a:lnTo>
                    <a:pt x="462" y="152"/>
                  </a:lnTo>
                  <a:lnTo>
                    <a:pt x="462" y="164"/>
                  </a:lnTo>
                  <a:lnTo>
                    <a:pt x="482" y="162"/>
                  </a:lnTo>
                  <a:lnTo>
                    <a:pt x="484" y="158"/>
                  </a:lnTo>
                  <a:lnTo>
                    <a:pt x="484" y="156"/>
                  </a:lnTo>
                  <a:lnTo>
                    <a:pt x="486" y="154"/>
                  </a:lnTo>
                  <a:lnTo>
                    <a:pt x="488" y="162"/>
                  </a:lnTo>
                  <a:lnTo>
                    <a:pt x="490" y="160"/>
                  </a:lnTo>
                  <a:lnTo>
                    <a:pt x="490" y="158"/>
                  </a:lnTo>
                  <a:lnTo>
                    <a:pt x="494" y="160"/>
                  </a:lnTo>
                  <a:lnTo>
                    <a:pt x="498" y="160"/>
                  </a:lnTo>
                  <a:lnTo>
                    <a:pt x="498" y="172"/>
                  </a:lnTo>
                  <a:lnTo>
                    <a:pt x="514" y="160"/>
                  </a:lnTo>
                  <a:lnTo>
                    <a:pt x="516" y="162"/>
                  </a:lnTo>
                  <a:lnTo>
                    <a:pt x="518" y="164"/>
                  </a:lnTo>
                  <a:lnTo>
                    <a:pt x="520" y="164"/>
                  </a:lnTo>
                  <a:lnTo>
                    <a:pt x="524" y="160"/>
                  </a:lnTo>
                  <a:lnTo>
                    <a:pt x="530" y="154"/>
                  </a:lnTo>
                  <a:lnTo>
                    <a:pt x="532" y="154"/>
                  </a:lnTo>
                  <a:lnTo>
                    <a:pt x="530" y="154"/>
                  </a:lnTo>
                  <a:lnTo>
                    <a:pt x="530" y="152"/>
                  </a:lnTo>
                  <a:lnTo>
                    <a:pt x="522" y="152"/>
                  </a:lnTo>
                  <a:lnTo>
                    <a:pt x="520" y="148"/>
                  </a:lnTo>
                  <a:lnTo>
                    <a:pt x="516" y="144"/>
                  </a:lnTo>
                  <a:lnTo>
                    <a:pt x="504" y="140"/>
                  </a:lnTo>
                  <a:lnTo>
                    <a:pt x="530" y="138"/>
                  </a:lnTo>
                  <a:lnTo>
                    <a:pt x="530" y="128"/>
                  </a:lnTo>
                  <a:lnTo>
                    <a:pt x="542" y="130"/>
                  </a:lnTo>
                  <a:lnTo>
                    <a:pt x="548" y="130"/>
                  </a:lnTo>
                  <a:lnTo>
                    <a:pt x="554" y="128"/>
                  </a:lnTo>
                  <a:lnTo>
                    <a:pt x="556" y="124"/>
                  </a:lnTo>
                  <a:lnTo>
                    <a:pt x="552" y="124"/>
                  </a:lnTo>
                  <a:lnTo>
                    <a:pt x="552" y="122"/>
                  </a:lnTo>
                  <a:lnTo>
                    <a:pt x="562" y="122"/>
                  </a:lnTo>
                  <a:lnTo>
                    <a:pt x="560" y="120"/>
                  </a:lnTo>
                  <a:lnTo>
                    <a:pt x="560" y="118"/>
                  </a:lnTo>
                  <a:lnTo>
                    <a:pt x="558" y="116"/>
                  </a:lnTo>
                  <a:lnTo>
                    <a:pt x="564" y="116"/>
                  </a:lnTo>
                  <a:lnTo>
                    <a:pt x="570" y="116"/>
                  </a:lnTo>
                  <a:lnTo>
                    <a:pt x="570" y="114"/>
                  </a:lnTo>
                  <a:lnTo>
                    <a:pt x="572" y="112"/>
                  </a:lnTo>
                  <a:lnTo>
                    <a:pt x="572" y="110"/>
                  </a:lnTo>
                  <a:lnTo>
                    <a:pt x="572" y="108"/>
                  </a:lnTo>
                  <a:lnTo>
                    <a:pt x="568" y="108"/>
                  </a:lnTo>
                  <a:lnTo>
                    <a:pt x="566" y="108"/>
                  </a:lnTo>
                  <a:lnTo>
                    <a:pt x="566" y="110"/>
                  </a:lnTo>
                  <a:lnTo>
                    <a:pt x="562" y="110"/>
                  </a:lnTo>
                  <a:lnTo>
                    <a:pt x="562" y="106"/>
                  </a:lnTo>
                  <a:lnTo>
                    <a:pt x="556" y="104"/>
                  </a:lnTo>
                  <a:lnTo>
                    <a:pt x="550" y="104"/>
                  </a:lnTo>
                  <a:lnTo>
                    <a:pt x="544" y="106"/>
                  </a:lnTo>
                  <a:lnTo>
                    <a:pt x="532" y="110"/>
                  </a:lnTo>
                  <a:lnTo>
                    <a:pt x="532" y="108"/>
                  </a:lnTo>
                  <a:lnTo>
                    <a:pt x="536" y="108"/>
                  </a:lnTo>
                  <a:lnTo>
                    <a:pt x="536" y="104"/>
                  </a:lnTo>
                  <a:lnTo>
                    <a:pt x="530" y="100"/>
                  </a:lnTo>
                  <a:lnTo>
                    <a:pt x="548" y="102"/>
                  </a:lnTo>
                  <a:lnTo>
                    <a:pt x="556" y="102"/>
                  </a:lnTo>
                  <a:lnTo>
                    <a:pt x="556" y="100"/>
                  </a:lnTo>
                  <a:lnTo>
                    <a:pt x="554" y="98"/>
                  </a:lnTo>
                  <a:lnTo>
                    <a:pt x="546" y="96"/>
                  </a:lnTo>
                  <a:lnTo>
                    <a:pt x="562" y="96"/>
                  </a:lnTo>
                  <a:lnTo>
                    <a:pt x="560" y="94"/>
                  </a:lnTo>
                  <a:lnTo>
                    <a:pt x="552" y="92"/>
                  </a:lnTo>
                  <a:lnTo>
                    <a:pt x="542" y="92"/>
                  </a:lnTo>
                  <a:lnTo>
                    <a:pt x="542" y="88"/>
                  </a:lnTo>
                  <a:lnTo>
                    <a:pt x="544" y="88"/>
                  </a:lnTo>
                  <a:lnTo>
                    <a:pt x="546" y="90"/>
                  </a:lnTo>
                  <a:lnTo>
                    <a:pt x="548" y="90"/>
                  </a:lnTo>
                  <a:lnTo>
                    <a:pt x="550" y="90"/>
                  </a:lnTo>
                  <a:lnTo>
                    <a:pt x="552" y="88"/>
                  </a:lnTo>
                  <a:lnTo>
                    <a:pt x="552" y="86"/>
                  </a:lnTo>
                  <a:lnTo>
                    <a:pt x="554" y="86"/>
                  </a:lnTo>
                  <a:lnTo>
                    <a:pt x="558" y="90"/>
                  </a:lnTo>
                  <a:lnTo>
                    <a:pt x="562" y="94"/>
                  </a:lnTo>
                  <a:lnTo>
                    <a:pt x="564" y="94"/>
                  </a:lnTo>
                  <a:lnTo>
                    <a:pt x="564" y="92"/>
                  </a:lnTo>
                  <a:lnTo>
                    <a:pt x="564" y="90"/>
                  </a:lnTo>
                  <a:lnTo>
                    <a:pt x="582" y="90"/>
                  </a:lnTo>
                  <a:lnTo>
                    <a:pt x="586" y="90"/>
                  </a:lnTo>
                  <a:lnTo>
                    <a:pt x="592" y="90"/>
                  </a:lnTo>
                  <a:lnTo>
                    <a:pt x="596" y="90"/>
                  </a:lnTo>
                  <a:lnTo>
                    <a:pt x="596" y="88"/>
                  </a:lnTo>
                  <a:lnTo>
                    <a:pt x="594" y="84"/>
                  </a:lnTo>
                  <a:lnTo>
                    <a:pt x="606" y="82"/>
                  </a:lnTo>
                  <a:lnTo>
                    <a:pt x="608" y="80"/>
                  </a:lnTo>
                  <a:lnTo>
                    <a:pt x="602" y="76"/>
                  </a:lnTo>
                  <a:lnTo>
                    <a:pt x="604" y="76"/>
                  </a:lnTo>
                  <a:lnTo>
                    <a:pt x="606" y="76"/>
                  </a:lnTo>
                  <a:lnTo>
                    <a:pt x="604" y="74"/>
                  </a:lnTo>
                  <a:lnTo>
                    <a:pt x="614" y="76"/>
                  </a:lnTo>
                  <a:lnTo>
                    <a:pt x="624" y="70"/>
                  </a:lnTo>
                  <a:lnTo>
                    <a:pt x="622" y="70"/>
                  </a:lnTo>
                  <a:lnTo>
                    <a:pt x="622" y="68"/>
                  </a:lnTo>
                  <a:lnTo>
                    <a:pt x="624" y="66"/>
                  </a:lnTo>
                  <a:lnTo>
                    <a:pt x="628" y="70"/>
                  </a:lnTo>
                  <a:lnTo>
                    <a:pt x="638" y="64"/>
                  </a:lnTo>
                  <a:lnTo>
                    <a:pt x="648" y="56"/>
                  </a:lnTo>
                  <a:lnTo>
                    <a:pt x="656" y="56"/>
                  </a:lnTo>
                  <a:lnTo>
                    <a:pt x="666" y="54"/>
                  </a:lnTo>
                  <a:lnTo>
                    <a:pt x="674" y="54"/>
                  </a:lnTo>
                  <a:lnTo>
                    <a:pt x="682" y="52"/>
                  </a:lnTo>
                  <a:lnTo>
                    <a:pt x="686" y="50"/>
                  </a:lnTo>
                  <a:lnTo>
                    <a:pt x="686" y="46"/>
                  </a:lnTo>
                  <a:lnTo>
                    <a:pt x="686" y="44"/>
                  </a:lnTo>
                  <a:lnTo>
                    <a:pt x="682" y="42"/>
                  </a:lnTo>
                  <a:lnTo>
                    <a:pt x="692" y="38"/>
                  </a:lnTo>
                  <a:lnTo>
                    <a:pt x="702" y="34"/>
                  </a:lnTo>
                  <a:lnTo>
                    <a:pt x="708" y="32"/>
                  </a:lnTo>
                  <a:lnTo>
                    <a:pt x="708" y="28"/>
                  </a:lnTo>
                  <a:lnTo>
                    <a:pt x="712" y="28"/>
                  </a:lnTo>
                  <a:lnTo>
                    <a:pt x="718" y="28"/>
                  </a:lnTo>
                  <a:lnTo>
                    <a:pt x="718" y="26"/>
                  </a:lnTo>
                  <a:lnTo>
                    <a:pt x="720" y="24"/>
                  </a:lnTo>
                  <a:lnTo>
                    <a:pt x="720" y="22"/>
                  </a:lnTo>
                  <a:lnTo>
                    <a:pt x="720" y="20"/>
                  </a:lnTo>
                  <a:lnTo>
                    <a:pt x="708" y="20"/>
                  </a:lnTo>
                  <a:lnTo>
                    <a:pt x="706" y="18"/>
                  </a:lnTo>
                  <a:lnTo>
                    <a:pt x="704" y="16"/>
                  </a:lnTo>
                  <a:lnTo>
                    <a:pt x="702" y="18"/>
                  </a:lnTo>
                  <a:lnTo>
                    <a:pt x="698" y="18"/>
                  </a:lnTo>
                  <a:lnTo>
                    <a:pt x="696" y="14"/>
                  </a:lnTo>
                  <a:lnTo>
                    <a:pt x="690" y="10"/>
                  </a:lnTo>
                  <a:lnTo>
                    <a:pt x="684" y="10"/>
                  </a:lnTo>
                  <a:lnTo>
                    <a:pt x="668" y="8"/>
                  </a:lnTo>
                  <a:lnTo>
                    <a:pt x="664" y="8"/>
                  </a:lnTo>
                  <a:lnTo>
                    <a:pt x="664" y="6"/>
                  </a:lnTo>
                  <a:lnTo>
                    <a:pt x="662" y="6"/>
                  </a:lnTo>
                  <a:lnTo>
                    <a:pt x="660" y="6"/>
                  </a:lnTo>
                  <a:lnTo>
                    <a:pt x="658" y="12"/>
                  </a:lnTo>
                  <a:lnTo>
                    <a:pt x="642" y="20"/>
                  </a:lnTo>
                  <a:lnTo>
                    <a:pt x="640" y="18"/>
                  </a:lnTo>
                  <a:lnTo>
                    <a:pt x="652" y="12"/>
                  </a:lnTo>
                  <a:lnTo>
                    <a:pt x="652" y="8"/>
                  </a:lnTo>
                  <a:lnTo>
                    <a:pt x="652" y="6"/>
                  </a:lnTo>
                  <a:lnTo>
                    <a:pt x="650" y="4"/>
                  </a:lnTo>
                  <a:lnTo>
                    <a:pt x="646" y="4"/>
                  </a:lnTo>
                  <a:lnTo>
                    <a:pt x="640" y="4"/>
                  </a:lnTo>
                  <a:lnTo>
                    <a:pt x="630" y="6"/>
                  </a:lnTo>
                  <a:lnTo>
                    <a:pt x="624" y="4"/>
                  </a:lnTo>
                  <a:lnTo>
                    <a:pt x="618" y="2"/>
                  </a:lnTo>
                  <a:lnTo>
                    <a:pt x="614" y="0"/>
                  </a:lnTo>
                  <a:lnTo>
                    <a:pt x="608" y="2"/>
                  </a:lnTo>
                  <a:lnTo>
                    <a:pt x="600" y="6"/>
                  </a:lnTo>
                  <a:lnTo>
                    <a:pt x="602" y="10"/>
                  </a:lnTo>
                  <a:lnTo>
                    <a:pt x="598" y="10"/>
                  </a:lnTo>
                  <a:lnTo>
                    <a:pt x="600" y="10"/>
                  </a:lnTo>
                  <a:lnTo>
                    <a:pt x="598" y="8"/>
                  </a:lnTo>
                  <a:lnTo>
                    <a:pt x="594" y="8"/>
                  </a:lnTo>
                  <a:lnTo>
                    <a:pt x="588" y="12"/>
                  </a:lnTo>
                  <a:lnTo>
                    <a:pt x="584" y="14"/>
                  </a:lnTo>
                  <a:lnTo>
                    <a:pt x="580" y="14"/>
                  </a:lnTo>
                  <a:lnTo>
                    <a:pt x="578" y="12"/>
                  </a:lnTo>
                  <a:lnTo>
                    <a:pt x="578" y="10"/>
                  </a:lnTo>
                  <a:lnTo>
                    <a:pt x="576" y="10"/>
                  </a:lnTo>
                  <a:lnTo>
                    <a:pt x="546" y="10"/>
                  </a:lnTo>
                  <a:lnTo>
                    <a:pt x="546" y="12"/>
                  </a:lnTo>
                  <a:lnTo>
                    <a:pt x="544" y="12"/>
                  </a:lnTo>
                  <a:lnTo>
                    <a:pt x="542" y="10"/>
                  </a:lnTo>
                  <a:lnTo>
                    <a:pt x="544" y="10"/>
                  </a:lnTo>
                  <a:lnTo>
                    <a:pt x="542" y="10"/>
                  </a:lnTo>
                  <a:lnTo>
                    <a:pt x="538" y="12"/>
                  </a:lnTo>
                  <a:lnTo>
                    <a:pt x="536" y="14"/>
                  </a:lnTo>
                  <a:lnTo>
                    <a:pt x="536" y="16"/>
                  </a:lnTo>
                  <a:lnTo>
                    <a:pt x="538" y="14"/>
                  </a:lnTo>
                  <a:lnTo>
                    <a:pt x="538" y="18"/>
                  </a:lnTo>
                  <a:lnTo>
                    <a:pt x="544" y="18"/>
                  </a:lnTo>
                  <a:lnTo>
                    <a:pt x="546" y="22"/>
                  </a:lnTo>
                  <a:lnTo>
                    <a:pt x="542" y="22"/>
                  </a:lnTo>
                  <a:lnTo>
                    <a:pt x="536" y="20"/>
                  </a:lnTo>
                  <a:lnTo>
                    <a:pt x="536" y="16"/>
                  </a:lnTo>
                  <a:lnTo>
                    <a:pt x="530" y="18"/>
                  </a:lnTo>
                  <a:lnTo>
                    <a:pt x="520" y="18"/>
                  </a:lnTo>
                  <a:lnTo>
                    <a:pt x="520" y="16"/>
                  </a:lnTo>
                  <a:lnTo>
                    <a:pt x="520" y="14"/>
                  </a:lnTo>
                  <a:lnTo>
                    <a:pt x="518" y="14"/>
                  </a:lnTo>
                  <a:lnTo>
                    <a:pt x="516" y="24"/>
                  </a:lnTo>
                  <a:lnTo>
                    <a:pt x="508" y="24"/>
                  </a:lnTo>
                  <a:lnTo>
                    <a:pt x="510" y="22"/>
                  </a:lnTo>
                  <a:lnTo>
                    <a:pt x="508" y="22"/>
                  </a:lnTo>
                  <a:lnTo>
                    <a:pt x="504" y="20"/>
                  </a:lnTo>
                  <a:lnTo>
                    <a:pt x="504" y="26"/>
                  </a:lnTo>
                  <a:lnTo>
                    <a:pt x="484" y="20"/>
                  </a:lnTo>
                  <a:lnTo>
                    <a:pt x="486" y="32"/>
                  </a:lnTo>
                  <a:lnTo>
                    <a:pt x="484" y="32"/>
                  </a:lnTo>
                  <a:lnTo>
                    <a:pt x="480" y="30"/>
                  </a:lnTo>
                  <a:lnTo>
                    <a:pt x="480" y="36"/>
                  </a:lnTo>
                  <a:lnTo>
                    <a:pt x="476" y="30"/>
                  </a:lnTo>
                  <a:lnTo>
                    <a:pt x="472" y="26"/>
                  </a:lnTo>
                  <a:lnTo>
                    <a:pt x="466" y="24"/>
                  </a:lnTo>
                  <a:lnTo>
                    <a:pt x="458" y="24"/>
                  </a:lnTo>
                  <a:lnTo>
                    <a:pt x="452" y="20"/>
                  </a:lnTo>
                  <a:lnTo>
                    <a:pt x="448" y="16"/>
                  </a:lnTo>
                  <a:lnTo>
                    <a:pt x="438" y="16"/>
                  </a:lnTo>
                  <a:lnTo>
                    <a:pt x="438" y="20"/>
                  </a:lnTo>
                  <a:lnTo>
                    <a:pt x="440" y="20"/>
                  </a:lnTo>
                  <a:lnTo>
                    <a:pt x="442" y="22"/>
                  </a:lnTo>
                  <a:lnTo>
                    <a:pt x="442" y="26"/>
                  </a:lnTo>
                  <a:lnTo>
                    <a:pt x="422" y="26"/>
                  </a:lnTo>
                  <a:lnTo>
                    <a:pt x="424" y="28"/>
                  </a:lnTo>
                  <a:lnTo>
                    <a:pt x="424" y="32"/>
                  </a:lnTo>
                  <a:lnTo>
                    <a:pt x="426" y="32"/>
                  </a:lnTo>
                  <a:lnTo>
                    <a:pt x="428" y="32"/>
                  </a:lnTo>
                  <a:lnTo>
                    <a:pt x="430" y="30"/>
                  </a:lnTo>
                  <a:lnTo>
                    <a:pt x="434" y="34"/>
                  </a:lnTo>
                  <a:lnTo>
                    <a:pt x="442" y="34"/>
                  </a:lnTo>
                  <a:lnTo>
                    <a:pt x="454" y="32"/>
                  </a:lnTo>
                  <a:lnTo>
                    <a:pt x="448" y="42"/>
                  </a:lnTo>
                  <a:lnTo>
                    <a:pt x="448" y="36"/>
                  </a:lnTo>
                  <a:lnTo>
                    <a:pt x="442" y="38"/>
                  </a:lnTo>
                  <a:lnTo>
                    <a:pt x="438" y="40"/>
                  </a:lnTo>
                  <a:lnTo>
                    <a:pt x="434" y="36"/>
                  </a:lnTo>
                  <a:lnTo>
                    <a:pt x="428" y="34"/>
                  </a:lnTo>
                  <a:lnTo>
                    <a:pt x="426" y="36"/>
                  </a:lnTo>
                  <a:lnTo>
                    <a:pt x="428" y="38"/>
                  </a:lnTo>
                  <a:lnTo>
                    <a:pt x="428" y="40"/>
                  </a:lnTo>
                  <a:lnTo>
                    <a:pt x="426" y="42"/>
                  </a:lnTo>
                  <a:lnTo>
                    <a:pt x="418" y="32"/>
                  </a:lnTo>
                  <a:lnTo>
                    <a:pt x="414" y="30"/>
                  </a:lnTo>
                  <a:lnTo>
                    <a:pt x="408" y="32"/>
                  </a:lnTo>
                  <a:lnTo>
                    <a:pt x="402" y="38"/>
                  </a:lnTo>
                  <a:lnTo>
                    <a:pt x="400" y="42"/>
                  </a:lnTo>
                  <a:lnTo>
                    <a:pt x="398" y="42"/>
                  </a:lnTo>
                  <a:lnTo>
                    <a:pt x="392" y="40"/>
                  </a:lnTo>
                  <a:lnTo>
                    <a:pt x="386" y="40"/>
                  </a:lnTo>
                  <a:lnTo>
                    <a:pt x="380" y="40"/>
                  </a:lnTo>
                  <a:lnTo>
                    <a:pt x="374" y="42"/>
                  </a:lnTo>
                  <a:lnTo>
                    <a:pt x="374" y="44"/>
                  </a:lnTo>
                  <a:lnTo>
                    <a:pt x="390" y="42"/>
                  </a:lnTo>
                  <a:lnTo>
                    <a:pt x="380" y="46"/>
                  </a:lnTo>
                  <a:lnTo>
                    <a:pt x="380" y="48"/>
                  </a:lnTo>
                  <a:lnTo>
                    <a:pt x="384" y="48"/>
                  </a:lnTo>
                  <a:lnTo>
                    <a:pt x="406" y="46"/>
                  </a:lnTo>
                  <a:lnTo>
                    <a:pt x="382" y="52"/>
                  </a:lnTo>
                  <a:lnTo>
                    <a:pt x="380" y="56"/>
                  </a:lnTo>
                  <a:lnTo>
                    <a:pt x="396" y="52"/>
                  </a:lnTo>
                  <a:lnTo>
                    <a:pt x="412" y="50"/>
                  </a:lnTo>
                  <a:lnTo>
                    <a:pt x="408" y="54"/>
                  </a:lnTo>
                  <a:lnTo>
                    <a:pt x="400" y="54"/>
                  </a:lnTo>
                  <a:lnTo>
                    <a:pt x="394" y="56"/>
                  </a:lnTo>
                  <a:lnTo>
                    <a:pt x="388" y="58"/>
                  </a:lnTo>
                  <a:lnTo>
                    <a:pt x="386" y="62"/>
                  </a:lnTo>
                  <a:lnTo>
                    <a:pt x="404" y="60"/>
                  </a:lnTo>
                  <a:lnTo>
                    <a:pt x="422" y="60"/>
                  </a:lnTo>
                  <a:lnTo>
                    <a:pt x="424" y="62"/>
                  </a:lnTo>
                  <a:lnTo>
                    <a:pt x="424" y="64"/>
                  </a:lnTo>
                  <a:lnTo>
                    <a:pt x="428" y="64"/>
                  </a:lnTo>
                  <a:lnTo>
                    <a:pt x="430" y="60"/>
                  </a:lnTo>
                  <a:lnTo>
                    <a:pt x="432" y="60"/>
                  </a:lnTo>
                  <a:lnTo>
                    <a:pt x="434" y="58"/>
                  </a:lnTo>
                  <a:lnTo>
                    <a:pt x="434" y="66"/>
                  </a:lnTo>
                  <a:lnTo>
                    <a:pt x="450" y="68"/>
                  </a:lnTo>
                  <a:lnTo>
                    <a:pt x="452" y="68"/>
                  </a:lnTo>
                  <a:lnTo>
                    <a:pt x="454" y="62"/>
                  </a:lnTo>
                  <a:lnTo>
                    <a:pt x="458" y="62"/>
                  </a:lnTo>
                  <a:lnTo>
                    <a:pt x="458" y="60"/>
                  </a:lnTo>
                  <a:lnTo>
                    <a:pt x="458" y="56"/>
                  </a:lnTo>
                  <a:lnTo>
                    <a:pt x="460" y="60"/>
                  </a:lnTo>
                  <a:lnTo>
                    <a:pt x="462" y="62"/>
                  </a:lnTo>
                  <a:lnTo>
                    <a:pt x="466" y="62"/>
                  </a:lnTo>
                  <a:lnTo>
                    <a:pt x="472" y="62"/>
                  </a:lnTo>
                  <a:lnTo>
                    <a:pt x="482" y="58"/>
                  </a:lnTo>
                  <a:lnTo>
                    <a:pt x="498" y="58"/>
                  </a:lnTo>
                  <a:lnTo>
                    <a:pt x="516" y="56"/>
                  </a:lnTo>
                  <a:lnTo>
                    <a:pt x="528" y="54"/>
                  </a:lnTo>
                  <a:lnTo>
                    <a:pt x="544" y="50"/>
                  </a:lnTo>
                  <a:lnTo>
                    <a:pt x="540" y="52"/>
                  </a:lnTo>
                  <a:lnTo>
                    <a:pt x="536" y="52"/>
                  </a:lnTo>
                  <a:lnTo>
                    <a:pt x="536" y="56"/>
                  </a:lnTo>
                  <a:lnTo>
                    <a:pt x="548" y="56"/>
                  </a:lnTo>
                  <a:lnTo>
                    <a:pt x="534" y="58"/>
                  </a:lnTo>
                  <a:lnTo>
                    <a:pt x="520" y="60"/>
                  </a:lnTo>
                  <a:lnTo>
                    <a:pt x="518" y="64"/>
                  </a:lnTo>
                  <a:lnTo>
                    <a:pt x="530" y="64"/>
                  </a:lnTo>
                  <a:lnTo>
                    <a:pt x="538" y="62"/>
                  </a:lnTo>
                  <a:lnTo>
                    <a:pt x="534" y="64"/>
                  </a:lnTo>
                  <a:lnTo>
                    <a:pt x="530" y="68"/>
                  </a:lnTo>
                  <a:lnTo>
                    <a:pt x="524" y="68"/>
                  </a:lnTo>
                  <a:lnTo>
                    <a:pt x="518" y="68"/>
                  </a:lnTo>
                  <a:lnTo>
                    <a:pt x="506" y="68"/>
                  </a:lnTo>
                  <a:close/>
                  <a:moveTo>
                    <a:pt x="706" y="384"/>
                  </a:moveTo>
                  <a:lnTo>
                    <a:pt x="706" y="384"/>
                  </a:lnTo>
                  <a:lnTo>
                    <a:pt x="710" y="384"/>
                  </a:lnTo>
                  <a:lnTo>
                    <a:pt x="710" y="382"/>
                  </a:lnTo>
                  <a:lnTo>
                    <a:pt x="708" y="380"/>
                  </a:lnTo>
                  <a:lnTo>
                    <a:pt x="712" y="380"/>
                  </a:lnTo>
                  <a:lnTo>
                    <a:pt x="718" y="384"/>
                  </a:lnTo>
                  <a:lnTo>
                    <a:pt x="720" y="370"/>
                  </a:lnTo>
                  <a:lnTo>
                    <a:pt x="714" y="366"/>
                  </a:lnTo>
                  <a:lnTo>
                    <a:pt x="716" y="364"/>
                  </a:lnTo>
                  <a:lnTo>
                    <a:pt x="712" y="364"/>
                  </a:lnTo>
                  <a:lnTo>
                    <a:pt x="712" y="362"/>
                  </a:lnTo>
                  <a:lnTo>
                    <a:pt x="710" y="364"/>
                  </a:lnTo>
                  <a:lnTo>
                    <a:pt x="710" y="366"/>
                  </a:lnTo>
                  <a:lnTo>
                    <a:pt x="710" y="368"/>
                  </a:lnTo>
                  <a:lnTo>
                    <a:pt x="706" y="368"/>
                  </a:lnTo>
                  <a:lnTo>
                    <a:pt x="702" y="368"/>
                  </a:lnTo>
                  <a:lnTo>
                    <a:pt x="698" y="372"/>
                  </a:lnTo>
                  <a:lnTo>
                    <a:pt x="702" y="364"/>
                  </a:lnTo>
                  <a:lnTo>
                    <a:pt x="696" y="364"/>
                  </a:lnTo>
                  <a:lnTo>
                    <a:pt x="696" y="370"/>
                  </a:lnTo>
                  <a:lnTo>
                    <a:pt x="696" y="368"/>
                  </a:lnTo>
                  <a:lnTo>
                    <a:pt x="694" y="368"/>
                  </a:lnTo>
                  <a:lnTo>
                    <a:pt x="694" y="366"/>
                  </a:lnTo>
                  <a:lnTo>
                    <a:pt x="688" y="366"/>
                  </a:lnTo>
                  <a:lnTo>
                    <a:pt x="682" y="366"/>
                  </a:lnTo>
                  <a:lnTo>
                    <a:pt x="684" y="362"/>
                  </a:lnTo>
                  <a:lnTo>
                    <a:pt x="686" y="360"/>
                  </a:lnTo>
                  <a:lnTo>
                    <a:pt x="684" y="356"/>
                  </a:lnTo>
                  <a:lnTo>
                    <a:pt x="682" y="354"/>
                  </a:lnTo>
                  <a:lnTo>
                    <a:pt x="680" y="354"/>
                  </a:lnTo>
                  <a:lnTo>
                    <a:pt x="680" y="358"/>
                  </a:lnTo>
                  <a:lnTo>
                    <a:pt x="676" y="358"/>
                  </a:lnTo>
                  <a:lnTo>
                    <a:pt x="678" y="350"/>
                  </a:lnTo>
                  <a:lnTo>
                    <a:pt x="672" y="350"/>
                  </a:lnTo>
                  <a:lnTo>
                    <a:pt x="672" y="356"/>
                  </a:lnTo>
                  <a:lnTo>
                    <a:pt x="670" y="354"/>
                  </a:lnTo>
                  <a:lnTo>
                    <a:pt x="668" y="354"/>
                  </a:lnTo>
                  <a:lnTo>
                    <a:pt x="668" y="352"/>
                  </a:lnTo>
                  <a:lnTo>
                    <a:pt x="666" y="352"/>
                  </a:lnTo>
                  <a:lnTo>
                    <a:pt x="666" y="356"/>
                  </a:lnTo>
                  <a:lnTo>
                    <a:pt x="662" y="356"/>
                  </a:lnTo>
                  <a:lnTo>
                    <a:pt x="658" y="358"/>
                  </a:lnTo>
                  <a:lnTo>
                    <a:pt x="660" y="350"/>
                  </a:lnTo>
                  <a:lnTo>
                    <a:pt x="658" y="350"/>
                  </a:lnTo>
                  <a:lnTo>
                    <a:pt x="654" y="350"/>
                  </a:lnTo>
                  <a:lnTo>
                    <a:pt x="652" y="342"/>
                  </a:lnTo>
                  <a:lnTo>
                    <a:pt x="650" y="342"/>
                  </a:lnTo>
                  <a:lnTo>
                    <a:pt x="646" y="342"/>
                  </a:lnTo>
                  <a:lnTo>
                    <a:pt x="638" y="340"/>
                  </a:lnTo>
                  <a:lnTo>
                    <a:pt x="634" y="334"/>
                  </a:lnTo>
                  <a:lnTo>
                    <a:pt x="642" y="332"/>
                  </a:lnTo>
                  <a:lnTo>
                    <a:pt x="642" y="330"/>
                  </a:lnTo>
                  <a:lnTo>
                    <a:pt x="644" y="328"/>
                  </a:lnTo>
                  <a:lnTo>
                    <a:pt x="640" y="322"/>
                  </a:lnTo>
                  <a:lnTo>
                    <a:pt x="652" y="322"/>
                  </a:lnTo>
                  <a:lnTo>
                    <a:pt x="648" y="318"/>
                  </a:lnTo>
                  <a:lnTo>
                    <a:pt x="642" y="314"/>
                  </a:lnTo>
                  <a:lnTo>
                    <a:pt x="640" y="316"/>
                  </a:lnTo>
                  <a:lnTo>
                    <a:pt x="638" y="316"/>
                  </a:lnTo>
                  <a:lnTo>
                    <a:pt x="634" y="312"/>
                  </a:lnTo>
                  <a:lnTo>
                    <a:pt x="638" y="312"/>
                  </a:lnTo>
                  <a:lnTo>
                    <a:pt x="640" y="310"/>
                  </a:lnTo>
                  <a:lnTo>
                    <a:pt x="644" y="308"/>
                  </a:lnTo>
                  <a:lnTo>
                    <a:pt x="646" y="308"/>
                  </a:lnTo>
                  <a:lnTo>
                    <a:pt x="646" y="304"/>
                  </a:lnTo>
                  <a:lnTo>
                    <a:pt x="646" y="300"/>
                  </a:lnTo>
                  <a:lnTo>
                    <a:pt x="644" y="302"/>
                  </a:lnTo>
                  <a:lnTo>
                    <a:pt x="644" y="298"/>
                  </a:lnTo>
                  <a:lnTo>
                    <a:pt x="642" y="298"/>
                  </a:lnTo>
                  <a:lnTo>
                    <a:pt x="640" y="296"/>
                  </a:lnTo>
                  <a:lnTo>
                    <a:pt x="638" y="302"/>
                  </a:lnTo>
                  <a:lnTo>
                    <a:pt x="634" y="304"/>
                  </a:lnTo>
                  <a:lnTo>
                    <a:pt x="632" y="304"/>
                  </a:lnTo>
                  <a:lnTo>
                    <a:pt x="632" y="300"/>
                  </a:lnTo>
                  <a:lnTo>
                    <a:pt x="630" y="300"/>
                  </a:lnTo>
                  <a:lnTo>
                    <a:pt x="630" y="298"/>
                  </a:lnTo>
                  <a:lnTo>
                    <a:pt x="632" y="294"/>
                  </a:lnTo>
                  <a:lnTo>
                    <a:pt x="634" y="294"/>
                  </a:lnTo>
                  <a:lnTo>
                    <a:pt x="634" y="296"/>
                  </a:lnTo>
                  <a:lnTo>
                    <a:pt x="636" y="296"/>
                  </a:lnTo>
                  <a:lnTo>
                    <a:pt x="636" y="292"/>
                  </a:lnTo>
                  <a:lnTo>
                    <a:pt x="632" y="292"/>
                  </a:lnTo>
                  <a:lnTo>
                    <a:pt x="630" y="292"/>
                  </a:lnTo>
                  <a:lnTo>
                    <a:pt x="628" y="290"/>
                  </a:lnTo>
                  <a:lnTo>
                    <a:pt x="628" y="288"/>
                  </a:lnTo>
                  <a:lnTo>
                    <a:pt x="626" y="288"/>
                  </a:lnTo>
                  <a:lnTo>
                    <a:pt x="624" y="288"/>
                  </a:lnTo>
                  <a:lnTo>
                    <a:pt x="622" y="290"/>
                  </a:lnTo>
                  <a:lnTo>
                    <a:pt x="620" y="290"/>
                  </a:lnTo>
                  <a:lnTo>
                    <a:pt x="618" y="290"/>
                  </a:lnTo>
                  <a:lnTo>
                    <a:pt x="620" y="288"/>
                  </a:lnTo>
                  <a:lnTo>
                    <a:pt x="614" y="286"/>
                  </a:lnTo>
                  <a:lnTo>
                    <a:pt x="612" y="284"/>
                  </a:lnTo>
                  <a:lnTo>
                    <a:pt x="610" y="284"/>
                  </a:lnTo>
                  <a:lnTo>
                    <a:pt x="610" y="282"/>
                  </a:lnTo>
                  <a:lnTo>
                    <a:pt x="608" y="280"/>
                  </a:lnTo>
                  <a:lnTo>
                    <a:pt x="608" y="286"/>
                  </a:lnTo>
                  <a:lnTo>
                    <a:pt x="604" y="286"/>
                  </a:lnTo>
                  <a:lnTo>
                    <a:pt x="600" y="286"/>
                  </a:lnTo>
                  <a:lnTo>
                    <a:pt x="602" y="282"/>
                  </a:lnTo>
                  <a:lnTo>
                    <a:pt x="604" y="282"/>
                  </a:lnTo>
                  <a:lnTo>
                    <a:pt x="606" y="282"/>
                  </a:lnTo>
                  <a:lnTo>
                    <a:pt x="606" y="278"/>
                  </a:lnTo>
                  <a:lnTo>
                    <a:pt x="598" y="276"/>
                  </a:lnTo>
                  <a:lnTo>
                    <a:pt x="600" y="276"/>
                  </a:lnTo>
                  <a:lnTo>
                    <a:pt x="598" y="274"/>
                  </a:lnTo>
                  <a:lnTo>
                    <a:pt x="596" y="274"/>
                  </a:lnTo>
                  <a:lnTo>
                    <a:pt x="592" y="274"/>
                  </a:lnTo>
                  <a:lnTo>
                    <a:pt x="590" y="280"/>
                  </a:lnTo>
                  <a:lnTo>
                    <a:pt x="588" y="280"/>
                  </a:lnTo>
                  <a:lnTo>
                    <a:pt x="584" y="280"/>
                  </a:lnTo>
                  <a:lnTo>
                    <a:pt x="584" y="274"/>
                  </a:lnTo>
                  <a:lnTo>
                    <a:pt x="584" y="272"/>
                  </a:lnTo>
                  <a:lnTo>
                    <a:pt x="582" y="274"/>
                  </a:lnTo>
                  <a:lnTo>
                    <a:pt x="576" y="280"/>
                  </a:lnTo>
                  <a:lnTo>
                    <a:pt x="574" y="274"/>
                  </a:lnTo>
                  <a:lnTo>
                    <a:pt x="574" y="270"/>
                  </a:lnTo>
                  <a:lnTo>
                    <a:pt x="578" y="270"/>
                  </a:lnTo>
                  <a:lnTo>
                    <a:pt x="578" y="266"/>
                  </a:lnTo>
                  <a:lnTo>
                    <a:pt x="580" y="262"/>
                  </a:lnTo>
                  <a:lnTo>
                    <a:pt x="572" y="260"/>
                  </a:lnTo>
                  <a:lnTo>
                    <a:pt x="574" y="258"/>
                  </a:lnTo>
                  <a:lnTo>
                    <a:pt x="574" y="256"/>
                  </a:lnTo>
                  <a:lnTo>
                    <a:pt x="574" y="254"/>
                  </a:lnTo>
                  <a:lnTo>
                    <a:pt x="572" y="252"/>
                  </a:lnTo>
                  <a:lnTo>
                    <a:pt x="572" y="248"/>
                  </a:lnTo>
                  <a:lnTo>
                    <a:pt x="566" y="248"/>
                  </a:lnTo>
                  <a:lnTo>
                    <a:pt x="562" y="250"/>
                  </a:lnTo>
                  <a:lnTo>
                    <a:pt x="558" y="252"/>
                  </a:lnTo>
                  <a:lnTo>
                    <a:pt x="554" y="252"/>
                  </a:lnTo>
                  <a:lnTo>
                    <a:pt x="550" y="248"/>
                  </a:lnTo>
                  <a:lnTo>
                    <a:pt x="538" y="246"/>
                  </a:lnTo>
                  <a:lnTo>
                    <a:pt x="522" y="244"/>
                  </a:lnTo>
                  <a:lnTo>
                    <a:pt x="524" y="240"/>
                  </a:lnTo>
                  <a:lnTo>
                    <a:pt x="534" y="238"/>
                  </a:lnTo>
                  <a:lnTo>
                    <a:pt x="538" y="236"/>
                  </a:lnTo>
                  <a:lnTo>
                    <a:pt x="540" y="234"/>
                  </a:lnTo>
                  <a:lnTo>
                    <a:pt x="540" y="232"/>
                  </a:lnTo>
                  <a:lnTo>
                    <a:pt x="532" y="222"/>
                  </a:lnTo>
                  <a:lnTo>
                    <a:pt x="530" y="220"/>
                  </a:lnTo>
                  <a:lnTo>
                    <a:pt x="526" y="218"/>
                  </a:lnTo>
                  <a:lnTo>
                    <a:pt x="516" y="222"/>
                  </a:lnTo>
                  <a:lnTo>
                    <a:pt x="514" y="222"/>
                  </a:lnTo>
                  <a:lnTo>
                    <a:pt x="512" y="222"/>
                  </a:lnTo>
                  <a:lnTo>
                    <a:pt x="510" y="220"/>
                  </a:lnTo>
                  <a:lnTo>
                    <a:pt x="504" y="218"/>
                  </a:lnTo>
                  <a:lnTo>
                    <a:pt x="500" y="220"/>
                  </a:lnTo>
                  <a:lnTo>
                    <a:pt x="492" y="224"/>
                  </a:lnTo>
                  <a:lnTo>
                    <a:pt x="492" y="228"/>
                  </a:lnTo>
                  <a:lnTo>
                    <a:pt x="490" y="226"/>
                  </a:lnTo>
                  <a:lnTo>
                    <a:pt x="490" y="222"/>
                  </a:lnTo>
                  <a:lnTo>
                    <a:pt x="480" y="220"/>
                  </a:lnTo>
                  <a:lnTo>
                    <a:pt x="470" y="222"/>
                  </a:lnTo>
                  <a:lnTo>
                    <a:pt x="452" y="232"/>
                  </a:lnTo>
                  <a:lnTo>
                    <a:pt x="454" y="234"/>
                  </a:lnTo>
                  <a:lnTo>
                    <a:pt x="452" y="234"/>
                  </a:lnTo>
                  <a:lnTo>
                    <a:pt x="454" y="238"/>
                  </a:lnTo>
                  <a:lnTo>
                    <a:pt x="452" y="238"/>
                  </a:lnTo>
                  <a:lnTo>
                    <a:pt x="450" y="238"/>
                  </a:lnTo>
                  <a:lnTo>
                    <a:pt x="450" y="236"/>
                  </a:lnTo>
                  <a:lnTo>
                    <a:pt x="444" y="240"/>
                  </a:lnTo>
                  <a:lnTo>
                    <a:pt x="444" y="246"/>
                  </a:lnTo>
                  <a:lnTo>
                    <a:pt x="446" y="248"/>
                  </a:lnTo>
                  <a:lnTo>
                    <a:pt x="446" y="250"/>
                  </a:lnTo>
                  <a:lnTo>
                    <a:pt x="450" y="250"/>
                  </a:lnTo>
                  <a:lnTo>
                    <a:pt x="456" y="250"/>
                  </a:lnTo>
                  <a:lnTo>
                    <a:pt x="456" y="258"/>
                  </a:lnTo>
                  <a:lnTo>
                    <a:pt x="454" y="256"/>
                  </a:lnTo>
                  <a:lnTo>
                    <a:pt x="452" y="254"/>
                  </a:lnTo>
                  <a:lnTo>
                    <a:pt x="448" y="254"/>
                  </a:lnTo>
                  <a:lnTo>
                    <a:pt x="444" y="254"/>
                  </a:lnTo>
                  <a:lnTo>
                    <a:pt x="444" y="256"/>
                  </a:lnTo>
                  <a:lnTo>
                    <a:pt x="442" y="258"/>
                  </a:lnTo>
                  <a:lnTo>
                    <a:pt x="444" y="260"/>
                  </a:lnTo>
                  <a:lnTo>
                    <a:pt x="448" y="262"/>
                  </a:lnTo>
                  <a:lnTo>
                    <a:pt x="452" y="262"/>
                  </a:lnTo>
                  <a:lnTo>
                    <a:pt x="452" y="266"/>
                  </a:lnTo>
                  <a:lnTo>
                    <a:pt x="450" y="268"/>
                  </a:lnTo>
                  <a:lnTo>
                    <a:pt x="450" y="272"/>
                  </a:lnTo>
                  <a:lnTo>
                    <a:pt x="450" y="276"/>
                  </a:lnTo>
                  <a:lnTo>
                    <a:pt x="450" y="278"/>
                  </a:lnTo>
                  <a:lnTo>
                    <a:pt x="448" y="276"/>
                  </a:lnTo>
                  <a:lnTo>
                    <a:pt x="446" y="274"/>
                  </a:lnTo>
                  <a:lnTo>
                    <a:pt x="440" y="276"/>
                  </a:lnTo>
                  <a:lnTo>
                    <a:pt x="434" y="276"/>
                  </a:lnTo>
                  <a:lnTo>
                    <a:pt x="444" y="272"/>
                  </a:lnTo>
                  <a:lnTo>
                    <a:pt x="442" y="266"/>
                  </a:lnTo>
                  <a:lnTo>
                    <a:pt x="438" y="264"/>
                  </a:lnTo>
                  <a:lnTo>
                    <a:pt x="434" y="262"/>
                  </a:lnTo>
                  <a:lnTo>
                    <a:pt x="434" y="256"/>
                  </a:lnTo>
                  <a:lnTo>
                    <a:pt x="434" y="244"/>
                  </a:lnTo>
                  <a:lnTo>
                    <a:pt x="436" y="236"/>
                  </a:lnTo>
                  <a:lnTo>
                    <a:pt x="440" y="230"/>
                  </a:lnTo>
                  <a:lnTo>
                    <a:pt x="446" y="228"/>
                  </a:lnTo>
                  <a:lnTo>
                    <a:pt x="450" y="226"/>
                  </a:lnTo>
                  <a:lnTo>
                    <a:pt x="462" y="224"/>
                  </a:lnTo>
                  <a:lnTo>
                    <a:pt x="462" y="220"/>
                  </a:lnTo>
                  <a:lnTo>
                    <a:pt x="458" y="220"/>
                  </a:lnTo>
                  <a:lnTo>
                    <a:pt x="434" y="220"/>
                  </a:lnTo>
                  <a:lnTo>
                    <a:pt x="408" y="226"/>
                  </a:lnTo>
                  <a:lnTo>
                    <a:pt x="408" y="232"/>
                  </a:lnTo>
                  <a:lnTo>
                    <a:pt x="404" y="234"/>
                  </a:lnTo>
                  <a:lnTo>
                    <a:pt x="404" y="238"/>
                  </a:lnTo>
                  <a:lnTo>
                    <a:pt x="404" y="242"/>
                  </a:lnTo>
                  <a:lnTo>
                    <a:pt x="398" y="246"/>
                  </a:lnTo>
                  <a:lnTo>
                    <a:pt x="396" y="256"/>
                  </a:lnTo>
                  <a:lnTo>
                    <a:pt x="392" y="266"/>
                  </a:lnTo>
                  <a:lnTo>
                    <a:pt x="396" y="268"/>
                  </a:lnTo>
                  <a:lnTo>
                    <a:pt x="398" y="270"/>
                  </a:lnTo>
                  <a:lnTo>
                    <a:pt x="398" y="272"/>
                  </a:lnTo>
                  <a:lnTo>
                    <a:pt x="396" y="274"/>
                  </a:lnTo>
                  <a:lnTo>
                    <a:pt x="406" y="278"/>
                  </a:lnTo>
                  <a:lnTo>
                    <a:pt x="420" y="278"/>
                  </a:lnTo>
                  <a:lnTo>
                    <a:pt x="420" y="282"/>
                  </a:lnTo>
                  <a:lnTo>
                    <a:pt x="414" y="282"/>
                  </a:lnTo>
                  <a:lnTo>
                    <a:pt x="410" y="280"/>
                  </a:lnTo>
                  <a:lnTo>
                    <a:pt x="416" y="288"/>
                  </a:lnTo>
                  <a:lnTo>
                    <a:pt x="422" y="292"/>
                  </a:lnTo>
                  <a:lnTo>
                    <a:pt x="420" y="292"/>
                  </a:lnTo>
                  <a:lnTo>
                    <a:pt x="420" y="294"/>
                  </a:lnTo>
                  <a:lnTo>
                    <a:pt x="422" y="296"/>
                  </a:lnTo>
                  <a:lnTo>
                    <a:pt x="424" y="296"/>
                  </a:lnTo>
                  <a:lnTo>
                    <a:pt x="426" y="294"/>
                  </a:lnTo>
                  <a:lnTo>
                    <a:pt x="426" y="290"/>
                  </a:lnTo>
                  <a:lnTo>
                    <a:pt x="430" y="290"/>
                  </a:lnTo>
                  <a:lnTo>
                    <a:pt x="436" y="296"/>
                  </a:lnTo>
                  <a:lnTo>
                    <a:pt x="440" y="302"/>
                  </a:lnTo>
                  <a:lnTo>
                    <a:pt x="448" y="302"/>
                  </a:lnTo>
                  <a:lnTo>
                    <a:pt x="448" y="300"/>
                  </a:lnTo>
                  <a:lnTo>
                    <a:pt x="450" y="300"/>
                  </a:lnTo>
                  <a:lnTo>
                    <a:pt x="452" y="302"/>
                  </a:lnTo>
                  <a:lnTo>
                    <a:pt x="458" y="304"/>
                  </a:lnTo>
                  <a:lnTo>
                    <a:pt x="464" y="304"/>
                  </a:lnTo>
                  <a:lnTo>
                    <a:pt x="476" y="302"/>
                  </a:lnTo>
                  <a:lnTo>
                    <a:pt x="476" y="306"/>
                  </a:lnTo>
                  <a:lnTo>
                    <a:pt x="484" y="308"/>
                  </a:lnTo>
                  <a:lnTo>
                    <a:pt x="490" y="308"/>
                  </a:lnTo>
                  <a:lnTo>
                    <a:pt x="484" y="302"/>
                  </a:lnTo>
                  <a:lnTo>
                    <a:pt x="484" y="298"/>
                  </a:lnTo>
                  <a:lnTo>
                    <a:pt x="486" y="298"/>
                  </a:lnTo>
                  <a:lnTo>
                    <a:pt x="490" y="302"/>
                  </a:lnTo>
                  <a:lnTo>
                    <a:pt x="504" y="312"/>
                  </a:lnTo>
                  <a:lnTo>
                    <a:pt x="502" y="308"/>
                  </a:lnTo>
                  <a:lnTo>
                    <a:pt x="504" y="306"/>
                  </a:lnTo>
                  <a:lnTo>
                    <a:pt x="498" y="302"/>
                  </a:lnTo>
                  <a:lnTo>
                    <a:pt x="496" y="300"/>
                  </a:lnTo>
                  <a:lnTo>
                    <a:pt x="494" y="298"/>
                  </a:lnTo>
                  <a:lnTo>
                    <a:pt x="506" y="298"/>
                  </a:lnTo>
                  <a:lnTo>
                    <a:pt x="516" y="304"/>
                  </a:lnTo>
                  <a:lnTo>
                    <a:pt x="520" y="304"/>
                  </a:lnTo>
                  <a:lnTo>
                    <a:pt x="526" y="302"/>
                  </a:lnTo>
                  <a:lnTo>
                    <a:pt x="524" y="294"/>
                  </a:lnTo>
                  <a:lnTo>
                    <a:pt x="522" y="294"/>
                  </a:lnTo>
                  <a:lnTo>
                    <a:pt x="522" y="296"/>
                  </a:lnTo>
                  <a:lnTo>
                    <a:pt x="520" y="298"/>
                  </a:lnTo>
                  <a:lnTo>
                    <a:pt x="520" y="296"/>
                  </a:lnTo>
                  <a:lnTo>
                    <a:pt x="518" y="294"/>
                  </a:lnTo>
                  <a:lnTo>
                    <a:pt x="526" y="290"/>
                  </a:lnTo>
                  <a:lnTo>
                    <a:pt x="528" y="294"/>
                  </a:lnTo>
                  <a:lnTo>
                    <a:pt x="530" y="300"/>
                  </a:lnTo>
                  <a:lnTo>
                    <a:pt x="532" y="298"/>
                  </a:lnTo>
                  <a:lnTo>
                    <a:pt x="530" y="296"/>
                  </a:lnTo>
                  <a:lnTo>
                    <a:pt x="534" y="296"/>
                  </a:lnTo>
                  <a:lnTo>
                    <a:pt x="538" y="310"/>
                  </a:lnTo>
                  <a:lnTo>
                    <a:pt x="540" y="308"/>
                  </a:lnTo>
                  <a:lnTo>
                    <a:pt x="540" y="304"/>
                  </a:lnTo>
                  <a:lnTo>
                    <a:pt x="542" y="304"/>
                  </a:lnTo>
                  <a:lnTo>
                    <a:pt x="544" y="304"/>
                  </a:lnTo>
                  <a:lnTo>
                    <a:pt x="546" y="302"/>
                  </a:lnTo>
                  <a:lnTo>
                    <a:pt x="548" y="306"/>
                  </a:lnTo>
                  <a:lnTo>
                    <a:pt x="552" y="308"/>
                  </a:lnTo>
                  <a:lnTo>
                    <a:pt x="550" y="310"/>
                  </a:lnTo>
                  <a:lnTo>
                    <a:pt x="550" y="314"/>
                  </a:lnTo>
                  <a:lnTo>
                    <a:pt x="558" y="308"/>
                  </a:lnTo>
                  <a:lnTo>
                    <a:pt x="560" y="310"/>
                  </a:lnTo>
                  <a:lnTo>
                    <a:pt x="558" y="318"/>
                  </a:lnTo>
                  <a:lnTo>
                    <a:pt x="564" y="322"/>
                  </a:lnTo>
                  <a:lnTo>
                    <a:pt x="558" y="324"/>
                  </a:lnTo>
                  <a:lnTo>
                    <a:pt x="558" y="328"/>
                  </a:lnTo>
                  <a:lnTo>
                    <a:pt x="556" y="330"/>
                  </a:lnTo>
                  <a:lnTo>
                    <a:pt x="558" y="332"/>
                  </a:lnTo>
                  <a:lnTo>
                    <a:pt x="562" y="332"/>
                  </a:lnTo>
                  <a:lnTo>
                    <a:pt x="562" y="334"/>
                  </a:lnTo>
                  <a:lnTo>
                    <a:pt x="562" y="336"/>
                  </a:lnTo>
                  <a:lnTo>
                    <a:pt x="562" y="338"/>
                  </a:lnTo>
                  <a:lnTo>
                    <a:pt x="572" y="332"/>
                  </a:lnTo>
                  <a:lnTo>
                    <a:pt x="578" y="328"/>
                  </a:lnTo>
                  <a:lnTo>
                    <a:pt x="578" y="326"/>
                  </a:lnTo>
                  <a:lnTo>
                    <a:pt x="580" y="326"/>
                  </a:lnTo>
                  <a:lnTo>
                    <a:pt x="580" y="328"/>
                  </a:lnTo>
                  <a:lnTo>
                    <a:pt x="582" y="328"/>
                  </a:lnTo>
                  <a:lnTo>
                    <a:pt x="580" y="338"/>
                  </a:lnTo>
                  <a:lnTo>
                    <a:pt x="580" y="342"/>
                  </a:lnTo>
                  <a:lnTo>
                    <a:pt x="582" y="340"/>
                  </a:lnTo>
                  <a:lnTo>
                    <a:pt x="584" y="340"/>
                  </a:lnTo>
                  <a:lnTo>
                    <a:pt x="584" y="344"/>
                  </a:lnTo>
                  <a:lnTo>
                    <a:pt x="590" y="344"/>
                  </a:lnTo>
                  <a:lnTo>
                    <a:pt x="590" y="348"/>
                  </a:lnTo>
                  <a:lnTo>
                    <a:pt x="588" y="354"/>
                  </a:lnTo>
                  <a:lnTo>
                    <a:pt x="594" y="364"/>
                  </a:lnTo>
                  <a:lnTo>
                    <a:pt x="586" y="364"/>
                  </a:lnTo>
                  <a:lnTo>
                    <a:pt x="588" y="366"/>
                  </a:lnTo>
                  <a:lnTo>
                    <a:pt x="586" y="368"/>
                  </a:lnTo>
                  <a:lnTo>
                    <a:pt x="584" y="372"/>
                  </a:lnTo>
                  <a:lnTo>
                    <a:pt x="592" y="376"/>
                  </a:lnTo>
                  <a:lnTo>
                    <a:pt x="588" y="376"/>
                  </a:lnTo>
                  <a:lnTo>
                    <a:pt x="584" y="376"/>
                  </a:lnTo>
                  <a:lnTo>
                    <a:pt x="580" y="384"/>
                  </a:lnTo>
                  <a:lnTo>
                    <a:pt x="572" y="394"/>
                  </a:lnTo>
                  <a:lnTo>
                    <a:pt x="586" y="410"/>
                  </a:lnTo>
                  <a:lnTo>
                    <a:pt x="560" y="416"/>
                  </a:lnTo>
                  <a:lnTo>
                    <a:pt x="546" y="418"/>
                  </a:lnTo>
                  <a:lnTo>
                    <a:pt x="532" y="418"/>
                  </a:lnTo>
                  <a:lnTo>
                    <a:pt x="532" y="428"/>
                  </a:lnTo>
                  <a:lnTo>
                    <a:pt x="530" y="436"/>
                  </a:lnTo>
                  <a:lnTo>
                    <a:pt x="528" y="434"/>
                  </a:lnTo>
                  <a:lnTo>
                    <a:pt x="528" y="436"/>
                  </a:lnTo>
                  <a:lnTo>
                    <a:pt x="528" y="438"/>
                  </a:lnTo>
                  <a:lnTo>
                    <a:pt x="536" y="442"/>
                  </a:lnTo>
                  <a:lnTo>
                    <a:pt x="542" y="444"/>
                  </a:lnTo>
                  <a:lnTo>
                    <a:pt x="548" y="442"/>
                  </a:lnTo>
                  <a:lnTo>
                    <a:pt x="550" y="440"/>
                  </a:lnTo>
                  <a:lnTo>
                    <a:pt x="552" y="438"/>
                  </a:lnTo>
                  <a:lnTo>
                    <a:pt x="556" y="434"/>
                  </a:lnTo>
                  <a:lnTo>
                    <a:pt x="558" y="434"/>
                  </a:lnTo>
                  <a:lnTo>
                    <a:pt x="566" y="438"/>
                  </a:lnTo>
                  <a:lnTo>
                    <a:pt x="566" y="436"/>
                  </a:lnTo>
                  <a:lnTo>
                    <a:pt x="568" y="434"/>
                  </a:lnTo>
                  <a:lnTo>
                    <a:pt x="560" y="430"/>
                  </a:lnTo>
                  <a:lnTo>
                    <a:pt x="562" y="428"/>
                  </a:lnTo>
                  <a:lnTo>
                    <a:pt x="564" y="428"/>
                  </a:lnTo>
                  <a:lnTo>
                    <a:pt x="564" y="426"/>
                  </a:lnTo>
                  <a:lnTo>
                    <a:pt x="564" y="424"/>
                  </a:lnTo>
                  <a:lnTo>
                    <a:pt x="566" y="424"/>
                  </a:lnTo>
                  <a:lnTo>
                    <a:pt x="568" y="432"/>
                  </a:lnTo>
                  <a:lnTo>
                    <a:pt x="572" y="430"/>
                  </a:lnTo>
                  <a:lnTo>
                    <a:pt x="574" y="428"/>
                  </a:lnTo>
                  <a:lnTo>
                    <a:pt x="578" y="436"/>
                  </a:lnTo>
                  <a:lnTo>
                    <a:pt x="584" y="434"/>
                  </a:lnTo>
                  <a:lnTo>
                    <a:pt x="586" y="438"/>
                  </a:lnTo>
                  <a:lnTo>
                    <a:pt x="586" y="442"/>
                  </a:lnTo>
                  <a:lnTo>
                    <a:pt x="590" y="442"/>
                  </a:lnTo>
                  <a:lnTo>
                    <a:pt x="592" y="450"/>
                  </a:lnTo>
                  <a:lnTo>
                    <a:pt x="596" y="448"/>
                  </a:lnTo>
                  <a:lnTo>
                    <a:pt x="598" y="452"/>
                  </a:lnTo>
                  <a:lnTo>
                    <a:pt x="598" y="450"/>
                  </a:lnTo>
                  <a:lnTo>
                    <a:pt x="598" y="448"/>
                  </a:lnTo>
                  <a:lnTo>
                    <a:pt x="600" y="448"/>
                  </a:lnTo>
                  <a:lnTo>
                    <a:pt x="604" y="450"/>
                  </a:lnTo>
                  <a:lnTo>
                    <a:pt x="604" y="454"/>
                  </a:lnTo>
                  <a:lnTo>
                    <a:pt x="598" y="454"/>
                  </a:lnTo>
                  <a:lnTo>
                    <a:pt x="598" y="458"/>
                  </a:lnTo>
                  <a:lnTo>
                    <a:pt x="602" y="460"/>
                  </a:lnTo>
                  <a:lnTo>
                    <a:pt x="604" y="462"/>
                  </a:lnTo>
                  <a:lnTo>
                    <a:pt x="612" y="460"/>
                  </a:lnTo>
                  <a:lnTo>
                    <a:pt x="620" y="460"/>
                  </a:lnTo>
                  <a:lnTo>
                    <a:pt x="620" y="458"/>
                  </a:lnTo>
                  <a:lnTo>
                    <a:pt x="626" y="458"/>
                  </a:lnTo>
                  <a:lnTo>
                    <a:pt x="636" y="462"/>
                  </a:lnTo>
                  <a:lnTo>
                    <a:pt x="636" y="458"/>
                  </a:lnTo>
                  <a:lnTo>
                    <a:pt x="638" y="458"/>
                  </a:lnTo>
                  <a:lnTo>
                    <a:pt x="640" y="462"/>
                  </a:lnTo>
                  <a:lnTo>
                    <a:pt x="644" y="462"/>
                  </a:lnTo>
                  <a:lnTo>
                    <a:pt x="646" y="460"/>
                  </a:lnTo>
                  <a:lnTo>
                    <a:pt x="650" y="460"/>
                  </a:lnTo>
                  <a:lnTo>
                    <a:pt x="652" y="464"/>
                  </a:lnTo>
                  <a:lnTo>
                    <a:pt x="658" y="464"/>
                  </a:lnTo>
                  <a:lnTo>
                    <a:pt x="666" y="464"/>
                  </a:lnTo>
                  <a:lnTo>
                    <a:pt x="664" y="460"/>
                  </a:lnTo>
                  <a:lnTo>
                    <a:pt x="666" y="456"/>
                  </a:lnTo>
                  <a:lnTo>
                    <a:pt x="660" y="456"/>
                  </a:lnTo>
                  <a:lnTo>
                    <a:pt x="656" y="456"/>
                  </a:lnTo>
                  <a:lnTo>
                    <a:pt x="652" y="450"/>
                  </a:lnTo>
                  <a:lnTo>
                    <a:pt x="648" y="450"/>
                  </a:lnTo>
                  <a:lnTo>
                    <a:pt x="644" y="450"/>
                  </a:lnTo>
                  <a:lnTo>
                    <a:pt x="630" y="440"/>
                  </a:lnTo>
                  <a:lnTo>
                    <a:pt x="630" y="438"/>
                  </a:lnTo>
                  <a:lnTo>
                    <a:pt x="628" y="434"/>
                  </a:lnTo>
                  <a:lnTo>
                    <a:pt x="640" y="438"/>
                  </a:lnTo>
                  <a:lnTo>
                    <a:pt x="642" y="438"/>
                  </a:lnTo>
                  <a:lnTo>
                    <a:pt x="644" y="438"/>
                  </a:lnTo>
                  <a:lnTo>
                    <a:pt x="644" y="436"/>
                  </a:lnTo>
                  <a:lnTo>
                    <a:pt x="644" y="434"/>
                  </a:lnTo>
                  <a:lnTo>
                    <a:pt x="648" y="434"/>
                  </a:lnTo>
                  <a:lnTo>
                    <a:pt x="652" y="438"/>
                  </a:lnTo>
                  <a:lnTo>
                    <a:pt x="660" y="438"/>
                  </a:lnTo>
                  <a:lnTo>
                    <a:pt x="668" y="438"/>
                  </a:lnTo>
                  <a:lnTo>
                    <a:pt x="670" y="442"/>
                  </a:lnTo>
                  <a:lnTo>
                    <a:pt x="672" y="446"/>
                  </a:lnTo>
                  <a:lnTo>
                    <a:pt x="674" y="446"/>
                  </a:lnTo>
                  <a:lnTo>
                    <a:pt x="678" y="446"/>
                  </a:lnTo>
                  <a:lnTo>
                    <a:pt x="666" y="438"/>
                  </a:lnTo>
                  <a:lnTo>
                    <a:pt x="672" y="434"/>
                  </a:lnTo>
                  <a:lnTo>
                    <a:pt x="674" y="434"/>
                  </a:lnTo>
                  <a:lnTo>
                    <a:pt x="672" y="434"/>
                  </a:lnTo>
                  <a:lnTo>
                    <a:pt x="672" y="428"/>
                  </a:lnTo>
                  <a:lnTo>
                    <a:pt x="674" y="428"/>
                  </a:lnTo>
                  <a:lnTo>
                    <a:pt x="678" y="428"/>
                  </a:lnTo>
                  <a:lnTo>
                    <a:pt x="678" y="424"/>
                  </a:lnTo>
                  <a:lnTo>
                    <a:pt x="674" y="422"/>
                  </a:lnTo>
                  <a:lnTo>
                    <a:pt x="674" y="418"/>
                  </a:lnTo>
                  <a:lnTo>
                    <a:pt x="670" y="418"/>
                  </a:lnTo>
                  <a:lnTo>
                    <a:pt x="668" y="422"/>
                  </a:lnTo>
                  <a:lnTo>
                    <a:pt x="652" y="408"/>
                  </a:lnTo>
                  <a:lnTo>
                    <a:pt x="650" y="402"/>
                  </a:lnTo>
                  <a:lnTo>
                    <a:pt x="650" y="398"/>
                  </a:lnTo>
                  <a:lnTo>
                    <a:pt x="648" y="398"/>
                  </a:lnTo>
                  <a:lnTo>
                    <a:pt x="644" y="398"/>
                  </a:lnTo>
                  <a:lnTo>
                    <a:pt x="642" y="394"/>
                  </a:lnTo>
                  <a:lnTo>
                    <a:pt x="642" y="390"/>
                  </a:lnTo>
                  <a:lnTo>
                    <a:pt x="644" y="390"/>
                  </a:lnTo>
                  <a:lnTo>
                    <a:pt x="644" y="392"/>
                  </a:lnTo>
                  <a:lnTo>
                    <a:pt x="646" y="392"/>
                  </a:lnTo>
                  <a:lnTo>
                    <a:pt x="648" y="394"/>
                  </a:lnTo>
                  <a:lnTo>
                    <a:pt x="644" y="384"/>
                  </a:lnTo>
                  <a:lnTo>
                    <a:pt x="644" y="380"/>
                  </a:lnTo>
                  <a:lnTo>
                    <a:pt x="646" y="380"/>
                  </a:lnTo>
                  <a:lnTo>
                    <a:pt x="650" y="386"/>
                  </a:lnTo>
                  <a:lnTo>
                    <a:pt x="650" y="384"/>
                  </a:lnTo>
                  <a:lnTo>
                    <a:pt x="650" y="382"/>
                  </a:lnTo>
                  <a:lnTo>
                    <a:pt x="654" y="378"/>
                  </a:lnTo>
                  <a:lnTo>
                    <a:pt x="658" y="388"/>
                  </a:lnTo>
                  <a:lnTo>
                    <a:pt x="662" y="392"/>
                  </a:lnTo>
                  <a:lnTo>
                    <a:pt x="668" y="394"/>
                  </a:lnTo>
                  <a:lnTo>
                    <a:pt x="670" y="392"/>
                  </a:lnTo>
                  <a:lnTo>
                    <a:pt x="674" y="392"/>
                  </a:lnTo>
                  <a:lnTo>
                    <a:pt x="670" y="396"/>
                  </a:lnTo>
                  <a:lnTo>
                    <a:pt x="674" y="398"/>
                  </a:lnTo>
                  <a:lnTo>
                    <a:pt x="680" y="398"/>
                  </a:lnTo>
                  <a:lnTo>
                    <a:pt x="678" y="402"/>
                  </a:lnTo>
                  <a:lnTo>
                    <a:pt x="680" y="404"/>
                  </a:lnTo>
                  <a:lnTo>
                    <a:pt x="686" y="402"/>
                  </a:lnTo>
                  <a:lnTo>
                    <a:pt x="682" y="406"/>
                  </a:lnTo>
                  <a:lnTo>
                    <a:pt x="682" y="408"/>
                  </a:lnTo>
                  <a:lnTo>
                    <a:pt x="684" y="408"/>
                  </a:lnTo>
                  <a:lnTo>
                    <a:pt x="696" y="412"/>
                  </a:lnTo>
                  <a:lnTo>
                    <a:pt x="696" y="404"/>
                  </a:lnTo>
                  <a:lnTo>
                    <a:pt x="694" y="396"/>
                  </a:lnTo>
                  <a:lnTo>
                    <a:pt x="696" y="396"/>
                  </a:lnTo>
                  <a:lnTo>
                    <a:pt x="696" y="398"/>
                  </a:lnTo>
                  <a:lnTo>
                    <a:pt x="706" y="398"/>
                  </a:lnTo>
                  <a:lnTo>
                    <a:pt x="704" y="396"/>
                  </a:lnTo>
                  <a:lnTo>
                    <a:pt x="704" y="392"/>
                  </a:lnTo>
                  <a:lnTo>
                    <a:pt x="706" y="384"/>
                  </a:lnTo>
                  <a:close/>
                  <a:moveTo>
                    <a:pt x="284" y="76"/>
                  </a:moveTo>
                  <a:lnTo>
                    <a:pt x="284" y="76"/>
                  </a:lnTo>
                  <a:lnTo>
                    <a:pt x="284" y="82"/>
                  </a:lnTo>
                  <a:lnTo>
                    <a:pt x="286" y="86"/>
                  </a:lnTo>
                  <a:lnTo>
                    <a:pt x="290" y="90"/>
                  </a:lnTo>
                  <a:lnTo>
                    <a:pt x="294" y="90"/>
                  </a:lnTo>
                  <a:lnTo>
                    <a:pt x="292" y="88"/>
                  </a:lnTo>
                  <a:lnTo>
                    <a:pt x="288" y="78"/>
                  </a:lnTo>
                  <a:lnTo>
                    <a:pt x="286" y="76"/>
                  </a:lnTo>
                  <a:lnTo>
                    <a:pt x="284" y="7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19" name="Google Shape;419;p60"/>
            <p:cNvSpPr/>
            <p:nvPr/>
          </p:nvSpPr>
          <p:spPr>
            <a:xfrm>
              <a:off x="7876680" y="4280723"/>
              <a:ext cx="151002" cy="222229"/>
            </a:xfrm>
            <a:custGeom>
              <a:rect b="b" l="l" r="r" t="t"/>
              <a:pathLst>
                <a:path extrusionOk="0" h="158" w="92">
                  <a:moveTo>
                    <a:pt x="2" y="130"/>
                  </a:moveTo>
                  <a:lnTo>
                    <a:pt x="2" y="130"/>
                  </a:lnTo>
                  <a:lnTo>
                    <a:pt x="2" y="126"/>
                  </a:lnTo>
                  <a:lnTo>
                    <a:pt x="6" y="126"/>
                  </a:lnTo>
                  <a:lnTo>
                    <a:pt x="4" y="132"/>
                  </a:lnTo>
                  <a:lnTo>
                    <a:pt x="6" y="134"/>
                  </a:lnTo>
                  <a:lnTo>
                    <a:pt x="10" y="134"/>
                  </a:lnTo>
                  <a:lnTo>
                    <a:pt x="10" y="136"/>
                  </a:lnTo>
                  <a:lnTo>
                    <a:pt x="12" y="142"/>
                  </a:lnTo>
                  <a:lnTo>
                    <a:pt x="16" y="146"/>
                  </a:lnTo>
                  <a:lnTo>
                    <a:pt x="14" y="156"/>
                  </a:lnTo>
                  <a:lnTo>
                    <a:pt x="36" y="154"/>
                  </a:lnTo>
                  <a:lnTo>
                    <a:pt x="40" y="154"/>
                  </a:lnTo>
                  <a:lnTo>
                    <a:pt x="44" y="154"/>
                  </a:lnTo>
                  <a:lnTo>
                    <a:pt x="46" y="154"/>
                  </a:lnTo>
                  <a:lnTo>
                    <a:pt x="50" y="152"/>
                  </a:lnTo>
                  <a:lnTo>
                    <a:pt x="56" y="152"/>
                  </a:lnTo>
                  <a:lnTo>
                    <a:pt x="58" y="152"/>
                  </a:lnTo>
                  <a:lnTo>
                    <a:pt x="66" y="152"/>
                  </a:lnTo>
                  <a:lnTo>
                    <a:pt x="72" y="152"/>
                  </a:lnTo>
                  <a:lnTo>
                    <a:pt x="74" y="154"/>
                  </a:lnTo>
                  <a:lnTo>
                    <a:pt x="76" y="156"/>
                  </a:lnTo>
                  <a:lnTo>
                    <a:pt x="78" y="156"/>
                  </a:lnTo>
                  <a:lnTo>
                    <a:pt x="86" y="156"/>
                  </a:lnTo>
                  <a:lnTo>
                    <a:pt x="92" y="158"/>
                  </a:lnTo>
                  <a:lnTo>
                    <a:pt x="90" y="152"/>
                  </a:lnTo>
                  <a:lnTo>
                    <a:pt x="92" y="148"/>
                  </a:lnTo>
                  <a:lnTo>
                    <a:pt x="92" y="146"/>
                  </a:lnTo>
                  <a:lnTo>
                    <a:pt x="90" y="144"/>
                  </a:lnTo>
                  <a:lnTo>
                    <a:pt x="86" y="138"/>
                  </a:lnTo>
                  <a:lnTo>
                    <a:pt x="82" y="134"/>
                  </a:lnTo>
                  <a:lnTo>
                    <a:pt x="78" y="130"/>
                  </a:lnTo>
                  <a:lnTo>
                    <a:pt x="76" y="126"/>
                  </a:lnTo>
                  <a:lnTo>
                    <a:pt x="74" y="122"/>
                  </a:lnTo>
                  <a:lnTo>
                    <a:pt x="68" y="110"/>
                  </a:lnTo>
                  <a:lnTo>
                    <a:pt x="66" y="106"/>
                  </a:lnTo>
                  <a:lnTo>
                    <a:pt x="64" y="104"/>
                  </a:lnTo>
                  <a:lnTo>
                    <a:pt x="62" y="104"/>
                  </a:lnTo>
                  <a:lnTo>
                    <a:pt x="64" y="102"/>
                  </a:lnTo>
                  <a:lnTo>
                    <a:pt x="66" y="100"/>
                  </a:lnTo>
                  <a:lnTo>
                    <a:pt x="70" y="96"/>
                  </a:lnTo>
                  <a:lnTo>
                    <a:pt x="72" y="92"/>
                  </a:lnTo>
                  <a:lnTo>
                    <a:pt x="74" y="84"/>
                  </a:lnTo>
                  <a:lnTo>
                    <a:pt x="78" y="78"/>
                  </a:lnTo>
                  <a:lnTo>
                    <a:pt x="76" y="74"/>
                  </a:lnTo>
                  <a:lnTo>
                    <a:pt x="74" y="68"/>
                  </a:lnTo>
                  <a:lnTo>
                    <a:pt x="66" y="58"/>
                  </a:lnTo>
                  <a:lnTo>
                    <a:pt x="66" y="54"/>
                  </a:lnTo>
                  <a:lnTo>
                    <a:pt x="68" y="50"/>
                  </a:lnTo>
                  <a:lnTo>
                    <a:pt x="76" y="50"/>
                  </a:lnTo>
                  <a:lnTo>
                    <a:pt x="82" y="50"/>
                  </a:lnTo>
                  <a:lnTo>
                    <a:pt x="80" y="44"/>
                  </a:lnTo>
                  <a:lnTo>
                    <a:pt x="80" y="42"/>
                  </a:lnTo>
                  <a:lnTo>
                    <a:pt x="80" y="38"/>
                  </a:lnTo>
                  <a:lnTo>
                    <a:pt x="78" y="34"/>
                  </a:lnTo>
                  <a:lnTo>
                    <a:pt x="78" y="28"/>
                  </a:lnTo>
                  <a:lnTo>
                    <a:pt x="78" y="24"/>
                  </a:lnTo>
                  <a:lnTo>
                    <a:pt x="78" y="20"/>
                  </a:lnTo>
                  <a:lnTo>
                    <a:pt x="78" y="18"/>
                  </a:lnTo>
                  <a:lnTo>
                    <a:pt x="78" y="14"/>
                  </a:lnTo>
                  <a:lnTo>
                    <a:pt x="76" y="12"/>
                  </a:lnTo>
                  <a:lnTo>
                    <a:pt x="76" y="8"/>
                  </a:lnTo>
                  <a:lnTo>
                    <a:pt x="68" y="0"/>
                  </a:lnTo>
                  <a:lnTo>
                    <a:pt x="68" y="12"/>
                  </a:lnTo>
                  <a:lnTo>
                    <a:pt x="70" y="12"/>
                  </a:lnTo>
                  <a:lnTo>
                    <a:pt x="70" y="14"/>
                  </a:lnTo>
                  <a:lnTo>
                    <a:pt x="70" y="20"/>
                  </a:lnTo>
                  <a:lnTo>
                    <a:pt x="68" y="24"/>
                  </a:lnTo>
                  <a:lnTo>
                    <a:pt x="66" y="24"/>
                  </a:lnTo>
                  <a:lnTo>
                    <a:pt x="64" y="26"/>
                  </a:lnTo>
                  <a:lnTo>
                    <a:pt x="64" y="28"/>
                  </a:lnTo>
                  <a:lnTo>
                    <a:pt x="62" y="30"/>
                  </a:lnTo>
                  <a:lnTo>
                    <a:pt x="58" y="34"/>
                  </a:lnTo>
                  <a:lnTo>
                    <a:pt x="58" y="36"/>
                  </a:lnTo>
                  <a:lnTo>
                    <a:pt x="58" y="40"/>
                  </a:lnTo>
                  <a:lnTo>
                    <a:pt x="56" y="44"/>
                  </a:lnTo>
                  <a:lnTo>
                    <a:pt x="54" y="44"/>
                  </a:lnTo>
                  <a:lnTo>
                    <a:pt x="54" y="48"/>
                  </a:lnTo>
                  <a:lnTo>
                    <a:pt x="54" y="50"/>
                  </a:lnTo>
                  <a:lnTo>
                    <a:pt x="54" y="52"/>
                  </a:lnTo>
                  <a:lnTo>
                    <a:pt x="54" y="56"/>
                  </a:lnTo>
                  <a:lnTo>
                    <a:pt x="44" y="60"/>
                  </a:lnTo>
                  <a:lnTo>
                    <a:pt x="42" y="62"/>
                  </a:lnTo>
                  <a:lnTo>
                    <a:pt x="42" y="64"/>
                  </a:lnTo>
                  <a:lnTo>
                    <a:pt x="40" y="68"/>
                  </a:lnTo>
                  <a:lnTo>
                    <a:pt x="40" y="72"/>
                  </a:lnTo>
                  <a:lnTo>
                    <a:pt x="38" y="74"/>
                  </a:lnTo>
                  <a:lnTo>
                    <a:pt x="36" y="78"/>
                  </a:lnTo>
                  <a:lnTo>
                    <a:pt x="34" y="80"/>
                  </a:lnTo>
                  <a:lnTo>
                    <a:pt x="32" y="84"/>
                  </a:lnTo>
                  <a:lnTo>
                    <a:pt x="28" y="90"/>
                  </a:lnTo>
                  <a:lnTo>
                    <a:pt x="30" y="94"/>
                  </a:lnTo>
                  <a:lnTo>
                    <a:pt x="30" y="96"/>
                  </a:lnTo>
                  <a:lnTo>
                    <a:pt x="28" y="96"/>
                  </a:lnTo>
                  <a:lnTo>
                    <a:pt x="26" y="102"/>
                  </a:lnTo>
                  <a:lnTo>
                    <a:pt x="24" y="104"/>
                  </a:lnTo>
                  <a:lnTo>
                    <a:pt x="20" y="104"/>
                  </a:lnTo>
                  <a:lnTo>
                    <a:pt x="22" y="100"/>
                  </a:lnTo>
                  <a:lnTo>
                    <a:pt x="22" y="98"/>
                  </a:lnTo>
                  <a:lnTo>
                    <a:pt x="20" y="96"/>
                  </a:lnTo>
                  <a:lnTo>
                    <a:pt x="16" y="94"/>
                  </a:lnTo>
                  <a:lnTo>
                    <a:pt x="14" y="94"/>
                  </a:lnTo>
                  <a:lnTo>
                    <a:pt x="12" y="96"/>
                  </a:lnTo>
                  <a:lnTo>
                    <a:pt x="8" y="98"/>
                  </a:lnTo>
                  <a:lnTo>
                    <a:pt x="4" y="98"/>
                  </a:lnTo>
                  <a:lnTo>
                    <a:pt x="4" y="100"/>
                  </a:lnTo>
                  <a:lnTo>
                    <a:pt x="2" y="106"/>
                  </a:lnTo>
                  <a:lnTo>
                    <a:pt x="0" y="108"/>
                  </a:lnTo>
                  <a:lnTo>
                    <a:pt x="0" y="110"/>
                  </a:lnTo>
                  <a:lnTo>
                    <a:pt x="0" y="112"/>
                  </a:lnTo>
                  <a:lnTo>
                    <a:pt x="0" y="114"/>
                  </a:lnTo>
                  <a:lnTo>
                    <a:pt x="2" y="114"/>
                  </a:lnTo>
                  <a:lnTo>
                    <a:pt x="0" y="120"/>
                  </a:lnTo>
                  <a:lnTo>
                    <a:pt x="0" y="128"/>
                  </a:lnTo>
                  <a:lnTo>
                    <a:pt x="2" y="13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0" name="Google Shape;420;p60"/>
            <p:cNvSpPr/>
            <p:nvPr/>
          </p:nvSpPr>
          <p:spPr>
            <a:xfrm>
              <a:off x="9632079" y="4253840"/>
              <a:ext cx="100668" cy="93193"/>
            </a:xfrm>
            <a:custGeom>
              <a:rect b="b" l="l" r="r" t="t"/>
              <a:pathLst>
                <a:path extrusionOk="0" h="66" w="62">
                  <a:moveTo>
                    <a:pt x="4" y="46"/>
                  </a:moveTo>
                  <a:lnTo>
                    <a:pt x="4" y="46"/>
                  </a:lnTo>
                  <a:lnTo>
                    <a:pt x="12" y="60"/>
                  </a:lnTo>
                  <a:lnTo>
                    <a:pt x="14" y="58"/>
                  </a:lnTo>
                  <a:lnTo>
                    <a:pt x="16" y="58"/>
                  </a:lnTo>
                  <a:lnTo>
                    <a:pt x="18" y="58"/>
                  </a:lnTo>
                  <a:lnTo>
                    <a:pt x="16" y="64"/>
                  </a:lnTo>
                  <a:lnTo>
                    <a:pt x="22" y="66"/>
                  </a:lnTo>
                  <a:lnTo>
                    <a:pt x="24" y="62"/>
                  </a:lnTo>
                  <a:lnTo>
                    <a:pt x="28" y="60"/>
                  </a:lnTo>
                  <a:lnTo>
                    <a:pt x="32" y="58"/>
                  </a:lnTo>
                  <a:lnTo>
                    <a:pt x="36" y="56"/>
                  </a:lnTo>
                  <a:lnTo>
                    <a:pt x="44" y="58"/>
                  </a:lnTo>
                  <a:lnTo>
                    <a:pt x="46" y="54"/>
                  </a:lnTo>
                  <a:lnTo>
                    <a:pt x="50" y="50"/>
                  </a:lnTo>
                  <a:lnTo>
                    <a:pt x="58" y="46"/>
                  </a:lnTo>
                  <a:lnTo>
                    <a:pt x="60" y="38"/>
                  </a:lnTo>
                  <a:lnTo>
                    <a:pt x="62" y="30"/>
                  </a:lnTo>
                  <a:lnTo>
                    <a:pt x="60" y="24"/>
                  </a:lnTo>
                  <a:lnTo>
                    <a:pt x="58" y="20"/>
                  </a:lnTo>
                  <a:lnTo>
                    <a:pt x="58" y="16"/>
                  </a:lnTo>
                  <a:lnTo>
                    <a:pt x="56" y="10"/>
                  </a:lnTo>
                  <a:lnTo>
                    <a:pt x="56" y="4"/>
                  </a:lnTo>
                  <a:lnTo>
                    <a:pt x="52" y="4"/>
                  </a:lnTo>
                  <a:lnTo>
                    <a:pt x="48" y="2"/>
                  </a:lnTo>
                  <a:lnTo>
                    <a:pt x="44" y="0"/>
                  </a:lnTo>
                  <a:lnTo>
                    <a:pt x="42" y="4"/>
                  </a:lnTo>
                  <a:lnTo>
                    <a:pt x="42" y="10"/>
                  </a:lnTo>
                  <a:lnTo>
                    <a:pt x="38" y="12"/>
                  </a:lnTo>
                  <a:lnTo>
                    <a:pt x="34" y="8"/>
                  </a:lnTo>
                  <a:lnTo>
                    <a:pt x="32" y="4"/>
                  </a:lnTo>
                  <a:lnTo>
                    <a:pt x="26" y="4"/>
                  </a:lnTo>
                  <a:lnTo>
                    <a:pt x="24" y="8"/>
                  </a:lnTo>
                  <a:lnTo>
                    <a:pt x="18" y="12"/>
                  </a:lnTo>
                  <a:lnTo>
                    <a:pt x="14" y="12"/>
                  </a:lnTo>
                  <a:lnTo>
                    <a:pt x="10" y="12"/>
                  </a:lnTo>
                  <a:lnTo>
                    <a:pt x="4" y="14"/>
                  </a:lnTo>
                  <a:lnTo>
                    <a:pt x="2" y="16"/>
                  </a:lnTo>
                  <a:lnTo>
                    <a:pt x="0" y="22"/>
                  </a:lnTo>
                  <a:lnTo>
                    <a:pt x="0" y="32"/>
                  </a:lnTo>
                  <a:lnTo>
                    <a:pt x="4" y="38"/>
                  </a:lnTo>
                  <a:lnTo>
                    <a:pt x="4" y="4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1" name="Google Shape;421;p60"/>
            <p:cNvSpPr/>
            <p:nvPr/>
          </p:nvSpPr>
          <p:spPr>
            <a:xfrm>
              <a:off x="8266769" y="4606897"/>
              <a:ext cx="41945" cy="39428"/>
            </a:xfrm>
            <a:custGeom>
              <a:rect b="b" l="l" r="r" t="t"/>
              <a:pathLst>
                <a:path extrusionOk="0" h="28" w="26">
                  <a:moveTo>
                    <a:pt x="0" y="10"/>
                  </a:moveTo>
                  <a:lnTo>
                    <a:pt x="0" y="10"/>
                  </a:lnTo>
                  <a:lnTo>
                    <a:pt x="0" y="8"/>
                  </a:lnTo>
                  <a:lnTo>
                    <a:pt x="0" y="2"/>
                  </a:lnTo>
                  <a:lnTo>
                    <a:pt x="2" y="2"/>
                  </a:lnTo>
                  <a:lnTo>
                    <a:pt x="2" y="0"/>
                  </a:lnTo>
                  <a:lnTo>
                    <a:pt x="4" y="2"/>
                  </a:lnTo>
                  <a:lnTo>
                    <a:pt x="6" y="6"/>
                  </a:lnTo>
                  <a:lnTo>
                    <a:pt x="6" y="8"/>
                  </a:lnTo>
                  <a:lnTo>
                    <a:pt x="8" y="6"/>
                  </a:lnTo>
                  <a:lnTo>
                    <a:pt x="10" y="4"/>
                  </a:lnTo>
                  <a:lnTo>
                    <a:pt x="12" y="2"/>
                  </a:lnTo>
                  <a:lnTo>
                    <a:pt x="12" y="0"/>
                  </a:lnTo>
                  <a:lnTo>
                    <a:pt x="18" y="2"/>
                  </a:lnTo>
                  <a:lnTo>
                    <a:pt x="20" y="2"/>
                  </a:lnTo>
                  <a:lnTo>
                    <a:pt x="20" y="6"/>
                  </a:lnTo>
                  <a:lnTo>
                    <a:pt x="20" y="8"/>
                  </a:lnTo>
                  <a:lnTo>
                    <a:pt x="22" y="10"/>
                  </a:lnTo>
                  <a:lnTo>
                    <a:pt x="24" y="10"/>
                  </a:lnTo>
                  <a:lnTo>
                    <a:pt x="26" y="10"/>
                  </a:lnTo>
                  <a:lnTo>
                    <a:pt x="22" y="16"/>
                  </a:lnTo>
                  <a:lnTo>
                    <a:pt x="18" y="20"/>
                  </a:lnTo>
                  <a:lnTo>
                    <a:pt x="16" y="26"/>
                  </a:lnTo>
                  <a:lnTo>
                    <a:pt x="12" y="28"/>
                  </a:lnTo>
                  <a:lnTo>
                    <a:pt x="4" y="28"/>
                  </a:lnTo>
                  <a:lnTo>
                    <a:pt x="2" y="10"/>
                  </a:lnTo>
                  <a:lnTo>
                    <a:pt x="0"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2" name="Google Shape;422;p60"/>
            <p:cNvSpPr/>
            <p:nvPr/>
          </p:nvSpPr>
          <p:spPr>
            <a:xfrm>
              <a:off x="9449618" y="4002937"/>
              <a:ext cx="161488" cy="329759"/>
            </a:xfrm>
            <a:custGeom>
              <a:rect b="b" l="l" r="r" t="t"/>
              <a:pathLst>
                <a:path extrusionOk="0" h="234" w="98">
                  <a:moveTo>
                    <a:pt x="72" y="234"/>
                  </a:moveTo>
                  <a:lnTo>
                    <a:pt x="74" y="234"/>
                  </a:lnTo>
                  <a:lnTo>
                    <a:pt x="76" y="228"/>
                  </a:lnTo>
                  <a:lnTo>
                    <a:pt x="78" y="222"/>
                  </a:lnTo>
                  <a:lnTo>
                    <a:pt x="80" y="216"/>
                  </a:lnTo>
                  <a:lnTo>
                    <a:pt x="80" y="208"/>
                  </a:lnTo>
                  <a:lnTo>
                    <a:pt x="76" y="200"/>
                  </a:lnTo>
                  <a:lnTo>
                    <a:pt x="72" y="194"/>
                  </a:lnTo>
                  <a:lnTo>
                    <a:pt x="68" y="184"/>
                  </a:lnTo>
                  <a:lnTo>
                    <a:pt x="66" y="172"/>
                  </a:lnTo>
                  <a:lnTo>
                    <a:pt x="72" y="170"/>
                  </a:lnTo>
                  <a:lnTo>
                    <a:pt x="72" y="164"/>
                  </a:lnTo>
                  <a:lnTo>
                    <a:pt x="66" y="158"/>
                  </a:lnTo>
                  <a:lnTo>
                    <a:pt x="62" y="152"/>
                  </a:lnTo>
                  <a:lnTo>
                    <a:pt x="60" y="142"/>
                  </a:lnTo>
                  <a:lnTo>
                    <a:pt x="62" y="134"/>
                  </a:lnTo>
                  <a:lnTo>
                    <a:pt x="62" y="130"/>
                  </a:lnTo>
                  <a:lnTo>
                    <a:pt x="60" y="122"/>
                  </a:lnTo>
                  <a:lnTo>
                    <a:pt x="62" y="118"/>
                  </a:lnTo>
                  <a:lnTo>
                    <a:pt x="66" y="118"/>
                  </a:lnTo>
                  <a:lnTo>
                    <a:pt x="70" y="114"/>
                  </a:lnTo>
                  <a:lnTo>
                    <a:pt x="72" y="114"/>
                  </a:lnTo>
                  <a:lnTo>
                    <a:pt x="72" y="110"/>
                  </a:lnTo>
                  <a:lnTo>
                    <a:pt x="74" y="104"/>
                  </a:lnTo>
                  <a:lnTo>
                    <a:pt x="78" y="104"/>
                  </a:lnTo>
                  <a:lnTo>
                    <a:pt x="80" y="106"/>
                  </a:lnTo>
                  <a:lnTo>
                    <a:pt x="90" y="106"/>
                  </a:lnTo>
                  <a:lnTo>
                    <a:pt x="92" y="100"/>
                  </a:lnTo>
                  <a:lnTo>
                    <a:pt x="92" y="94"/>
                  </a:lnTo>
                  <a:lnTo>
                    <a:pt x="98" y="90"/>
                  </a:lnTo>
                  <a:lnTo>
                    <a:pt x="88" y="88"/>
                  </a:lnTo>
                  <a:lnTo>
                    <a:pt x="88" y="82"/>
                  </a:lnTo>
                  <a:lnTo>
                    <a:pt x="86" y="76"/>
                  </a:lnTo>
                  <a:lnTo>
                    <a:pt x="82" y="76"/>
                  </a:lnTo>
                  <a:lnTo>
                    <a:pt x="78" y="74"/>
                  </a:lnTo>
                  <a:lnTo>
                    <a:pt x="78" y="72"/>
                  </a:lnTo>
                  <a:lnTo>
                    <a:pt x="82" y="64"/>
                  </a:lnTo>
                  <a:lnTo>
                    <a:pt x="80" y="62"/>
                  </a:lnTo>
                  <a:lnTo>
                    <a:pt x="76" y="62"/>
                  </a:lnTo>
                  <a:lnTo>
                    <a:pt x="74" y="58"/>
                  </a:lnTo>
                  <a:lnTo>
                    <a:pt x="76" y="54"/>
                  </a:lnTo>
                  <a:lnTo>
                    <a:pt x="74" y="50"/>
                  </a:lnTo>
                  <a:lnTo>
                    <a:pt x="70" y="50"/>
                  </a:lnTo>
                  <a:lnTo>
                    <a:pt x="66" y="52"/>
                  </a:lnTo>
                  <a:lnTo>
                    <a:pt x="64" y="54"/>
                  </a:lnTo>
                  <a:lnTo>
                    <a:pt x="62" y="56"/>
                  </a:lnTo>
                  <a:lnTo>
                    <a:pt x="60" y="54"/>
                  </a:lnTo>
                  <a:lnTo>
                    <a:pt x="60" y="50"/>
                  </a:lnTo>
                  <a:lnTo>
                    <a:pt x="58" y="46"/>
                  </a:lnTo>
                  <a:lnTo>
                    <a:pt x="58" y="42"/>
                  </a:lnTo>
                  <a:lnTo>
                    <a:pt x="62" y="36"/>
                  </a:lnTo>
                  <a:lnTo>
                    <a:pt x="66" y="32"/>
                  </a:lnTo>
                  <a:lnTo>
                    <a:pt x="66" y="24"/>
                  </a:lnTo>
                  <a:lnTo>
                    <a:pt x="68" y="20"/>
                  </a:lnTo>
                  <a:lnTo>
                    <a:pt x="66" y="16"/>
                  </a:lnTo>
                  <a:lnTo>
                    <a:pt x="68" y="10"/>
                  </a:lnTo>
                  <a:lnTo>
                    <a:pt x="64" y="6"/>
                  </a:lnTo>
                  <a:lnTo>
                    <a:pt x="64" y="0"/>
                  </a:lnTo>
                  <a:lnTo>
                    <a:pt x="60" y="0"/>
                  </a:lnTo>
                  <a:lnTo>
                    <a:pt x="56" y="2"/>
                  </a:lnTo>
                  <a:lnTo>
                    <a:pt x="56" y="8"/>
                  </a:lnTo>
                  <a:lnTo>
                    <a:pt x="52" y="16"/>
                  </a:lnTo>
                  <a:lnTo>
                    <a:pt x="48" y="14"/>
                  </a:lnTo>
                  <a:lnTo>
                    <a:pt x="42" y="16"/>
                  </a:lnTo>
                  <a:lnTo>
                    <a:pt x="38" y="24"/>
                  </a:lnTo>
                  <a:lnTo>
                    <a:pt x="38" y="26"/>
                  </a:lnTo>
                  <a:lnTo>
                    <a:pt x="32" y="32"/>
                  </a:lnTo>
                  <a:lnTo>
                    <a:pt x="30" y="36"/>
                  </a:lnTo>
                  <a:lnTo>
                    <a:pt x="24" y="38"/>
                  </a:lnTo>
                  <a:lnTo>
                    <a:pt x="22" y="40"/>
                  </a:lnTo>
                  <a:lnTo>
                    <a:pt x="26" y="42"/>
                  </a:lnTo>
                  <a:lnTo>
                    <a:pt x="26" y="46"/>
                  </a:lnTo>
                  <a:lnTo>
                    <a:pt x="22" y="52"/>
                  </a:lnTo>
                  <a:lnTo>
                    <a:pt x="20" y="60"/>
                  </a:lnTo>
                  <a:lnTo>
                    <a:pt x="12" y="54"/>
                  </a:lnTo>
                  <a:lnTo>
                    <a:pt x="12" y="66"/>
                  </a:lnTo>
                  <a:lnTo>
                    <a:pt x="14" y="70"/>
                  </a:lnTo>
                  <a:lnTo>
                    <a:pt x="14" y="76"/>
                  </a:lnTo>
                  <a:lnTo>
                    <a:pt x="14" y="80"/>
                  </a:lnTo>
                  <a:lnTo>
                    <a:pt x="12" y="82"/>
                  </a:lnTo>
                  <a:lnTo>
                    <a:pt x="10" y="86"/>
                  </a:lnTo>
                  <a:lnTo>
                    <a:pt x="6" y="82"/>
                  </a:lnTo>
                  <a:lnTo>
                    <a:pt x="4" y="84"/>
                  </a:lnTo>
                  <a:lnTo>
                    <a:pt x="4" y="88"/>
                  </a:lnTo>
                  <a:lnTo>
                    <a:pt x="6" y="92"/>
                  </a:lnTo>
                  <a:lnTo>
                    <a:pt x="6" y="98"/>
                  </a:lnTo>
                  <a:lnTo>
                    <a:pt x="2" y="96"/>
                  </a:lnTo>
                  <a:lnTo>
                    <a:pt x="0" y="98"/>
                  </a:lnTo>
                  <a:lnTo>
                    <a:pt x="0" y="102"/>
                  </a:lnTo>
                  <a:lnTo>
                    <a:pt x="2" y="106"/>
                  </a:lnTo>
                  <a:lnTo>
                    <a:pt x="2" y="110"/>
                  </a:lnTo>
                  <a:lnTo>
                    <a:pt x="4" y="110"/>
                  </a:lnTo>
                  <a:lnTo>
                    <a:pt x="6" y="108"/>
                  </a:lnTo>
                  <a:lnTo>
                    <a:pt x="8" y="106"/>
                  </a:lnTo>
                  <a:lnTo>
                    <a:pt x="12" y="106"/>
                  </a:lnTo>
                  <a:lnTo>
                    <a:pt x="14" y="118"/>
                  </a:lnTo>
                  <a:lnTo>
                    <a:pt x="16" y="128"/>
                  </a:lnTo>
                  <a:lnTo>
                    <a:pt x="20" y="132"/>
                  </a:lnTo>
                  <a:lnTo>
                    <a:pt x="22" y="134"/>
                  </a:lnTo>
                  <a:lnTo>
                    <a:pt x="22" y="138"/>
                  </a:lnTo>
                  <a:lnTo>
                    <a:pt x="22" y="142"/>
                  </a:lnTo>
                  <a:lnTo>
                    <a:pt x="20" y="146"/>
                  </a:lnTo>
                  <a:lnTo>
                    <a:pt x="18" y="152"/>
                  </a:lnTo>
                  <a:lnTo>
                    <a:pt x="18" y="158"/>
                  </a:lnTo>
                  <a:lnTo>
                    <a:pt x="18" y="164"/>
                  </a:lnTo>
                  <a:lnTo>
                    <a:pt x="30" y="164"/>
                  </a:lnTo>
                  <a:lnTo>
                    <a:pt x="38" y="162"/>
                  </a:lnTo>
                  <a:lnTo>
                    <a:pt x="40" y="160"/>
                  </a:lnTo>
                  <a:lnTo>
                    <a:pt x="42" y="156"/>
                  </a:lnTo>
                  <a:lnTo>
                    <a:pt x="42" y="152"/>
                  </a:lnTo>
                  <a:lnTo>
                    <a:pt x="42" y="150"/>
                  </a:lnTo>
                  <a:lnTo>
                    <a:pt x="46" y="150"/>
                  </a:lnTo>
                  <a:lnTo>
                    <a:pt x="52" y="158"/>
                  </a:lnTo>
                  <a:lnTo>
                    <a:pt x="56" y="158"/>
                  </a:lnTo>
                  <a:lnTo>
                    <a:pt x="56" y="162"/>
                  </a:lnTo>
                  <a:lnTo>
                    <a:pt x="56" y="164"/>
                  </a:lnTo>
                  <a:lnTo>
                    <a:pt x="54" y="166"/>
                  </a:lnTo>
                  <a:lnTo>
                    <a:pt x="54" y="168"/>
                  </a:lnTo>
                  <a:lnTo>
                    <a:pt x="56" y="172"/>
                  </a:lnTo>
                  <a:lnTo>
                    <a:pt x="60" y="174"/>
                  </a:lnTo>
                  <a:lnTo>
                    <a:pt x="60" y="182"/>
                  </a:lnTo>
                  <a:lnTo>
                    <a:pt x="60" y="192"/>
                  </a:lnTo>
                  <a:lnTo>
                    <a:pt x="62" y="196"/>
                  </a:lnTo>
                  <a:lnTo>
                    <a:pt x="66" y="196"/>
                  </a:lnTo>
                  <a:lnTo>
                    <a:pt x="68" y="204"/>
                  </a:lnTo>
                  <a:lnTo>
                    <a:pt x="68" y="212"/>
                  </a:lnTo>
                  <a:lnTo>
                    <a:pt x="70" y="212"/>
                  </a:lnTo>
                  <a:lnTo>
                    <a:pt x="70" y="216"/>
                  </a:lnTo>
                  <a:lnTo>
                    <a:pt x="68" y="218"/>
                  </a:lnTo>
                  <a:lnTo>
                    <a:pt x="66" y="222"/>
                  </a:lnTo>
                  <a:lnTo>
                    <a:pt x="72" y="224"/>
                  </a:lnTo>
                  <a:lnTo>
                    <a:pt x="72" y="232"/>
                  </a:lnTo>
                  <a:lnTo>
                    <a:pt x="72" y="23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3" name="Google Shape;423;p60"/>
            <p:cNvSpPr/>
            <p:nvPr/>
          </p:nvSpPr>
          <p:spPr>
            <a:xfrm>
              <a:off x="7612426" y="4228750"/>
              <a:ext cx="138419" cy="116491"/>
            </a:xfrm>
            <a:custGeom>
              <a:rect b="b" l="l" r="r" t="t"/>
              <a:pathLst>
                <a:path extrusionOk="0" h="82" w="84">
                  <a:moveTo>
                    <a:pt x="64" y="60"/>
                  </a:moveTo>
                  <a:lnTo>
                    <a:pt x="56" y="60"/>
                  </a:lnTo>
                  <a:lnTo>
                    <a:pt x="54" y="62"/>
                  </a:lnTo>
                  <a:lnTo>
                    <a:pt x="48" y="62"/>
                  </a:lnTo>
                  <a:lnTo>
                    <a:pt x="38" y="60"/>
                  </a:lnTo>
                  <a:lnTo>
                    <a:pt x="36" y="64"/>
                  </a:lnTo>
                  <a:lnTo>
                    <a:pt x="34" y="68"/>
                  </a:lnTo>
                  <a:lnTo>
                    <a:pt x="36" y="74"/>
                  </a:lnTo>
                  <a:lnTo>
                    <a:pt x="34" y="82"/>
                  </a:lnTo>
                  <a:lnTo>
                    <a:pt x="26" y="82"/>
                  </a:lnTo>
                  <a:lnTo>
                    <a:pt x="24" y="80"/>
                  </a:lnTo>
                  <a:lnTo>
                    <a:pt x="24" y="78"/>
                  </a:lnTo>
                  <a:lnTo>
                    <a:pt x="20" y="76"/>
                  </a:lnTo>
                  <a:lnTo>
                    <a:pt x="16" y="80"/>
                  </a:lnTo>
                  <a:lnTo>
                    <a:pt x="12" y="80"/>
                  </a:lnTo>
                  <a:lnTo>
                    <a:pt x="10" y="76"/>
                  </a:lnTo>
                  <a:lnTo>
                    <a:pt x="2" y="74"/>
                  </a:lnTo>
                  <a:lnTo>
                    <a:pt x="0" y="70"/>
                  </a:lnTo>
                  <a:lnTo>
                    <a:pt x="2" y="66"/>
                  </a:lnTo>
                  <a:lnTo>
                    <a:pt x="2" y="64"/>
                  </a:lnTo>
                  <a:lnTo>
                    <a:pt x="4" y="64"/>
                  </a:lnTo>
                  <a:lnTo>
                    <a:pt x="4" y="62"/>
                  </a:lnTo>
                  <a:lnTo>
                    <a:pt x="4" y="58"/>
                  </a:lnTo>
                  <a:lnTo>
                    <a:pt x="4" y="56"/>
                  </a:lnTo>
                  <a:lnTo>
                    <a:pt x="4" y="54"/>
                  </a:lnTo>
                  <a:lnTo>
                    <a:pt x="6" y="52"/>
                  </a:lnTo>
                  <a:lnTo>
                    <a:pt x="8" y="48"/>
                  </a:lnTo>
                  <a:lnTo>
                    <a:pt x="12" y="48"/>
                  </a:lnTo>
                  <a:lnTo>
                    <a:pt x="12" y="50"/>
                  </a:lnTo>
                  <a:lnTo>
                    <a:pt x="14" y="40"/>
                  </a:lnTo>
                  <a:lnTo>
                    <a:pt x="16" y="36"/>
                  </a:lnTo>
                  <a:lnTo>
                    <a:pt x="18" y="34"/>
                  </a:lnTo>
                  <a:lnTo>
                    <a:pt x="24" y="32"/>
                  </a:lnTo>
                  <a:lnTo>
                    <a:pt x="28" y="32"/>
                  </a:lnTo>
                  <a:lnTo>
                    <a:pt x="30" y="30"/>
                  </a:lnTo>
                  <a:lnTo>
                    <a:pt x="32" y="26"/>
                  </a:lnTo>
                  <a:lnTo>
                    <a:pt x="32" y="22"/>
                  </a:lnTo>
                  <a:lnTo>
                    <a:pt x="36" y="20"/>
                  </a:lnTo>
                  <a:lnTo>
                    <a:pt x="40" y="16"/>
                  </a:lnTo>
                  <a:lnTo>
                    <a:pt x="42" y="16"/>
                  </a:lnTo>
                  <a:lnTo>
                    <a:pt x="42" y="10"/>
                  </a:lnTo>
                  <a:lnTo>
                    <a:pt x="44" y="8"/>
                  </a:lnTo>
                  <a:lnTo>
                    <a:pt x="46" y="8"/>
                  </a:lnTo>
                  <a:lnTo>
                    <a:pt x="50" y="6"/>
                  </a:lnTo>
                  <a:lnTo>
                    <a:pt x="52" y="4"/>
                  </a:lnTo>
                  <a:lnTo>
                    <a:pt x="54" y="0"/>
                  </a:lnTo>
                  <a:lnTo>
                    <a:pt x="56" y="0"/>
                  </a:lnTo>
                  <a:lnTo>
                    <a:pt x="56" y="2"/>
                  </a:lnTo>
                  <a:lnTo>
                    <a:pt x="58" y="2"/>
                  </a:lnTo>
                  <a:lnTo>
                    <a:pt x="60" y="2"/>
                  </a:lnTo>
                  <a:lnTo>
                    <a:pt x="64" y="6"/>
                  </a:lnTo>
                  <a:lnTo>
                    <a:pt x="62" y="10"/>
                  </a:lnTo>
                  <a:lnTo>
                    <a:pt x="66" y="16"/>
                  </a:lnTo>
                  <a:lnTo>
                    <a:pt x="74" y="22"/>
                  </a:lnTo>
                  <a:lnTo>
                    <a:pt x="74" y="26"/>
                  </a:lnTo>
                  <a:lnTo>
                    <a:pt x="78" y="36"/>
                  </a:lnTo>
                  <a:lnTo>
                    <a:pt x="80" y="36"/>
                  </a:lnTo>
                  <a:lnTo>
                    <a:pt x="82" y="36"/>
                  </a:lnTo>
                  <a:lnTo>
                    <a:pt x="82" y="40"/>
                  </a:lnTo>
                  <a:lnTo>
                    <a:pt x="82" y="42"/>
                  </a:lnTo>
                  <a:lnTo>
                    <a:pt x="84" y="52"/>
                  </a:lnTo>
                  <a:lnTo>
                    <a:pt x="84" y="54"/>
                  </a:lnTo>
                  <a:lnTo>
                    <a:pt x="84" y="56"/>
                  </a:lnTo>
                  <a:lnTo>
                    <a:pt x="80" y="58"/>
                  </a:lnTo>
                  <a:lnTo>
                    <a:pt x="78" y="60"/>
                  </a:lnTo>
                  <a:lnTo>
                    <a:pt x="78" y="62"/>
                  </a:lnTo>
                  <a:lnTo>
                    <a:pt x="74" y="62"/>
                  </a:lnTo>
                  <a:lnTo>
                    <a:pt x="70" y="62"/>
                  </a:lnTo>
                  <a:lnTo>
                    <a:pt x="64" y="6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4" name="Google Shape;424;p60"/>
            <p:cNvSpPr/>
            <p:nvPr/>
          </p:nvSpPr>
          <p:spPr>
            <a:xfrm>
              <a:off x="8151420" y="3628374"/>
              <a:ext cx="109057" cy="69895"/>
            </a:xfrm>
            <a:custGeom>
              <a:rect b="b" l="l" r="r" t="t"/>
              <a:pathLst>
                <a:path extrusionOk="0" h="50" w="66">
                  <a:moveTo>
                    <a:pt x="66" y="4"/>
                  </a:moveTo>
                  <a:lnTo>
                    <a:pt x="66" y="4"/>
                  </a:lnTo>
                  <a:lnTo>
                    <a:pt x="62" y="2"/>
                  </a:lnTo>
                  <a:lnTo>
                    <a:pt x="58" y="2"/>
                  </a:lnTo>
                  <a:lnTo>
                    <a:pt x="54" y="4"/>
                  </a:lnTo>
                  <a:lnTo>
                    <a:pt x="50" y="4"/>
                  </a:lnTo>
                  <a:lnTo>
                    <a:pt x="48" y="4"/>
                  </a:lnTo>
                  <a:lnTo>
                    <a:pt x="46" y="0"/>
                  </a:lnTo>
                  <a:lnTo>
                    <a:pt x="42" y="2"/>
                  </a:lnTo>
                  <a:lnTo>
                    <a:pt x="38" y="4"/>
                  </a:lnTo>
                  <a:lnTo>
                    <a:pt x="36" y="6"/>
                  </a:lnTo>
                  <a:lnTo>
                    <a:pt x="32" y="8"/>
                  </a:lnTo>
                  <a:lnTo>
                    <a:pt x="26" y="8"/>
                  </a:lnTo>
                  <a:lnTo>
                    <a:pt x="22" y="8"/>
                  </a:lnTo>
                  <a:lnTo>
                    <a:pt x="20" y="8"/>
                  </a:lnTo>
                  <a:lnTo>
                    <a:pt x="18" y="8"/>
                  </a:lnTo>
                  <a:lnTo>
                    <a:pt x="16" y="8"/>
                  </a:lnTo>
                  <a:lnTo>
                    <a:pt x="12" y="8"/>
                  </a:lnTo>
                  <a:lnTo>
                    <a:pt x="10" y="8"/>
                  </a:lnTo>
                  <a:lnTo>
                    <a:pt x="10" y="6"/>
                  </a:lnTo>
                  <a:lnTo>
                    <a:pt x="12" y="4"/>
                  </a:lnTo>
                  <a:lnTo>
                    <a:pt x="10" y="2"/>
                  </a:lnTo>
                  <a:lnTo>
                    <a:pt x="8" y="2"/>
                  </a:lnTo>
                  <a:lnTo>
                    <a:pt x="6" y="4"/>
                  </a:lnTo>
                  <a:lnTo>
                    <a:pt x="2" y="8"/>
                  </a:lnTo>
                  <a:lnTo>
                    <a:pt x="0" y="10"/>
                  </a:lnTo>
                  <a:lnTo>
                    <a:pt x="0" y="12"/>
                  </a:lnTo>
                  <a:lnTo>
                    <a:pt x="0" y="14"/>
                  </a:lnTo>
                  <a:lnTo>
                    <a:pt x="0" y="16"/>
                  </a:lnTo>
                  <a:lnTo>
                    <a:pt x="6" y="18"/>
                  </a:lnTo>
                  <a:lnTo>
                    <a:pt x="6" y="20"/>
                  </a:lnTo>
                  <a:lnTo>
                    <a:pt x="4" y="24"/>
                  </a:lnTo>
                  <a:lnTo>
                    <a:pt x="2" y="28"/>
                  </a:lnTo>
                  <a:lnTo>
                    <a:pt x="2" y="32"/>
                  </a:lnTo>
                  <a:lnTo>
                    <a:pt x="6" y="36"/>
                  </a:lnTo>
                  <a:lnTo>
                    <a:pt x="6" y="38"/>
                  </a:lnTo>
                  <a:lnTo>
                    <a:pt x="6" y="42"/>
                  </a:lnTo>
                  <a:lnTo>
                    <a:pt x="4" y="44"/>
                  </a:lnTo>
                  <a:lnTo>
                    <a:pt x="8" y="48"/>
                  </a:lnTo>
                  <a:lnTo>
                    <a:pt x="14" y="50"/>
                  </a:lnTo>
                  <a:lnTo>
                    <a:pt x="18" y="50"/>
                  </a:lnTo>
                  <a:lnTo>
                    <a:pt x="22" y="46"/>
                  </a:lnTo>
                  <a:lnTo>
                    <a:pt x="24" y="44"/>
                  </a:lnTo>
                  <a:lnTo>
                    <a:pt x="28" y="44"/>
                  </a:lnTo>
                  <a:lnTo>
                    <a:pt x="30" y="46"/>
                  </a:lnTo>
                  <a:lnTo>
                    <a:pt x="32" y="48"/>
                  </a:lnTo>
                  <a:lnTo>
                    <a:pt x="32" y="50"/>
                  </a:lnTo>
                  <a:lnTo>
                    <a:pt x="38" y="48"/>
                  </a:lnTo>
                  <a:lnTo>
                    <a:pt x="40" y="50"/>
                  </a:lnTo>
                  <a:lnTo>
                    <a:pt x="42" y="48"/>
                  </a:lnTo>
                  <a:lnTo>
                    <a:pt x="42" y="46"/>
                  </a:lnTo>
                  <a:lnTo>
                    <a:pt x="40" y="44"/>
                  </a:lnTo>
                  <a:lnTo>
                    <a:pt x="42" y="44"/>
                  </a:lnTo>
                  <a:lnTo>
                    <a:pt x="46" y="44"/>
                  </a:lnTo>
                  <a:lnTo>
                    <a:pt x="46" y="42"/>
                  </a:lnTo>
                  <a:lnTo>
                    <a:pt x="50" y="42"/>
                  </a:lnTo>
                  <a:lnTo>
                    <a:pt x="52" y="42"/>
                  </a:lnTo>
                  <a:lnTo>
                    <a:pt x="54" y="42"/>
                  </a:lnTo>
                  <a:lnTo>
                    <a:pt x="56" y="42"/>
                  </a:lnTo>
                  <a:lnTo>
                    <a:pt x="54" y="38"/>
                  </a:lnTo>
                  <a:lnTo>
                    <a:pt x="52" y="36"/>
                  </a:lnTo>
                  <a:lnTo>
                    <a:pt x="60" y="20"/>
                  </a:lnTo>
                  <a:lnTo>
                    <a:pt x="64" y="18"/>
                  </a:lnTo>
                  <a:lnTo>
                    <a:pt x="66" y="10"/>
                  </a:lnTo>
                  <a:lnTo>
                    <a:pt x="66" y="6"/>
                  </a:lnTo>
                  <a:lnTo>
                    <a:pt x="66"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5" name="Google Shape;425;p60"/>
            <p:cNvSpPr/>
            <p:nvPr/>
          </p:nvSpPr>
          <p:spPr>
            <a:xfrm>
              <a:off x="9854388" y="4458147"/>
              <a:ext cx="27264" cy="16130"/>
            </a:xfrm>
            <a:custGeom>
              <a:rect b="b" l="l" r="r" t="t"/>
              <a:pathLst>
                <a:path extrusionOk="0" h="12" w="16">
                  <a:moveTo>
                    <a:pt x="0" y="8"/>
                  </a:moveTo>
                  <a:lnTo>
                    <a:pt x="4" y="12"/>
                  </a:lnTo>
                  <a:lnTo>
                    <a:pt x="8" y="12"/>
                  </a:lnTo>
                  <a:lnTo>
                    <a:pt x="8" y="10"/>
                  </a:lnTo>
                  <a:lnTo>
                    <a:pt x="10" y="6"/>
                  </a:lnTo>
                  <a:lnTo>
                    <a:pt x="12" y="8"/>
                  </a:lnTo>
                  <a:lnTo>
                    <a:pt x="16" y="8"/>
                  </a:lnTo>
                  <a:lnTo>
                    <a:pt x="12" y="0"/>
                  </a:lnTo>
                  <a:lnTo>
                    <a:pt x="8" y="0"/>
                  </a:lnTo>
                  <a:lnTo>
                    <a:pt x="4" y="2"/>
                  </a:lnTo>
                  <a:lnTo>
                    <a:pt x="4" y="4"/>
                  </a:lnTo>
                  <a:lnTo>
                    <a:pt x="4" y="6"/>
                  </a:lnTo>
                  <a:lnTo>
                    <a:pt x="2" y="6"/>
                  </a:lnTo>
                  <a:lnTo>
                    <a:pt x="0"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6" name="Google Shape;426;p60"/>
            <p:cNvSpPr/>
            <p:nvPr/>
          </p:nvSpPr>
          <p:spPr>
            <a:xfrm>
              <a:off x="6326811" y="4449186"/>
              <a:ext cx="746622" cy="786762"/>
            </a:xfrm>
            <a:custGeom>
              <a:rect b="b" l="l" r="r" t="t"/>
              <a:pathLst>
                <a:path extrusionOk="0" h="558" w="452">
                  <a:moveTo>
                    <a:pt x="260" y="14"/>
                  </a:moveTo>
                  <a:lnTo>
                    <a:pt x="264" y="12"/>
                  </a:lnTo>
                  <a:lnTo>
                    <a:pt x="266" y="20"/>
                  </a:lnTo>
                  <a:lnTo>
                    <a:pt x="270" y="32"/>
                  </a:lnTo>
                  <a:lnTo>
                    <a:pt x="272" y="44"/>
                  </a:lnTo>
                  <a:lnTo>
                    <a:pt x="280" y="44"/>
                  </a:lnTo>
                  <a:lnTo>
                    <a:pt x="280" y="46"/>
                  </a:lnTo>
                  <a:lnTo>
                    <a:pt x="280" y="50"/>
                  </a:lnTo>
                  <a:lnTo>
                    <a:pt x="270" y="54"/>
                  </a:lnTo>
                  <a:lnTo>
                    <a:pt x="280" y="60"/>
                  </a:lnTo>
                  <a:lnTo>
                    <a:pt x="280" y="62"/>
                  </a:lnTo>
                  <a:lnTo>
                    <a:pt x="276" y="68"/>
                  </a:lnTo>
                  <a:lnTo>
                    <a:pt x="278" y="70"/>
                  </a:lnTo>
                  <a:lnTo>
                    <a:pt x="280" y="72"/>
                  </a:lnTo>
                  <a:lnTo>
                    <a:pt x="282" y="72"/>
                  </a:lnTo>
                  <a:lnTo>
                    <a:pt x="284" y="72"/>
                  </a:lnTo>
                  <a:lnTo>
                    <a:pt x="284" y="70"/>
                  </a:lnTo>
                  <a:lnTo>
                    <a:pt x="288" y="70"/>
                  </a:lnTo>
                  <a:lnTo>
                    <a:pt x="286" y="76"/>
                  </a:lnTo>
                  <a:lnTo>
                    <a:pt x="292" y="76"/>
                  </a:lnTo>
                  <a:lnTo>
                    <a:pt x="296" y="76"/>
                  </a:lnTo>
                  <a:lnTo>
                    <a:pt x="296" y="78"/>
                  </a:lnTo>
                  <a:lnTo>
                    <a:pt x="296" y="82"/>
                  </a:lnTo>
                  <a:lnTo>
                    <a:pt x="294" y="86"/>
                  </a:lnTo>
                  <a:lnTo>
                    <a:pt x="296" y="88"/>
                  </a:lnTo>
                  <a:lnTo>
                    <a:pt x="300" y="88"/>
                  </a:lnTo>
                  <a:lnTo>
                    <a:pt x="302" y="82"/>
                  </a:lnTo>
                  <a:lnTo>
                    <a:pt x="310" y="82"/>
                  </a:lnTo>
                  <a:lnTo>
                    <a:pt x="318" y="84"/>
                  </a:lnTo>
                  <a:lnTo>
                    <a:pt x="332" y="92"/>
                  </a:lnTo>
                  <a:lnTo>
                    <a:pt x="332" y="94"/>
                  </a:lnTo>
                  <a:lnTo>
                    <a:pt x="336" y="94"/>
                  </a:lnTo>
                  <a:lnTo>
                    <a:pt x="338" y="100"/>
                  </a:lnTo>
                  <a:lnTo>
                    <a:pt x="342" y="100"/>
                  </a:lnTo>
                  <a:lnTo>
                    <a:pt x="342" y="102"/>
                  </a:lnTo>
                  <a:lnTo>
                    <a:pt x="342" y="104"/>
                  </a:lnTo>
                  <a:lnTo>
                    <a:pt x="340" y="108"/>
                  </a:lnTo>
                  <a:lnTo>
                    <a:pt x="344" y="110"/>
                  </a:lnTo>
                  <a:lnTo>
                    <a:pt x="344" y="114"/>
                  </a:lnTo>
                  <a:lnTo>
                    <a:pt x="348" y="114"/>
                  </a:lnTo>
                  <a:lnTo>
                    <a:pt x="350" y="108"/>
                  </a:lnTo>
                  <a:lnTo>
                    <a:pt x="356" y="106"/>
                  </a:lnTo>
                  <a:lnTo>
                    <a:pt x="360" y="108"/>
                  </a:lnTo>
                  <a:lnTo>
                    <a:pt x="364" y="112"/>
                  </a:lnTo>
                  <a:lnTo>
                    <a:pt x="368" y="112"/>
                  </a:lnTo>
                  <a:lnTo>
                    <a:pt x="372" y="110"/>
                  </a:lnTo>
                  <a:lnTo>
                    <a:pt x="374" y="114"/>
                  </a:lnTo>
                  <a:lnTo>
                    <a:pt x="378" y="116"/>
                  </a:lnTo>
                  <a:lnTo>
                    <a:pt x="382" y="114"/>
                  </a:lnTo>
                  <a:lnTo>
                    <a:pt x="390" y="114"/>
                  </a:lnTo>
                  <a:lnTo>
                    <a:pt x="402" y="120"/>
                  </a:lnTo>
                  <a:lnTo>
                    <a:pt x="412" y="126"/>
                  </a:lnTo>
                  <a:lnTo>
                    <a:pt x="418" y="134"/>
                  </a:lnTo>
                  <a:lnTo>
                    <a:pt x="422" y="142"/>
                  </a:lnTo>
                  <a:lnTo>
                    <a:pt x="424" y="142"/>
                  </a:lnTo>
                  <a:lnTo>
                    <a:pt x="426" y="142"/>
                  </a:lnTo>
                  <a:lnTo>
                    <a:pt x="428" y="140"/>
                  </a:lnTo>
                  <a:lnTo>
                    <a:pt x="430" y="140"/>
                  </a:lnTo>
                  <a:lnTo>
                    <a:pt x="430" y="146"/>
                  </a:lnTo>
                  <a:lnTo>
                    <a:pt x="440" y="144"/>
                  </a:lnTo>
                  <a:lnTo>
                    <a:pt x="442" y="150"/>
                  </a:lnTo>
                  <a:lnTo>
                    <a:pt x="444" y="158"/>
                  </a:lnTo>
                  <a:lnTo>
                    <a:pt x="450" y="162"/>
                  </a:lnTo>
                  <a:lnTo>
                    <a:pt x="452" y="174"/>
                  </a:lnTo>
                  <a:lnTo>
                    <a:pt x="450" y="188"/>
                  </a:lnTo>
                  <a:lnTo>
                    <a:pt x="448" y="200"/>
                  </a:lnTo>
                  <a:lnTo>
                    <a:pt x="442" y="210"/>
                  </a:lnTo>
                  <a:lnTo>
                    <a:pt x="440" y="214"/>
                  </a:lnTo>
                  <a:lnTo>
                    <a:pt x="434" y="218"/>
                  </a:lnTo>
                  <a:lnTo>
                    <a:pt x="430" y="220"/>
                  </a:lnTo>
                  <a:lnTo>
                    <a:pt x="426" y="224"/>
                  </a:lnTo>
                  <a:lnTo>
                    <a:pt x="422" y="230"/>
                  </a:lnTo>
                  <a:lnTo>
                    <a:pt x="418" y="238"/>
                  </a:lnTo>
                  <a:lnTo>
                    <a:pt x="414" y="254"/>
                  </a:lnTo>
                  <a:lnTo>
                    <a:pt x="404" y="248"/>
                  </a:lnTo>
                  <a:lnTo>
                    <a:pt x="404" y="250"/>
                  </a:lnTo>
                  <a:lnTo>
                    <a:pt x="406" y="252"/>
                  </a:lnTo>
                  <a:lnTo>
                    <a:pt x="406" y="254"/>
                  </a:lnTo>
                  <a:lnTo>
                    <a:pt x="402" y="258"/>
                  </a:lnTo>
                  <a:lnTo>
                    <a:pt x="402" y="260"/>
                  </a:lnTo>
                  <a:lnTo>
                    <a:pt x="402" y="268"/>
                  </a:lnTo>
                  <a:lnTo>
                    <a:pt x="398" y="268"/>
                  </a:lnTo>
                  <a:lnTo>
                    <a:pt x="398" y="270"/>
                  </a:lnTo>
                  <a:lnTo>
                    <a:pt x="402" y="272"/>
                  </a:lnTo>
                  <a:lnTo>
                    <a:pt x="402" y="282"/>
                  </a:lnTo>
                  <a:lnTo>
                    <a:pt x="402" y="298"/>
                  </a:lnTo>
                  <a:lnTo>
                    <a:pt x="402" y="310"/>
                  </a:lnTo>
                  <a:lnTo>
                    <a:pt x="398" y="312"/>
                  </a:lnTo>
                  <a:lnTo>
                    <a:pt x="398" y="316"/>
                  </a:lnTo>
                  <a:lnTo>
                    <a:pt x="400" y="320"/>
                  </a:lnTo>
                  <a:lnTo>
                    <a:pt x="402" y="326"/>
                  </a:lnTo>
                  <a:lnTo>
                    <a:pt x="398" y="328"/>
                  </a:lnTo>
                  <a:lnTo>
                    <a:pt x="394" y="330"/>
                  </a:lnTo>
                  <a:lnTo>
                    <a:pt x="394" y="338"/>
                  </a:lnTo>
                  <a:lnTo>
                    <a:pt x="394" y="344"/>
                  </a:lnTo>
                  <a:lnTo>
                    <a:pt x="390" y="350"/>
                  </a:lnTo>
                  <a:lnTo>
                    <a:pt x="384" y="358"/>
                  </a:lnTo>
                  <a:lnTo>
                    <a:pt x="378" y="366"/>
                  </a:lnTo>
                  <a:lnTo>
                    <a:pt x="374" y="372"/>
                  </a:lnTo>
                  <a:lnTo>
                    <a:pt x="376" y="380"/>
                  </a:lnTo>
                  <a:lnTo>
                    <a:pt x="376" y="386"/>
                  </a:lnTo>
                  <a:lnTo>
                    <a:pt x="370" y="390"/>
                  </a:lnTo>
                  <a:lnTo>
                    <a:pt x="370" y="394"/>
                  </a:lnTo>
                  <a:lnTo>
                    <a:pt x="364" y="396"/>
                  </a:lnTo>
                  <a:lnTo>
                    <a:pt x="362" y="396"/>
                  </a:lnTo>
                  <a:lnTo>
                    <a:pt x="358" y="394"/>
                  </a:lnTo>
                  <a:lnTo>
                    <a:pt x="358" y="398"/>
                  </a:lnTo>
                  <a:lnTo>
                    <a:pt x="340" y="400"/>
                  </a:lnTo>
                  <a:lnTo>
                    <a:pt x="340" y="402"/>
                  </a:lnTo>
                  <a:lnTo>
                    <a:pt x="336" y="402"/>
                  </a:lnTo>
                  <a:lnTo>
                    <a:pt x="338" y="408"/>
                  </a:lnTo>
                  <a:lnTo>
                    <a:pt x="330" y="410"/>
                  </a:lnTo>
                  <a:lnTo>
                    <a:pt x="320" y="412"/>
                  </a:lnTo>
                  <a:lnTo>
                    <a:pt x="320" y="414"/>
                  </a:lnTo>
                  <a:lnTo>
                    <a:pt x="320" y="418"/>
                  </a:lnTo>
                  <a:lnTo>
                    <a:pt x="316" y="422"/>
                  </a:lnTo>
                  <a:lnTo>
                    <a:pt x="310" y="424"/>
                  </a:lnTo>
                  <a:lnTo>
                    <a:pt x="298" y="430"/>
                  </a:lnTo>
                  <a:lnTo>
                    <a:pt x="298" y="434"/>
                  </a:lnTo>
                  <a:lnTo>
                    <a:pt x="294" y="434"/>
                  </a:lnTo>
                  <a:lnTo>
                    <a:pt x="292" y="434"/>
                  </a:lnTo>
                  <a:lnTo>
                    <a:pt x="292" y="436"/>
                  </a:lnTo>
                  <a:lnTo>
                    <a:pt x="292" y="438"/>
                  </a:lnTo>
                  <a:lnTo>
                    <a:pt x="294" y="438"/>
                  </a:lnTo>
                  <a:lnTo>
                    <a:pt x="290" y="442"/>
                  </a:lnTo>
                  <a:lnTo>
                    <a:pt x="290" y="446"/>
                  </a:lnTo>
                  <a:lnTo>
                    <a:pt x="290" y="458"/>
                  </a:lnTo>
                  <a:lnTo>
                    <a:pt x="294" y="470"/>
                  </a:lnTo>
                  <a:lnTo>
                    <a:pt x="294" y="480"/>
                  </a:lnTo>
                  <a:lnTo>
                    <a:pt x="290" y="484"/>
                  </a:lnTo>
                  <a:lnTo>
                    <a:pt x="286" y="488"/>
                  </a:lnTo>
                  <a:lnTo>
                    <a:pt x="282" y="492"/>
                  </a:lnTo>
                  <a:lnTo>
                    <a:pt x="280" y="496"/>
                  </a:lnTo>
                  <a:lnTo>
                    <a:pt x="276" y="502"/>
                  </a:lnTo>
                  <a:lnTo>
                    <a:pt x="276" y="508"/>
                  </a:lnTo>
                  <a:lnTo>
                    <a:pt x="272" y="520"/>
                  </a:lnTo>
                  <a:lnTo>
                    <a:pt x="268" y="524"/>
                  </a:lnTo>
                  <a:lnTo>
                    <a:pt x="266" y="528"/>
                  </a:lnTo>
                  <a:lnTo>
                    <a:pt x="272" y="510"/>
                  </a:lnTo>
                  <a:lnTo>
                    <a:pt x="270" y="510"/>
                  </a:lnTo>
                  <a:lnTo>
                    <a:pt x="270" y="512"/>
                  </a:lnTo>
                  <a:lnTo>
                    <a:pt x="266" y="512"/>
                  </a:lnTo>
                  <a:lnTo>
                    <a:pt x="262" y="508"/>
                  </a:lnTo>
                  <a:lnTo>
                    <a:pt x="262" y="512"/>
                  </a:lnTo>
                  <a:lnTo>
                    <a:pt x="262" y="518"/>
                  </a:lnTo>
                  <a:lnTo>
                    <a:pt x="246" y="536"/>
                  </a:lnTo>
                  <a:lnTo>
                    <a:pt x="246" y="538"/>
                  </a:lnTo>
                  <a:lnTo>
                    <a:pt x="246" y="540"/>
                  </a:lnTo>
                  <a:lnTo>
                    <a:pt x="248" y="542"/>
                  </a:lnTo>
                  <a:lnTo>
                    <a:pt x="248" y="546"/>
                  </a:lnTo>
                  <a:lnTo>
                    <a:pt x="242" y="556"/>
                  </a:lnTo>
                  <a:lnTo>
                    <a:pt x="240" y="558"/>
                  </a:lnTo>
                  <a:lnTo>
                    <a:pt x="238" y="552"/>
                  </a:lnTo>
                  <a:lnTo>
                    <a:pt x="244" y="544"/>
                  </a:lnTo>
                  <a:lnTo>
                    <a:pt x="238" y="542"/>
                  </a:lnTo>
                  <a:lnTo>
                    <a:pt x="236" y="538"/>
                  </a:lnTo>
                  <a:lnTo>
                    <a:pt x="234" y="534"/>
                  </a:lnTo>
                  <a:lnTo>
                    <a:pt x="232" y="532"/>
                  </a:lnTo>
                  <a:lnTo>
                    <a:pt x="232" y="530"/>
                  </a:lnTo>
                  <a:lnTo>
                    <a:pt x="226" y="528"/>
                  </a:lnTo>
                  <a:lnTo>
                    <a:pt x="222" y="526"/>
                  </a:lnTo>
                  <a:lnTo>
                    <a:pt x="220" y="522"/>
                  </a:lnTo>
                  <a:lnTo>
                    <a:pt x="216" y="520"/>
                  </a:lnTo>
                  <a:lnTo>
                    <a:pt x="214" y="520"/>
                  </a:lnTo>
                  <a:lnTo>
                    <a:pt x="212" y="518"/>
                  </a:lnTo>
                  <a:lnTo>
                    <a:pt x="210" y="512"/>
                  </a:lnTo>
                  <a:lnTo>
                    <a:pt x="200" y="506"/>
                  </a:lnTo>
                  <a:lnTo>
                    <a:pt x="192" y="508"/>
                  </a:lnTo>
                  <a:lnTo>
                    <a:pt x="194" y="500"/>
                  </a:lnTo>
                  <a:lnTo>
                    <a:pt x="196" y="496"/>
                  </a:lnTo>
                  <a:lnTo>
                    <a:pt x="198" y="494"/>
                  </a:lnTo>
                  <a:lnTo>
                    <a:pt x="202" y="490"/>
                  </a:lnTo>
                  <a:lnTo>
                    <a:pt x="202" y="486"/>
                  </a:lnTo>
                  <a:lnTo>
                    <a:pt x="204" y="484"/>
                  </a:lnTo>
                  <a:lnTo>
                    <a:pt x="206" y="482"/>
                  </a:lnTo>
                  <a:lnTo>
                    <a:pt x="208" y="480"/>
                  </a:lnTo>
                  <a:lnTo>
                    <a:pt x="210" y="480"/>
                  </a:lnTo>
                  <a:lnTo>
                    <a:pt x="212" y="476"/>
                  </a:lnTo>
                  <a:lnTo>
                    <a:pt x="216" y="474"/>
                  </a:lnTo>
                  <a:lnTo>
                    <a:pt x="218" y="470"/>
                  </a:lnTo>
                  <a:lnTo>
                    <a:pt x="222" y="466"/>
                  </a:lnTo>
                  <a:lnTo>
                    <a:pt x="222" y="464"/>
                  </a:lnTo>
                  <a:lnTo>
                    <a:pt x="226" y="464"/>
                  </a:lnTo>
                  <a:lnTo>
                    <a:pt x="228" y="464"/>
                  </a:lnTo>
                  <a:lnTo>
                    <a:pt x="230" y="462"/>
                  </a:lnTo>
                  <a:lnTo>
                    <a:pt x="234" y="460"/>
                  </a:lnTo>
                  <a:lnTo>
                    <a:pt x="234" y="458"/>
                  </a:lnTo>
                  <a:lnTo>
                    <a:pt x="234" y="446"/>
                  </a:lnTo>
                  <a:lnTo>
                    <a:pt x="234" y="436"/>
                  </a:lnTo>
                  <a:lnTo>
                    <a:pt x="232" y="436"/>
                  </a:lnTo>
                  <a:lnTo>
                    <a:pt x="230" y="436"/>
                  </a:lnTo>
                  <a:lnTo>
                    <a:pt x="228" y="438"/>
                  </a:lnTo>
                  <a:lnTo>
                    <a:pt x="226" y="436"/>
                  </a:lnTo>
                  <a:lnTo>
                    <a:pt x="224" y="436"/>
                  </a:lnTo>
                  <a:lnTo>
                    <a:pt x="224" y="430"/>
                  </a:lnTo>
                  <a:lnTo>
                    <a:pt x="224" y="422"/>
                  </a:lnTo>
                  <a:lnTo>
                    <a:pt x="226" y="416"/>
                  </a:lnTo>
                  <a:lnTo>
                    <a:pt x="226" y="410"/>
                  </a:lnTo>
                  <a:lnTo>
                    <a:pt x="224" y="410"/>
                  </a:lnTo>
                  <a:lnTo>
                    <a:pt x="220" y="412"/>
                  </a:lnTo>
                  <a:lnTo>
                    <a:pt x="218" y="412"/>
                  </a:lnTo>
                  <a:lnTo>
                    <a:pt x="218" y="410"/>
                  </a:lnTo>
                  <a:lnTo>
                    <a:pt x="218" y="406"/>
                  </a:lnTo>
                  <a:lnTo>
                    <a:pt x="218" y="392"/>
                  </a:lnTo>
                  <a:lnTo>
                    <a:pt x="216" y="388"/>
                  </a:lnTo>
                  <a:lnTo>
                    <a:pt x="212" y="386"/>
                  </a:lnTo>
                  <a:lnTo>
                    <a:pt x="210" y="386"/>
                  </a:lnTo>
                  <a:lnTo>
                    <a:pt x="208" y="384"/>
                  </a:lnTo>
                  <a:lnTo>
                    <a:pt x="208" y="382"/>
                  </a:lnTo>
                  <a:lnTo>
                    <a:pt x="206" y="380"/>
                  </a:lnTo>
                  <a:lnTo>
                    <a:pt x="204" y="382"/>
                  </a:lnTo>
                  <a:lnTo>
                    <a:pt x="196" y="382"/>
                  </a:lnTo>
                  <a:lnTo>
                    <a:pt x="192" y="380"/>
                  </a:lnTo>
                  <a:lnTo>
                    <a:pt x="190" y="378"/>
                  </a:lnTo>
                  <a:lnTo>
                    <a:pt x="190" y="374"/>
                  </a:lnTo>
                  <a:lnTo>
                    <a:pt x="188" y="368"/>
                  </a:lnTo>
                  <a:lnTo>
                    <a:pt x="190" y="362"/>
                  </a:lnTo>
                  <a:lnTo>
                    <a:pt x="188" y="358"/>
                  </a:lnTo>
                  <a:lnTo>
                    <a:pt x="186" y="354"/>
                  </a:lnTo>
                  <a:lnTo>
                    <a:pt x="184" y="350"/>
                  </a:lnTo>
                  <a:lnTo>
                    <a:pt x="188" y="348"/>
                  </a:lnTo>
                  <a:lnTo>
                    <a:pt x="184" y="346"/>
                  </a:lnTo>
                  <a:lnTo>
                    <a:pt x="186" y="340"/>
                  </a:lnTo>
                  <a:lnTo>
                    <a:pt x="188" y="330"/>
                  </a:lnTo>
                  <a:lnTo>
                    <a:pt x="188" y="326"/>
                  </a:lnTo>
                  <a:lnTo>
                    <a:pt x="188" y="324"/>
                  </a:lnTo>
                  <a:lnTo>
                    <a:pt x="186" y="320"/>
                  </a:lnTo>
                  <a:lnTo>
                    <a:pt x="182" y="316"/>
                  </a:lnTo>
                  <a:lnTo>
                    <a:pt x="180" y="314"/>
                  </a:lnTo>
                  <a:lnTo>
                    <a:pt x="178" y="308"/>
                  </a:lnTo>
                  <a:lnTo>
                    <a:pt x="178" y="304"/>
                  </a:lnTo>
                  <a:lnTo>
                    <a:pt x="180" y="302"/>
                  </a:lnTo>
                  <a:lnTo>
                    <a:pt x="162" y="302"/>
                  </a:lnTo>
                  <a:lnTo>
                    <a:pt x="162" y="300"/>
                  </a:lnTo>
                  <a:lnTo>
                    <a:pt x="160" y="296"/>
                  </a:lnTo>
                  <a:lnTo>
                    <a:pt x="158" y="290"/>
                  </a:lnTo>
                  <a:lnTo>
                    <a:pt x="158" y="286"/>
                  </a:lnTo>
                  <a:lnTo>
                    <a:pt x="162" y="280"/>
                  </a:lnTo>
                  <a:lnTo>
                    <a:pt x="160" y="274"/>
                  </a:lnTo>
                  <a:lnTo>
                    <a:pt x="158" y="268"/>
                  </a:lnTo>
                  <a:lnTo>
                    <a:pt x="156" y="264"/>
                  </a:lnTo>
                  <a:lnTo>
                    <a:pt x="154" y="262"/>
                  </a:lnTo>
                  <a:lnTo>
                    <a:pt x="152" y="262"/>
                  </a:lnTo>
                  <a:lnTo>
                    <a:pt x="148" y="264"/>
                  </a:lnTo>
                  <a:lnTo>
                    <a:pt x="144" y="262"/>
                  </a:lnTo>
                  <a:lnTo>
                    <a:pt x="140" y="262"/>
                  </a:lnTo>
                  <a:lnTo>
                    <a:pt x="134" y="260"/>
                  </a:lnTo>
                  <a:lnTo>
                    <a:pt x="132" y="256"/>
                  </a:lnTo>
                  <a:lnTo>
                    <a:pt x="128" y="254"/>
                  </a:lnTo>
                  <a:lnTo>
                    <a:pt x="126" y="252"/>
                  </a:lnTo>
                  <a:lnTo>
                    <a:pt x="120" y="248"/>
                  </a:lnTo>
                  <a:lnTo>
                    <a:pt x="116" y="244"/>
                  </a:lnTo>
                  <a:lnTo>
                    <a:pt x="114" y="242"/>
                  </a:lnTo>
                  <a:lnTo>
                    <a:pt x="112" y="244"/>
                  </a:lnTo>
                  <a:lnTo>
                    <a:pt x="110" y="244"/>
                  </a:lnTo>
                  <a:lnTo>
                    <a:pt x="104" y="242"/>
                  </a:lnTo>
                  <a:lnTo>
                    <a:pt x="100" y="240"/>
                  </a:lnTo>
                  <a:lnTo>
                    <a:pt x="98" y="236"/>
                  </a:lnTo>
                  <a:lnTo>
                    <a:pt x="98" y="232"/>
                  </a:lnTo>
                  <a:lnTo>
                    <a:pt x="100" y="228"/>
                  </a:lnTo>
                  <a:lnTo>
                    <a:pt x="102" y="224"/>
                  </a:lnTo>
                  <a:lnTo>
                    <a:pt x="100" y="220"/>
                  </a:lnTo>
                  <a:lnTo>
                    <a:pt x="94" y="220"/>
                  </a:lnTo>
                  <a:lnTo>
                    <a:pt x="88" y="222"/>
                  </a:lnTo>
                  <a:lnTo>
                    <a:pt x="82" y="224"/>
                  </a:lnTo>
                  <a:lnTo>
                    <a:pt x="78" y="226"/>
                  </a:lnTo>
                  <a:lnTo>
                    <a:pt x="74" y="232"/>
                  </a:lnTo>
                  <a:lnTo>
                    <a:pt x="70" y="238"/>
                  </a:lnTo>
                  <a:lnTo>
                    <a:pt x="66" y="238"/>
                  </a:lnTo>
                  <a:lnTo>
                    <a:pt x="64" y="240"/>
                  </a:lnTo>
                  <a:lnTo>
                    <a:pt x="64" y="242"/>
                  </a:lnTo>
                  <a:lnTo>
                    <a:pt x="64" y="244"/>
                  </a:lnTo>
                  <a:lnTo>
                    <a:pt x="62" y="244"/>
                  </a:lnTo>
                  <a:lnTo>
                    <a:pt x="58" y="246"/>
                  </a:lnTo>
                  <a:lnTo>
                    <a:pt x="56" y="244"/>
                  </a:lnTo>
                  <a:lnTo>
                    <a:pt x="54" y="244"/>
                  </a:lnTo>
                  <a:lnTo>
                    <a:pt x="52" y="244"/>
                  </a:lnTo>
                  <a:lnTo>
                    <a:pt x="38" y="240"/>
                  </a:lnTo>
                  <a:lnTo>
                    <a:pt x="40" y="206"/>
                  </a:lnTo>
                  <a:lnTo>
                    <a:pt x="40" y="204"/>
                  </a:lnTo>
                  <a:lnTo>
                    <a:pt x="40" y="202"/>
                  </a:lnTo>
                  <a:lnTo>
                    <a:pt x="40" y="204"/>
                  </a:lnTo>
                  <a:lnTo>
                    <a:pt x="30" y="208"/>
                  </a:lnTo>
                  <a:lnTo>
                    <a:pt x="20" y="208"/>
                  </a:lnTo>
                  <a:lnTo>
                    <a:pt x="18" y="208"/>
                  </a:lnTo>
                  <a:lnTo>
                    <a:pt x="18" y="204"/>
                  </a:lnTo>
                  <a:lnTo>
                    <a:pt x="16" y="202"/>
                  </a:lnTo>
                  <a:lnTo>
                    <a:pt x="14" y="200"/>
                  </a:lnTo>
                  <a:lnTo>
                    <a:pt x="12" y="198"/>
                  </a:lnTo>
                  <a:lnTo>
                    <a:pt x="10" y="196"/>
                  </a:lnTo>
                  <a:lnTo>
                    <a:pt x="6" y="192"/>
                  </a:lnTo>
                  <a:lnTo>
                    <a:pt x="4" y="190"/>
                  </a:lnTo>
                  <a:lnTo>
                    <a:pt x="4" y="184"/>
                  </a:lnTo>
                  <a:lnTo>
                    <a:pt x="4" y="182"/>
                  </a:lnTo>
                  <a:lnTo>
                    <a:pt x="4" y="180"/>
                  </a:lnTo>
                  <a:lnTo>
                    <a:pt x="2" y="176"/>
                  </a:lnTo>
                  <a:lnTo>
                    <a:pt x="0" y="170"/>
                  </a:lnTo>
                  <a:lnTo>
                    <a:pt x="2" y="170"/>
                  </a:lnTo>
                  <a:lnTo>
                    <a:pt x="4" y="170"/>
                  </a:lnTo>
                  <a:lnTo>
                    <a:pt x="6" y="170"/>
                  </a:lnTo>
                  <a:lnTo>
                    <a:pt x="6" y="164"/>
                  </a:lnTo>
                  <a:lnTo>
                    <a:pt x="8" y="162"/>
                  </a:lnTo>
                  <a:lnTo>
                    <a:pt x="10" y="158"/>
                  </a:lnTo>
                  <a:lnTo>
                    <a:pt x="12" y="152"/>
                  </a:lnTo>
                  <a:lnTo>
                    <a:pt x="12" y="148"/>
                  </a:lnTo>
                  <a:lnTo>
                    <a:pt x="16" y="144"/>
                  </a:lnTo>
                  <a:lnTo>
                    <a:pt x="22" y="140"/>
                  </a:lnTo>
                  <a:lnTo>
                    <a:pt x="26" y="138"/>
                  </a:lnTo>
                  <a:lnTo>
                    <a:pt x="32" y="136"/>
                  </a:lnTo>
                  <a:lnTo>
                    <a:pt x="40" y="134"/>
                  </a:lnTo>
                  <a:lnTo>
                    <a:pt x="42" y="134"/>
                  </a:lnTo>
                  <a:lnTo>
                    <a:pt x="44" y="132"/>
                  </a:lnTo>
                  <a:lnTo>
                    <a:pt x="44" y="130"/>
                  </a:lnTo>
                  <a:lnTo>
                    <a:pt x="56" y="98"/>
                  </a:lnTo>
                  <a:lnTo>
                    <a:pt x="58" y="94"/>
                  </a:lnTo>
                  <a:lnTo>
                    <a:pt x="56" y="90"/>
                  </a:lnTo>
                  <a:lnTo>
                    <a:pt x="52" y="86"/>
                  </a:lnTo>
                  <a:lnTo>
                    <a:pt x="50" y="86"/>
                  </a:lnTo>
                  <a:lnTo>
                    <a:pt x="50" y="82"/>
                  </a:lnTo>
                  <a:lnTo>
                    <a:pt x="58" y="80"/>
                  </a:lnTo>
                  <a:lnTo>
                    <a:pt x="58" y="76"/>
                  </a:lnTo>
                  <a:lnTo>
                    <a:pt x="56" y="74"/>
                  </a:lnTo>
                  <a:lnTo>
                    <a:pt x="52" y="74"/>
                  </a:lnTo>
                  <a:lnTo>
                    <a:pt x="52" y="68"/>
                  </a:lnTo>
                  <a:lnTo>
                    <a:pt x="58" y="66"/>
                  </a:lnTo>
                  <a:lnTo>
                    <a:pt x="74" y="64"/>
                  </a:lnTo>
                  <a:lnTo>
                    <a:pt x="74" y="60"/>
                  </a:lnTo>
                  <a:lnTo>
                    <a:pt x="76" y="62"/>
                  </a:lnTo>
                  <a:lnTo>
                    <a:pt x="80" y="60"/>
                  </a:lnTo>
                  <a:lnTo>
                    <a:pt x="82" y="56"/>
                  </a:lnTo>
                  <a:lnTo>
                    <a:pt x="86" y="56"/>
                  </a:lnTo>
                  <a:lnTo>
                    <a:pt x="88" y="62"/>
                  </a:lnTo>
                  <a:lnTo>
                    <a:pt x="90" y="62"/>
                  </a:lnTo>
                  <a:lnTo>
                    <a:pt x="96" y="66"/>
                  </a:lnTo>
                  <a:lnTo>
                    <a:pt x="100" y="64"/>
                  </a:lnTo>
                  <a:lnTo>
                    <a:pt x="104" y="62"/>
                  </a:lnTo>
                  <a:lnTo>
                    <a:pt x="106" y="62"/>
                  </a:lnTo>
                  <a:lnTo>
                    <a:pt x="108" y="60"/>
                  </a:lnTo>
                  <a:lnTo>
                    <a:pt x="108" y="58"/>
                  </a:lnTo>
                  <a:lnTo>
                    <a:pt x="110" y="58"/>
                  </a:lnTo>
                  <a:lnTo>
                    <a:pt x="114" y="56"/>
                  </a:lnTo>
                  <a:lnTo>
                    <a:pt x="116" y="54"/>
                  </a:lnTo>
                  <a:lnTo>
                    <a:pt x="118" y="54"/>
                  </a:lnTo>
                  <a:lnTo>
                    <a:pt x="120" y="50"/>
                  </a:lnTo>
                  <a:lnTo>
                    <a:pt x="120" y="48"/>
                  </a:lnTo>
                  <a:lnTo>
                    <a:pt x="122" y="48"/>
                  </a:lnTo>
                  <a:lnTo>
                    <a:pt x="126" y="46"/>
                  </a:lnTo>
                  <a:lnTo>
                    <a:pt x="126" y="44"/>
                  </a:lnTo>
                  <a:lnTo>
                    <a:pt x="124" y="42"/>
                  </a:lnTo>
                  <a:lnTo>
                    <a:pt x="122" y="42"/>
                  </a:lnTo>
                  <a:lnTo>
                    <a:pt x="118" y="44"/>
                  </a:lnTo>
                  <a:lnTo>
                    <a:pt x="114" y="44"/>
                  </a:lnTo>
                  <a:lnTo>
                    <a:pt x="112" y="42"/>
                  </a:lnTo>
                  <a:lnTo>
                    <a:pt x="110" y="38"/>
                  </a:lnTo>
                  <a:lnTo>
                    <a:pt x="110" y="34"/>
                  </a:lnTo>
                  <a:lnTo>
                    <a:pt x="112" y="30"/>
                  </a:lnTo>
                  <a:lnTo>
                    <a:pt x="108" y="24"/>
                  </a:lnTo>
                  <a:lnTo>
                    <a:pt x="106" y="20"/>
                  </a:lnTo>
                  <a:lnTo>
                    <a:pt x="106" y="18"/>
                  </a:lnTo>
                  <a:lnTo>
                    <a:pt x="106" y="16"/>
                  </a:lnTo>
                  <a:lnTo>
                    <a:pt x="104" y="16"/>
                  </a:lnTo>
                  <a:lnTo>
                    <a:pt x="108" y="14"/>
                  </a:lnTo>
                  <a:lnTo>
                    <a:pt x="112" y="16"/>
                  </a:lnTo>
                  <a:lnTo>
                    <a:pt x="116" y="18"/>
                  </a:lnTo>
                  <a:lnTo>
                    <a:pt x="118" y="18"/>
                  </a:lnTo>
                  <a:lnTo>
                    <a:pt x="122" y="20"/>
                  </a:lnTo>
                  <a:lnTo>
                    <a:pt x="126" y="22"/>
                  </a:lnTo>
                  <a:lnTo>
                    <a:pt x="130" y="22"/>
                  </a:lnTo>
                  <a:lnTo>
                    <a:pt x="128" y="20"/>
                  </a:lnTo>
                  <a:lnTo>
                    <a:pt x="128" y="18"/>
                  </a:lnTo>
                  <a:lnTo>
                    <a:pt x="130" y="16"/>
                  </a:lnTo>
                  <a:lnTo>
                    <a:pt x="132" y="16"/>
                  </a:lnTo>
                  <a:lnTo>
                    <a:pt x="138" y="18"/>
                  </a:lnTo>
                  <a:lnTo>
                    <a:pt x="142" y="16"/>
                  </a:lnTo>
                  <a:lnTo>
                    <a:pt x="144" y="14"/>
                  </a:lnTo>
                  <a:lnTo>
                    <a:pt x="146" y="14"/>
                  </a:lnTo>
                  <a:lnTo>
                    <a:pt x="146" y="12"/>
                  </a:lnTo>
                  <a:lnTo>
                    <a:pt x="148" y="10"/>
                  </a:lnTo>
                  <a:lnTo>
                    <a:pt x="154" y="8"/>
                  </a:lnTo>
                  <a:lnTo>
                    <a:pt x="156" y="4"/>
                  </a:lnTo>
                  <a:lnTo>
                    <a:pt x="154" y="0"/>
                  </a:lnTo>
                  <a:lnTo>
                    <a:pt x="158" y="2"/>
                  </a:lnTo>
                  <a:lnTo>
                    <a:pt x="164" y="2"/>
                  </a:lnTo>
                  <a:lnTo>
                    <a:pt x="166" y="4"/>
                  </a:lnTo>
                  <a:lnTo>
                    <a:pt x="166" y="6"/>
                  </a:lnTo>
                  <a:lnTo>
                    <a:pt x="162" y="10"/>
                  </a:lnTo>
                  <a:lnTo>
                    <a:pt x="168" y="12"/>
                  </a:lnTo>
                  <a:lnTo>
                    <a:pt x="170" y="12"/>
                  </a:lnTo>
                  <a:lnTo>
                    <a:pt x="168" y="14"/>
                  </a:lnTo>
                  <a:lnTo>
                    <a:pt x="168" y="16"/>
                  </a:lnTo>
                  <a:lnTo>
                    <a:pt x="168" y="18"/>
                  </a:lnTo>
                  <a:lnTo>
                    <a:pt x="170" y="20"/>
                  </a:lnTo>
                  <a:lnTo>
                    <a:pt x="168" y="22"/>
                  </a:lnTo>
                  <a:lnTo>
                    <a:pt x="162" y="26"/>
                  </a:lnTo>
                  <a:lnTo>
                    <a:pt x="162" y="34"/>
                  </a:lnTo>
                  <a:lnTo>
                    <a:pt x="162" y="44"/>
                  </a:lnTo>
                  <a:lnTo>
                    <a:pt x="162" y="46"/>
                  </a:lnTo>
                  <a:lnTo>
                    <a:pt x="162" y="48"/>
                  </a:lnTo>
                  <a:lnTo>
                    <a:pt x="164" y="52"/>
                  </a:lnTo>
                  <a:lnTo>
                    <a:pt x="168" y="54"/>
                  </a:lnTo>
                  <a:lnTo>
                    <a:pt x="170" y="56"/>
                  </a:lnTo>
                  <a:lnTo>
                    <a:pt x="172" y="58"/>
                  </a:lnTo>
                  <a:lnTo>
                    <a:pt x="174" y="60"/>
                  </a:lnTo>
                  <a:lnTo>
                    <a:pt x="178" y="58"/>
                  </a:lnTo>
                  <a:lnTo>
                    <a:pt x="178" y="56"/>
                  </a:lnTo>
                  <a:lnTo>
                    <a:pt x="180" y="56"/>
                  </a:lnTo>
                  <a:lnTo>
                    <a:pt x="182" y="56"/>
                  </a:lnTo>
                  <a:lnTo>
                    <a:pt x="182" y="54"/>
                  </a:lnTo>
                  <a:lnTo>
                    <a:pt x="182" y="52"/>
                  </a:lnTo>
                  <a:lnTo>
                    <a:pt x="184" y="52"/>
                  </a:lnTo>
                  <a:lnTo>
                    <a:pt x="186" y="50"/>
                  </a:lnTo>
                  <a:lnTo>
                    <a:pt x="188" y="50"/>
                  </a:lnTo>
                  <a:lnTo>
                    <a:pt x="192" y="50"/>
                  </a:lnTo>
                  <a:lnTo>
                    <a:pt x="194" y="50"/>
                  </a:lnTo>
                  <a:lnTo>
                    <a:pt x="198" y="50"/>
                  </a:lnTo>
                  <a:lnTo>
                    <a:pt x="206" y="52"/>
                  </a:lnTo>
                  <a:lnTo>
                    <a:pt x="210" y="48"/>
                  </a:lnTo>
                  <a:lnTo>
                    <a:pt x="206" y="44"/>
                  </a:lnTo>
                  <a:lnTo>
                    <a:pt x="208" y="38"/>
                  </a:lnTo>
                  <a:lnTo>
                    <a:pt x="214" y="40"/>
                  </a:lnTo>
                  <a:lnTo>
                    <a:pt x="218" y="38"/>
                  </a:lnTo>
                  <a:lnTo>
                    <a:pt x="220" y="42"/>
                  </a:lnTo>
                  <a:lnTo>
                    <a:pt x="226" y="42"/>
                  </a:lnTo>
                  <a:lnTo>
                    <a:pt x="226" y="44"/>
                  </a:lnTo>
                  <a:lnTo>
                    <a:pt x="228" y="48"/>
                  </a:lnTo>
                  <a:lnTo>
                    <a:pt x="232" y="48"/>
                  </a:lnTo>
                  <a:lnTo>
                    <a:pt x="234" y="48"/>
                  </a:lnTo>
                  <a:lnTo>
                    <a:pt x="236" y="46"/>
                  </a:lnTo>
                  <a:lnTo>
                    <a:pt x="242" y="44"/>
                  </a:lnTo>
                  <a:lnTo>
                    <a:pt x="246" y="48"/>
                  </a:lnTo>
                  <a:lnTo>
                    <a:pt x="250" y="44"/>
                  </a:lnTo>
                  <a:lnTo>
                    <a:pt x="254" y="38"/>
                  </a:lnTo>
                  <a:lnTo>
                    <a:pt x="254" y="26"/>
                  </a:lnTo>
                  <a:lnTo>
                    <a:pt x="258" y="18"/>
                  </a:lnTo>
                  <a:lnTo>
                    <a:pt x="260" y="14"/>
                  </a:lnTo>
                  <a:close/>
                  <a:moveTo>
                    <a:pt x="296" y="88"/>
                  </a:moveTo>
                  <a:lnTo>
                    <a:pt x="296" y="92"/>
                  </a:lnTo>
                  <a:lnTo>
                    <a:pt x="294" y="94"/>
                  </a:lnTo>
                  <a:lnTo>
                    <a:pt x="294" y="90"/>
                  </a:lnTo>
                  <a:lnTo>
                    <a:pt x="294" y="88"/>
                  </a:lnTo>
                  <a:lnTo>
                    <a:pt x="296" y="88"/>
                  </a:lnTo>
                  <a:close/>
                  <a:moveTo>
                    <a:pt x="294" y="94"/>
                  </a:moveTo>
                  <a:lnTo>
                    <a:pt x="294" y="96"/>
                  </a:lnTo>
                  <a:lnTo>
                    <a:pt x="290" y="98"/>
                  </a:lnTo>
                  <a:lnTo>
                    <a:pt x="290" y="100"/>
                  </a:lnTo>
                  <a:lnTo>
                    <a:pt x="286" y="100"/>
                  </a:lnTo>
                  <a:lnTo>
                    <a:pt x="288" y="98"/>
                  </a:lnTo>
                  <a:lnTo>
                    <a:pt x="294" y="94"/>
                  </a:lnTo>
                  <a:close/>
                  <a:moveTo>
                    <a:pt x="268" y="68"/>
                  </a:moveTo>
                  <a:lnTo>
                    <a:pt x="268" y="68"/>
                  </a:lnTo>
                  <a:lnTo>
                    <a:pt x="270" y="70"/>
                  </a:lnTo>
                  <a:lnTo>
                    <a:pt x="270" y="74"/>
                  </a:lnTo>
                  <a:lnTo>
                    <a:pt x="280" y="72"/>
                  </a:lnTo>
                  <a:lnTo>
                    <a:pt x="274" y="80"/>
                  </a:lnTo>
                  <a:lnTo>
                    <a:pt x="270" y="86"/>
                  </a:lnTo>
                  <a:lnTo>
                    <a:pt x="272" y="92"/>
                  </a:lnTo>
                  <a:lnTo>
                    <a:pt x="280" y="100"/>
                  </a:lnTo>
                  <a:lnTo>
                    <a:pt x="274" y="100"/>
                  </a:lnTo>
                  <a:lnTo>
                    <a:pt x="266" y="88"/>
                  </a:lnTo>
                  <a:lnTo>
                    <a:pt x="264" y="88"/>
                  </a:lnTo>
                  <a:lnTo>
                    <a:pt x="262" y="88"/>
                  </a:lnTo>
                  <a:lnTo>
                    <a:pt x="264" y="90"/>
                  </a:lnTo>
                  <a:lnTo>
                    <a:pt x="260" y="90"/>
                  </a:lnTo>
                  <a:lnTo>
                    <a:pt x="262" y="98"/>
                  </a:lnTo>
                  <a:lnTo>
                    <a:pt x="258" y="90"/>
                  </a:lnTo>
                  <a:lnTo>
                    <a:pt x="254" y="90"/>
                  </a:lnTo>
                  <a:lnTo>
                    <a:pt x="250" y="92"/>
                  </a:lnTo>
                  <a:lnTo>
                    <a:pt x="252" y="88"/>
                  </a:lnTo>
                  <a:lnTo>
                    <a:pt x="258" y="84"/>
                  </a:lnTo>
                  <a:lnTo>
                    <a:pt x="262" y="74"/>
                  </a:lnTo>
                  <a:lnTo>
                    <a:pt x="264" y="70"/>
                  </a:lnTo>
                  <a:lnTo>
                    <a:pt x="268" y="68"/>
                  </a:lnTo>
                  <a:close/>
                  <a:moveTo>
                    <a:pt x="274" y="60"/>
                  </a:moveTo>
                  <a:lnTo>
                    <a:pt x="274" y="60"/>
                  </a:lnTo>
                  <a:lnTo>
                    <a:pt x="276" y="62"/>
                  </a:lnTo>
                  <a:lnTo>
                    <a:pt x="272" y="64"/>
                  </a:lnTo>
                  <a:lnTo>
                    <a:pt x="272" y="60"/>
                  </a:lnTo>
                  <a:lnTo>
                    <a:pt x="274" y="6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7" name="Google Shape;427;p60"/>
            <p:cNvSpPr/>
            <p:nvPr/>
          </p:nvSpPr>
          <p:spPr>
            <a:xfrm>
              <a:off x="8084308" y="4906189"/>
              <a:ext cx="184558" cy="186385"/>
            </a:xfrm>
            <a:custGeom>
              <a:rect b="b" l="l" r="r" t="t"/>
              <a:pathLst>
                <a:path extrusionOk="0" h="132" w="112">
                  <a:moveTo>
                    <a:pt x="0" y="108"/>
                  </a:moveTo>
                  <a:lnTo>
                    <a:pt x="0" y="108"/>
                  </a:lnTo>
                  <a:lnTo>
                    <a:pt x="4" y="110"/>
                  </a:lnTo>
                  <a:lnTo>
                    <a:pt x="6" y="112"/>
                  </a:lnTo>
                  <a:lnTo>
                    <a:pt x="8" y="116"/>
                  </a:lnTo>
                  <a:lnTo>
                    <a:pt x="10" y="122"/>
                  </a:lnTo>
                  <a:lnTo>
                    <a:pt x="10" y="126"/>
                  </a:lnTo>
                  <a:lnTo>
                    <a:pt x="10" y="130"/>
                  </a:lnTo>
                  <a:lnTo>
                    <a:pt x="10" y="132"/>
                  </a:lnTo>
                  <a:lnTo>
                    <a:pt x="12" y="132"/>
                  </a:lnTo>
                  <a:lnTo>
                    <a:pt x="14" y="132"/>
                  </a:lnTo>
                  <a:lnTo>
                    <a:pt x="18" y="130"/>
                  </a:lnTo>
                  <a:lnTo>
                    <a:pt x="24" y="128"/>
                  </a:lnTo>
                  <a:lnTo>
                    <a:pt x="28" y="126"/>
                  </a:lnTo>
                  <a:lnTo>
                    <a:pt x="34" y="122"/>
                  </a:lnTo>
                  <a:lnTo>
                    <a:pt x="38" y="120"/>
                  </a:lnTo>
                  <a:lnTo>
                    <a:pt x="40" y="116"/>
                  </a:lnTo>
                  <a:lnTo>
                    <a:pt x="40" y="114"/>
                  </a:lnTo>
                  <a:lnTo>
                    <a:pt x="44" y="110"/>
                  </a:lnTo>
                  <a:lnTo>
                    <a:pt x="46" y="110"/>
                  </a:lnTo>
                  <a:lnTo>
                    <a:pt x="48" y="112"/>
                  </a:lnTo>
                  <a:lnTo>
                    <a:pt x="50" y="112"/>
                  </a:lnTo>
                  <a:lnTo>
                    <a:pt x="52" y="112"/>
                  </a:lnTo>
                  <a:lnTo>
                    <a:pt x="54" y="112"/>
                  </a:lnTo>
                  <a:lnTo>
                    <a:pt x="56" y="112"/>
                  </a:lnTo>
                  <a:lnTo>
                    <a:pt x="58" y="114"/>
                  </a:lnTo>
                  <a:lnTo>
                    <a:pt x="60" y="114"/>
                  </a:lnTo>
                  <a:lnTo>
                    <a:pt x="64" y="114"/>
                  </a:lnTo>
                  <a:lnTo>
                    <a:pt x="68" y="116"/>
                  </a:lnTo>
                  <a:lnTo>
                    <a:pt x="70" y="114"/>
                  </a:lnTo>
                  <a:lnTo>
                    <a:pt x="70" y="98"/>
                  </a:lnTo>
                  <a:lnTo>
                    <a:pt x="72" y="96"/>
                  </a:lnTo>
                  <a:lnTo>
                    <a:pt x="76" y="94"/>
                  </a:lnTo>
                  <a:lnTo>
                    <a:pt x="78" y="92"/>
                  </a:lnTo>
                  <a:lnTo>
                    <a:pt x="78" y="90"/>
                  </a:lnTo>
                  <a:lnTo>
                    <a:pt x="80" y="86"/>
                  </a:lnTo>
                  <a:lnTo>
                    <a:pt x="82" y="84"/>
                  </a:lnTo>
                  <a:lnTo>
                    <a:pt x="84" y="82"/>
                  </a:lnTo>
                  <a:lnTo>
                    <a:pt x="86" y="78"/>
                  </a:lnTo>
                  <a:lnTo>
                    <a:pt x="88" y="76"/>
                  </a:lnTo>
                  <a:lnTo>
                    <a:pt x="90" y="74"/>
                  </a:lnTo>
                  <a:lnTo>
                    <a:pt x="96" y="72"/>
                  </a:lnTo>
                  <a:lnTo>
                    <a:pt x="102" y="70"/>
                  </a:lnTo>
                  <a:lnTo>
                    <a:pt x="102" y="68"/>
                  </a:lnTo>
                  <a:lnTo>
                    <a:pt x="104" y="68"/>
                  </a:lnTo>
                  <a:lnTo>
                    <a:pt x="106" y="68"/>
                  </a:lnTo>
                  <a:lnTo>
                    <a:pt x="108" y="66"/>
                  </a:lnTo>
                  <a:lnTo>
                    <a:pt x="112" y="64"/>
                  </a:lnTo>
                  <a:lnTo>
                    <a:pt x="112" y="62"/>
                  </a:lnTo>
                  <a:lnTo>
                    <a:pt x="110" y="62"/>
                  </a:lnTo>
                  <a:lnTo>
                    <a:pt x="108" y="58"/>
                  </a:lnTo>
                  <a:lnTo>
                    <a:pt x="106" y="58"/>
                  </a:lnTo>
                  <a:lnTo>
                    <a:pt x="104" y="58"/>
                  </a:lnTo>
                  <a:lnTo>
                    <a:pt x="102" y="58"/>
                  </a:lnTo>
                  <a:lnTo>
                    <a:pt x="100" y="56"/>
                  </a:lnTo>
                  <a:lnTo>
                    <a:pt x="98" y="54"/>
                  </a:lnTo>
                  <a:lnTo>
                    <a:pt x="98" y="48"/>
                  </a:lnTo>
                  <a:lnTo>
                    <a:pt x="100" y="46"/>
                  </a:lnTo>
                  <a:lnTo>
                    <a:pt x="100" y="44"/>
                  </a:lnTo>
                  <a:lnTo>
                    <a:pt x="98" y="44"/>
                  </a:lnTo>
                  <a:lnTo>
                    <a:pt x="96" y="42"/>
                  </a:lnTo>
                  <a:lnTo>
                    <a:pt x="94" y="40"/>
                  </a:lnTo>
                  <a:lnTo>
                    <a:pt x="92" y="38"/>
                  </a:lnTo>
                  <a:lnTo>
                    <a:pt x="92" y="32"/>
                  </a:lnTo>
                  <a:lnTo>
                    <a:pt x="88" y="30"/>
                  </a:lnTo>
                  <a:lnTo>
                    <a:pt x="84" y="26"/>
                  </a:lnTo>
                  <a:lnTo>
                    <a:pt x="82" y="28"/>
                  </a:lnTo>
                  <a:lnTo>
                    <a:pt x="80" y="28"/>
                  </a:lnTo>
                  <a:lnTo>
                    <a:pt x="78" y="26"/>
                  </a:lnTo>
                  <a:lnTo>
                    <a:pt x="78" y="24"/>
                  </a:lnTo>
                  <a:lnTo>
                    <a:pt x="76" y="24"/>
                  </a:lnTo>
                  <a:lnTo>
                    <a:pt x="72" y="18"/>
                  </a:lnTo>
                  <a:lnTo>
                    <a:pt x="70" y="14"/>
                  </a:lnTo>
                  <a:lnTo>
                    <a:pt x="70" y="12"/>
                  </a:lnTo>
                  <a:lnTo>
                    <a:pt x="68" y="10"/>
                  </a:lnTo>
                  <a:lnTo>
                    <a:pt x="68" y="8"/>
                  </a:lnTo>
                  <a:lnTo>
                    <a:pt x="66" y="8"/>
                  </a:lnTo>
                  <a:lnTo>
                    <a:pt x="64" y="4"/>
                  </a:lnTo>
                  <a:lnTo>
                    <a:pt x="64" y="0"/>
                  </a:lnTo>
                  <a:lnTo>
                    <a:pt x="62" y="0"/>
                  </a:lnTo>
                  <a:lnTo>
                    <a:pt x="60" y="2"/>
                  </a:lnTo>
                  <a:lnTo>
                    <a:pt x="58" y="4"/>
                  </a:lnTo>
                  <a:lnTo>
                    <a:pt x="58" y="6"/>
                  </a:lnTo>
                  <a:lnTo>
                    <a:pt x="56" y="4"/>
                  </a:lnTo>
                  <a:lnTo>
                    <a:pt x="54" y="4"/>
                  </a:lnTo>
                  <a:lnTo>
                    <a:pt x="52" y="4"/>
                  </a:lnTo>
                  <a:lnTo>
                    <a:pt x="52" y="6"/>
                  </a:lnTo>
                  <a:lnTo>
                    <a:pt x="50" y="8"/>
                  </a:lnTo>
                  <a:lnTo>
                    <a:pt x="48" y="6"/>
                  </a:lnTo>
                  <a:lnTo>
                    <a:pt x="22" y="10"/>
                  </a:lnTo>
                  <a:lnTo>
                    <a:pt x="14" y="10"/>
                  </a:lnTo>
                  <a:lnTo>
                    <a:pt x="14" y="56"/>
                  </a:lnTo>
                  <a:lnTo>
                    <a:pt x="2" y="56"/>
                  </a:lnTo>
                  <a:lnTo>
                    <a:pt x="0" y="10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8" name="Google Shape;428;p60"/>
            <p:cNvSpPr/>
            <p:nvPr/>
          </p:nvSpPr>
          <p:spPr>
            <a:xfrm>
              <a:off x="8015098" y="3612244"/>
              <a:ext cx="75501" cy="60934"/>
            </a:xfrm>
            <a:custGeom>
              <a:rect b="b" l="l" r="r" t="t"/>
              <a:pathLst>
                <a:path extrusionOk="0" h="44" w="46">
                  <a:moveTo>
                    <a:pt x="32" y="44"/>
                  </a:moveTo>
                  <a:lnTo>
                    <a:pt x="32" y="44"/>
                  </a:lnTo>
                  <a:lnTo>
                    <a:pt x="32" y="42"/>
                  </a:lnTo>
                  <a:lnTo>
                    <a:pt x="32" y="40"/>
                  </a:lnTo>
                  <a:lnTo>
                    <a:pt x="32" y="36"/>
                  </a:lnTo>
                  <a:lnTo>
                    <a:pt x="32" y="34"/>
                  </a:lnTo>
                  <a:lnTo>
                    <a:pt x="38" y="32"/>
                  </a:lnTo>
                  <a:lnTo>
                    <a:pt x="40" y="28"/>
                  </a:lnTo>
                  <a:lnTo>
                    <a:pt x="44" y="28"/>
                  </a:lnTo>
                  <a:lnTo>
                    <a:pt x="46" y="26"/>
                  </a:lnTo>
                  <a:lnTo>
                    <a:pt x="44" y="24"/>
                  </a:lnTo>
                  <a:lnTo>
                    <a:pt x="42" y="22"/>
                  </a:lnTo>
                  <a:lnTo>
                    <a:pt x="40" y="22"/>
                  </a:lnTo>
                  <a:lnTo>
                    <a:pt x="40" y="20"/>
                  </a:lnTo>
                  <a:lnTo>
                    <a:pt x="42" y="20"/>
                  </a:lnTo>
                  <a:lnTo>
                    <a:pt x="44" y="18"/>
                  </a:lnTo>
                  <a:lnTo>
                    <a:pt x="44" y="16"/>
                  </a:lnTo>
                  <a:lnTo>
                    <a:pt x="42" y="12"/>
                  </a:lnTo>
                  <a:lnTo>
                    <a:pt x="42" y="8"/>
                  </a:lnTo>
                  <a:lnTo>
                    <a:pt x="36" y="10"/>
                  </a:lnTo>
                  <a:lnTo>
                    <a:pt x="34" y="8"/>
                  </a:lnTo>
                  <a:lnTo>
                    <a:pt x="32" y="8"/>
                  </a:lnTo>
                  <a:lnTo>
                    <a:pt x="30" y="6"/>
                  </a:lnTo>
                  <a:lnTo>
                    <a:pt x="24" y="2"/>
                  </a:lnTo>
                  <a:lnTo>
                    <a:pt x="22" y="2"/>
                  </a:lnTo>
                  <a:lnTo>
                    <a:pt x="18" y="4"/>
                  </a:lnTo>
                  <a:lnTo>
                    <a:pt x="16" y="6"/>
                  </a:lnTo>
                  <a:lnTo>
                    <a:pt x="14" y="4"/>
                  </a:lnTo>
                  <a:lnTo>
                    <a:pt x="12" y="2"/>
                  </a:lnTo>
                  <a:lnTo>
                    <a:pt x="10" y="2"/>
                  </a:lnTo>
                  <a:lnTo>
                    <a:pt x="8" y="2"/>
                  </a:lnTo>
                  <a:lnTo>
                    <a:pt x="8" y="4"/>
                  </a:lnTo>
                  <a:lnTo>
                    <a:pt x="6" y="2"/>
                  </a:lnTo>
                  <a:lnTo>
                    <a:pt x="4" y="0"/>
                  </a:lnTo>
                  <a:lnTo>
                    <a:pt x="2" y="0"/>
                  </a:lnTo>
                  <a:lnTo>
                    <a:pt x="0" y="2"/>
                  </a:lnTo>
                  <a:lnTo>
                    <a:pt x="0" y="6"/>
                  </a:lnTo>
                  <a:lnTo>
                    <a:pt x="4" y="8"/>
                  </a:lnTo>
                  <a:lnTo>
                    <a:pt x="6" y="16"/>
                  </a:lnTo>
                  <a:lnTo>
                    <a:pt x="6" y="18"/>
                  </a:lnTo>
                  <a:lnTo>
                    <a:pt x="12" y="26"/>
                  </a:lnTo>
                  <a:lnTo>
                    <a:pt x="18" y="30"/>
                  </a:lnTo>
                  <a:lnTo>
                    <a:pt x="20" y="34"/>
                  </a:lnTo>
                  <a:lnTo>
                    <a:pt x="22" y="36"/>
                  </a:lnTo>
                  <a:lnTo>
                    <a:pt x="22" y="38"/>
                  </a:lnTo>
                  <a:lnTo>
                    <a:pt x="24" y="38"/>
                  </a:lnTo>
                  <a:lnTo>
                    <a:pt x="26" y="38"/>
                  </a:lnTo>
                  <a:lnTo>
                    <a:pt x="30" y="42"/>
                  </a:lnTo>
                  <a:lnTo>
                    <a:pt x="32" y="4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29" name="Google Shape;429;p60"/>
            <p:cNvSpPr/>
            <p:nvPr/>
          </p:nvSpPr>
          <p:spPr>
            <a:xfrm>
              <a:off x="6412799" y="4759231"/>
              <a:ext cx="224406" cy="240150"/>
            </a:xfrm>
            <a:custGeom>
              <a:rect b="b" l="l" r="r" t="t"/>
              <a:pathLst>
                <a:path extrusionOk="0" h="170" w="136">
                  <a:moveTo>
                    <a:pt x="6" y="72"/>
                  </a:moveTo>
                  <a:lnTo>
                    <a:pt x="10" y="76"/>
                  </a:lnTo>
                  <a:lnTo>
                    <a:pt x="14" y="80"/>
                  </a:lnTo>
                  <a:lnTo>
                    <a:pt x="8" y="78"/>
                  </a:lnTo>
                  <a:lnTo>
                    <a:pt x="8" y="80"/>
                  </a:lnTo>
                  <a:lnTo>
                    <a:pt x="8" y="84"/>
                  </a:lnTo>
                  <a:lnTo>
                    <a:pt x="2" y="94"/>
                  </a:lnTo>
                  <a:lnTo>
                    <a:pt x="4" y="100"/>
                  </a:lnTo>
                  <a:lnTo>
                    <a:pt x="6" y="106"/>
                  </a:lnTo>
                  <a:lnTo>
                    <a:pt x="8" y="114"/>
                  </a:lnTo>
                  <a:lnTo>
                    <a:pt x="12" y="118"/>
                  </a:lnTo>
                  <a:lnTo>
                    <a:pt x="14" y="120"/>
                  </a:lnTo>
                  <a:lnTo>
                    <a:pt x="18" y="130"/>
                  </a:lnTo>
                  <a:lnTo>
                    <a:pt x="18" y="136"/>
                  </a:lnTo>
                  <a:lnTo>
                    <a:pt x="20" y="142"/>
                  </a:lnTo>
                  <a:lnTo>
                    <a:pt x="22" y="148"/>
                  </a:lnTo>
                  <a:lnTo>
                    <a:pt x="22" y="154"/>
                  </a:lnTo>
                  <a:lnTo>
                    <a:pt x="22" y="164"/>
                  </a:lnTo>
                  <a:lnTo>
                    <a:pt x="30" y="166"/>
                  </a:lnTo>
                  <a:lnTo>
                    <a:pt x="38" y="160"/>
                  </a:lnTo>
                  <a:lnTo>
                    <a:pt x="42" y="160"/>
                  </a:lnTo>
                  <a:lnTo>
                    <a:pt x="48" y="162"/>
                  </a:lnTo>
                  <a:lnTo>
                    <a:pt x="56" y="162"/>
                  </a:lnTo>
                  <a:lnTo>
                    <a:pt x="60" y="168"/>
                  </a:lnTo>
                  <a:lnTo>
                    <a:pt x="60" y="170"/>
                  </a:lnTo>
                  <a:lnTo>
                    <a:pt x="64" y="164"/>
                  </a:lnTo>
                  <a:lnTo>
                    <a:pt x="66" y="160"/>
                  </a:lnTo>
                  <a:lnTo>
                    <a:pt x="68" y="162"/>
                  </a:lnTo>
                  <a:lnTo>
                    <a:pt x="84" y="162"/>
                  </a:lnTo>
                  <a:lnTo>
                    <a:pt x="92" y="146"/>
                  </a:lnTo>
                  <a:lnTo>
                    <a:pt x="92" y="142"/>
                  </a:lnTo>
                  <a:lnTo>
                    <a:pt x="94" y="138"/>
                  </a:lnTo>
                  <a:lnTo>
                    <a:pt x="96" y="134"/>
                  </a:lnTo>
                  <a:lnTo>
                    <a:pt x="98" y="128"/>
                  </a:lnTo>
                  <a:lnTo>
                    <a:pt x="102" y="124"/>
                  </a:lnTo>
                  <a:lnTo>
                    <a:pt x="116" y="122"/>
                  </a:lnTo>
                  <a:lnTo>
                    <a:pt x="126" y="124"/>
                  </a:lnTo>
                  <a:lnTo>
                    <a:pt x="132" y="130"/>
                  </a:lnTo>
                  <a:lnTo>
                    <a:pt x="136" y="128"/>
                  </a:lnTo>
                  <a:lnTo>
                    <a:pt x="132" y="126"/>
                  </a:lnTo>
                  <a:lnTo>
                    <a:pt x="134" y="120"/>
                  </a:lnTo>
                  <a:lnTo>
                    <a:pt x="136" y="110"/>
                  </a:lnTo>
                  <a:lnTo>
                    <a:pt x="136" y="106"/>
                  </a:lnTo>
                  <a:lnTo>
                    <a:pt x="136" y="104"/>
                  </a:lnTo>
                  <a:lnTo>
                    <a:pt x="134" y="100"/>
                  </a:lnTo>
                  <a:lnTo>
                    <a:pt x="130" y="96"/>
                  </a:lnTo>
                  <a:lnTo>
                    <a:pt x="128" y="94"/>
                  </a:lnTo>
                  <a:lnTo>
                    <a:pt x="126" y="88"/>
                  </a:lnTo>
                  <a:lnTo>
                    <a:pt x="126" y="84"/>
                  </a:lnTo>
                  <a:lnTo>
                    <a:pt x="128" y="82"/>
                  </a:lnTo>
                  <a:lnTo>
                    <a:pt x="110" y="82"/>
                  </a:lnTo>
                  <a:lnTo>
                    <a:pt x="110" y="80"/>
                  </a:lnTo>
                  <a:lnTo>
                    <a:pt x="108" y="76"/>
                  </a:lnTo>
                  <a:lnTo>
                    <a:pt x="106" y="70"/>
                  </a:lnTo>
                  <a:lnTo>
                    <a:pt x="106" y="66"/>
                  </a:lnTo>
                  <a:lnTo>
                    <a:pt x="110" y="60"/>
                  </a:lnTo>
                  <a:lnTo>
                    <a:pt x="108" y="54"/>
                  </a:lnTo>
                  <a:lnTo>
                    <a:pt x="106" y="48"/>
                  </a:lnTo>
                  <a:lnTo>
                    <a:pt x="104" y="44"/>
                  </a:lnTo>
                  <a:lnTo>
                    <a:pt x="102" y="42"/>
                  </a:lnTo>
                  <a:lnTo>
                    <a:pt x="100" y="42"/>
                  </a:lnTo>
                  <a:lnTo>
                    <a:pt x="96" y="44"/>
                  </a:lnTo>
                  <a:lnTo>
                    <a:pt x="92" y="42"/>
                  </a:lnTo>
                  <a:lnTo>
                    <a:pt x="88" y="42"/>
                  </a:lnTo>
                  <a:lnTo>
                    <a:pt x="82" y="40"/>
                  </a:lnTo>
                  <a:lnTo>
                    <a:pt x="80" y="36"/>
                  </a:lnTo>
                  <a:lnTo>
                    <a:pt x="76" y="34"/>
                  </a:lnTo>
                  <a:lnTo>
                    <a:pt x="74" y="32"/>
                  </a:lnTo>
                  <a:lnTo>
                    <a:pt x="68" y="28"/>
                  </a:lnTo>
                  <a:lnTo>
                    <a:pt x="64" y="24"/>
                  </a:lnTo>
                  <a:lnTo>
                    <a:pt x="62" y="22"/>
                  </a:lnTo>
                  <a:lnTo>
                    <a:pt x="60" y="24"/>
                  </a:lnTo>
                  <a:lnTo>
                    <a:pt x="58" y="24"/>
                  </a:lnTo>
                  <a:lnTo>
                    <a:pt x="52" y="22"/>
                  </a:lnTo>
                  <a:lnTo>
                    <a:pt x="48" y="20"/>
                  </a:lnTo>
                  <a:lnTo>
                    <a:pt x="46" y="16"/>
                  </a:lnTo>
                  <a:lnTo>
                    <a:pt x="46" y="12"/>
                  </a:lnTo>
                  <a:lnTo>
                    <a:pt x="48" y="8"/>
                  </a:lnTo>
                  <a:lnTo>
                    <a:pt x="50" y="4"/>
                  </a:lnTo>
                  <a:lnTo>
                    <a:pt x="48" y="0"/>
                  </a:lnTo>
                  <a:lnTo>
                    <a:pt x="42" y="0"/>
                  </a:lnTo>
                  <a:lnTo>
                    <a:pt x="36" y="2"/>
                  </a:lnTo>
                  <a:lnTo>
                    <a:pt x="30" y="4"/>
                  </a:lnTo>
                  <a:lnTo>
                    <a:pt x="26" y="6"/>
                  </a:lnTo>
                  <a:lnTo>
                    <a:pt x="22" y="12"/>
                  </a:lnTo>
                  <a:lnTo>
                    <a:pt x="18" y="18"/>
                  </a:lnTo>
                  <a:lnTo>
                    <a:pt x="14" y="18"/>
                  </a:lnTo>
                  <a:lnTo>
                    <a:pt x="12" y="20"/>
                  </a:lnTo>
                  <a:lnTo>
                    <a:pt x="12" y="22"/>
                  </a:lnTo>
                  <a:lnTo>
                    <a:pt x="12" y="24"/>
                  </a:lnTo>
                  <a:lnTo>
                    <a:pt x="10" y="24"/>
                  </a:lnTo>
                  <a:lnTo>
                    <a:pt x="6" y="26"/>
                  </a:lnTo>
                  <a:lnTo>
                    <a:pt x="4" y="24"/>
                  </a:lnTo>
                  <a:lnTo>
                    <a:pt x="2" y="24"/>
                  </a:lnTo>
                  <a:lnTo>
                    <a:pt x="0" y="24"/>
                  </a:lnTo>
                  <a:lnTo>
                    <a:pt x="6" y="38"/>
                  </a:lnTo>
                  <a:lnTo>
                    <a:pt x="4" y="48"/>
                  </a:lnTo>
                  <a:lnTo>
                    <a:pt x="2" y="50"/>
                  </a:lnTo>
                  <a:lnTo>
                    <a:pt x="2" y="56"/>
                  </a:lnTo>
                  <a:lnTo>
                    <a:pt x="6" y="64"/>
                  </a:lnTo>
                  <a:lnTo>
                    <a:pt x="4" y="66"/>
                  </a:lnTo>
                  <a:lnTo>
                    <a:pt x="4" y="68"/>
                  </a:lnTo>
                  <a:lnTo>
                    <a:pt x="6" y="72"/>
                  </a:lnTo>
                  <a:close/>
                  <a:moveTo>
                    <a:pt x="32" y="116"/>
                  </a:moveTo>
                  <a:lnTo>
                    <a:pt x="32" y="116"/>
                  </a:lnTo>
                  <a:lnTo>
                    <a:pt x="34" y="120"/>
                  </a:lnTo>
                  <a:lnTo>
                    <a:pt x="34" y="124"/>
                  </a:lnTo>
                  <a:lnTo>
                    <a:pt x="32" y="122"/>
                  </a:lnTo>
                  <a:lnTo>
                    <a:pt x="30" y="118"/>
                  </a:lnTo>
                  <a:lnTo>
                    <a:pt x="30" y="116"/>
                  </a:lnTo>
                  <a:lnTo>
                    <a:pt x="32" y="11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0" name="Google Shape;430;p60"/>
            <p:cNvSpPr/>
            <p:nvPr/>
          </p:nvSpPr>
          <p:spPr>
            <a:xfrm>
              <a:off x="9386701" y="3983223"/>
              <a:ext cx="60820" cy="28675"/>
            </a:xfrm>
            <a:custGeom>
              <a:rect b="b" l="l" r="r" t="t"/>
              <a:pathLst>
                <a:path extrusionOk="0" h="20" w="36">
                  <a:moveTo>
                    <a:pt x="2" y="10"/>
                  </a:moveTo>
                  <a:lnTo>
                    <a:pt x="0" y="14"/>
                  </a:lnTo>
                  <a:lnTo>
                    <a:pt x="6" y="20"/>
                  </a:lnTo>
                  <a:lnTo>
                    <a:pt x="10" y="18"/>
                  </a:lnTo>
                  <a:lnTo>
                    <a:pt x="16" y="18"/>
                  </a:lnTo>
                  <a:lnTo>
                    <a:pt x="22" y="20"/>
                  </a:lnTo>
                  <a:lnTo>
                    <a:pt x="32" y="18"/>
                  </a:lnTo>
                  <a:lnTo>
                    <a:pt x="36" y="18"/>
                  </a:lnTo>
                  <a:lnTo>
                    <a:pt x="36" y="12"/>
                  </a:lnTo>
                  <a:lnTo>
                    <a:pt x="34" y="4"/>
                  </a:lnTo>
                  <a:lnTo>
                    <a:pt x="26" y="2"/>
                  </a:lnTo>
                  <a:lnTo>
                    <a:pt x="20" y="2"/>
                  </a:lnTo>
                  <a:lnTo>
                    <a:pt x="14" y="0"/>
                  </a:lnTo>
                  <a:lnTo>
                    <a:pt x="8" y="2"/>
                  </a:lnTo>
                  <a:lnTo>
                    <a:pt x="6" y="4"/>
                  </a:lnTo>
                  <a:lnTo>
                    <a:pt x="2" y="1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1" name="Google Shape;431;p60"/>
            <p:cNvSpPr/>
            <p:nvPr/>
          </p:nvSpPr>
          <p:spPr>
            <a:xfrm>
              <a:off x="7736164" y="4293268"/>
              <a:ext cx="52431" cy="132620"/>
            </a:xfrm>
            <a:custGeom>
              <a:rect b="b" l="l" r="r" t="t"/>
              <a:pathLst>
                <a:path extrusionOk="0" h="94" w="32">
                  <a:moveTo>
                    <a:pt x="12" y="94"/>
                  </a:moveTo>
                  <a:lnTo>
                    <a:pt x="12" y="94"/>
                  </a:lnTo>
                  <a:lnTo>
                    <a:pt x="22" y="90"/>
                  </a:lnTo>
                  <a:lnTo>
                    <a:pt x="22" y="80"/>
                  </a:lnTo>
                  <a:lnTo>
                    <a:pt x="22" y="76"/>
                  </a:lnTo>
                  <a:lnTo>
                    <a:pt x="22" y="72"/>
                  </a:lnTo>
                  <a:lnTo>
                    <a:pt x="20" y="70"/>
                  </a:lnTo>
                  <a:lnTo>
                    <a:pt x="22" y="64"/>
                  </a:lnTo>
                  <a:lnTo>
                    <a:pt x="22" y="60"/>
                  </a:lnTo>
                  <a:lnTo>
                    <a:pt x="22" y="58"/>
                  </a:lnTo>
                  <a:lnTo>
                    <a:pt x="22" y="54"/>
                  </a:lnTo>
                  <a:lnTo>
                    <a:pt x="22" y="52"/>
                  </a:lnTo>
                  <a:lnTo>
                    <a:pt x="24" y="54"/>
                  </a:lnTo>
                  <a:lnTo>
                    <a:pt x="26" y="52"/>
                  </a:lnTo>
                  <a:lnTo>
                    <a:pt x="26" y="50"/>
                  </a:lnTo>
                  <a:lnTo>
                    <a:pt x="24" y="46"/>
                  </a:lnTo>
                  <a:lnTo>
                    <a:pt x="26" y="44"/>
                  </a:lnTo>
                  <a:lnTo>
                    <a:pt x="28" y="40"/>
                  </a:lnTo>
                  <a:lnTo>
                    <a:pt x="28" y="36"/>
                  </a:lnTo>
                  <a:lnTo>
                    <a:pt x="28" y="34"/>
                  </a:lnTo>
                  <a:lnTo>
                    <a:pt x="30" y="32"/>
                  </a:lnTo>
                  <a:lnTo>
                    <a:pt x="32" y="32"/>
                  </a:lnTo>
                  <a:lnTo>
                    <a:pt x="30" y="30"/>
                  </a:lnTo>
                  <a:lnTo>
                    <a:pt x="30" y="28"/>
                  </a:lnTo>
                  <a:lnTo>
                    <a:pt x="30" y="26"/>
                  </a:lnTo>
                  <a:lnTo>
                    <a:pt x="32" y="22"/>
                  </a:lnTo>
                  <a:lnTo>
                    <a:pt x="30" y="20"/>
                  </a:lnTo>
                  <a:lnTo>
                    <a:pt x="28" y="18"/>
                  </a:lnTo>
                  <a:lnTo>
                    <a:pt x="28" y="14"/>
                  </a:lnTo>
                  <a:lnTo>
                    <a:pt x="28" y="10"/>
                  </a:lnTo>
                  <a:lnTo>
                    <a:pt x="28" y="8"/>
                  </a:lnTo>
                  <a:lnTo>
                    <a:pt x="22" y="6"/>
                  </a:lnTo>
                  <a:lnTo>
                    <a:pt x="22" y="4"/>
                  </a:lnTo>
                  <a:lnTo>
                    <a:pt x="20" y="2"/>
                  </a:lnTo>
                  <a:lnTo>
                    <a:pt x="16" y="0"/>
                  </a:lnTo>
                  <a:lnTo>
                    <a:pt x="10" y="6"/>
                  </a:lnTo>
                  <a:lnTo>
                    <a:pt x="10" y="8"/>
                  </a:lnTo>
                  <a:lnTo>
                    <a:pt x="10" y="10"/>
                  </a:lnTo>
                  <a:lnTo>
                    <a:pt x="6" y="12"/>
                  </a:lnTo>
                  <a:lnTo>
                    <a:pt x="4" y="14"/>
                  </a:lnTo>
                  <a:lnTo>
                    <a:pt x="4" y="16"/>
                  </a:lnTo>
                  <a:lnTo>
                    <a:pt x="0" y="16"/>
                  </a:lnTo>
                  <a:lnTo>
                    <a:pt x="0" y="28"/>
                  </a:lnTo>
                  <a:lnTo>
                    <a:pt x="8" y="30"/>
                  </a:lnTo>
                  <a:lnTo>
                    <a:pt x="8" y="32"/>
                  </a:lnTo>
                  <a:lnTo>
                    <a:pt x="8" y="38"/>
                  </a:lnTo>
                  <a:lnTo>
                    <a:pt x="8" y="42"/>
                  </a:lnTo>
                  <a:lnTo>
                    <a:pt x="10" y="44"/>
                  </a:lnTo>
                  <a:lnTo>
                    <a:pt x="10" y="46"/>
                  </a:lnTo>
                  <a:lnTo>
                    <a:pt x="10" y="52"/>
                  </a:lnTo>
                  <a:lnTo>
                    <a:pt x="8" y="58"/>
                  </a:lnTo>
                  <a:lnTo>
                    <a:pt x="10" y="62"/>
                  </a:lnTo>
                  <a:lnTo>
                    <a:pt x="10" y="68"/>
                  </a:lnTo>
                  <a:lnTo>
                    <a:pt x="10" y="72"/>
                  </a:lnTo>
                  <a:lnTo>
                    <a:pt x="8" y="76"/>
                  </a:lnTo>
                  <a:lnTo>
                    <a:pt x="8" y="80"/>
                  </a:lnTo>
                  <a:lnTo>
                    <a:pt x="10" y="88"/>
                  </a:lnTo>
                  <a:lnTo>
                    <a:pt x="10" y="90"/>
                  </a:lnTo>
                  <a:lnTo>
                    <a:pt x="12" y="9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2" name="Google Shape;432;p60"/>
            <p:cNvSpPr/>
            <p:nvPr/>
          </p:nvSpPr>
          <p:spPr>
            <a:xfrm>
              <a:off x="8180781" y="3341627"/>
              <a:ext cx="140516" cy="109322"/>
            </a:xfrm>
            <a:custGeom>
              <a:rect b="b" l="l" r="r" t="t"/>
              <a:pathLst>
                <a:path extrusionOk="0" h="78" w="86">
                  <a:moveTo>
                    <a:pt x="24" y="16"/>
                  </a:moveTo>
                  <a:lnTo>
                    <a:pt x="24" y="16"/>
                  </a:lnTo>
                  <a:lnTo>
                    <a:pt x="28" y="12"/>
                  </a:lnTo>
                  <a:lnTo>
                    <a:pt x="30" y="12"/>
                  </a:lnTo>
                  <a:lnTo>
                    <a:pt x="34" y="12"/>
                  </a:lnTo>
                  <a:lnTo>
                    <a:pt x="36" y="12"/>
                  </a:lnTo>
                  <a:lnTo>
                    <a:pt x="38" y="8"/>
                  </a:lnTo>
                  <a:lnTo>
                    <a:pt x="38" y="2"/>
                  </a:lnTo>
                  <a:lnTo>
                    <a:pt x="40" y="0"/>
                  </a:lnTo>
                  <a:lnTo>
                    <a:pt x="44" y="2"/>
                  </a:lnTo>
                  <a:lnTo>
                    <a:pt x="46" y="2"/>
                  </a:lnTo>
                  <a:lnTo>
                    <a:pt x="48" y="0"/>
                  </a:lnTo>
                  <a:lnTo>
                    <a:pt x="50" y="2"/>
                  </a:lnTo>
                  <a:lnTo>
                    <a:pt x="50" y="4"/>
                  </a:lnTo>
                  <a:lnTo>
                    <a:pt x="52" y="4"/>
                  </a:lnTo>
                  <a:lnTo>
                    <a:pt x="54" y="2"/>
                  </a:lnTo>
                  <a:lnTo>
                    <a:pt x="56" y="2"/>
                  </a:lnTo>
                  <a:lnTo>
                    <a:pt x="62" y="4"/>
                  </a:lnTo>
                  <a:lnTo>
                    <a:pt x="66" y="4"/>
                  </a:lnTo>
                  <a:lnTo>
                    <a:pt x="68" y="8"/>
                  </a:lnTo>
                  <a:lnTo>
                    <a:pt x="68" y="10"/>
                  </a:lnTo>
                  <a:lnTo>
                    <a:pt x="70" y="10"/>
                  </a:lnTo>
                  <a:lnTo>
                    <a:pt x="72" y="12"/>
                  </a:lnTo>
                  <a:lnTo>
                    <a:pt x="72" y="14"/>
                  </a:lnTo>
                  <a:lnTo>
                    <a:pt x="74" y="18"/>
                  </a:lnTo>
                  <a:lnTo>
                    <a:pt x="74" y="24"/>
                  </a:lnTo>
                  <a:lnTo>
                    <a:pt x="74" y="28"/>
                  </a:lnTo>
                  <a:lnTo>
                    <a:pt x="76" y="32"/>
                  </a:lnTo>
                  <a:lnTo>
                    <a:pt x="80" y="36"/>
                  </a:lnTo>
                  <a:lnTo>
                    <a:pt x="84" y="38"/>
                  </a:lnTo>
                  <a:lnTo>
                    <a:pt x="86" y="44"/>
                  </a:lnTo>
                  <a:lnTo>
                    <a:pt x="86" y="46"/>
                  </a:lnTo>
                  <a:lnTo>
                    <a:pt x="84" y="48"/>
                  </a:lnTo>
                  <a:lnTo>
                    <a:pt x="82" y="48"/>
                  </a:lnTo>
                  <a:lnTo>
                    <a:pt x="80" y="46"/>
                  </a:lnTo>
                  <a:lnTo>
                    <a:pt x="78" y="46"/>
                  </a:lnTo>
                  <a:lnTo>
                    <a:pt x="76" y="48"/>
                  </a:lnTo>
                  <a:lnTo>
                    <a:pt x="76" y="50"/>
                  </a:lnTo>
                  <a:lnTo>
                    <a:pt x="78" y="52"/>
                  </a:lnTo>
                  <a:lnTo>
                    <a:pt x="80" y="54"/>
                  </a:lnTo>
                  <a:lnTo>
                    <a:pt x="80" y="68"/>
                  </a:lnTo>
                  <a:lnTo>
                    <a:pt x="76" y="68"/>
                  </a:lnTo>
                  <a:lnTo>
                    <a:pt x="74" y="70"/>
                  </a:lnTo>
                  <a:lnTo>
                    <a:pt x="72" y="72"/>
                  </a:lnTo>
                  <a:lnTo>
                    <a:pt x="72" y="76"/>
                  </a:lnTo>
                  <a:lnTo>
                    <a:pt x="70" y="78"/>
                  </a:lnTo>
                  <a:lnTo>
                    <a:pt x="60" y="76"/>
                  </a:lnTo>
                  <a:lnTo>
                    <a:pt x="58" y="76"/>
                  </a:lnTo>
                  <a:lnTo>
                    <a:pt x="54" y="76"/>
                  </a:lnTo>
                  <a:lnTo>
                    <a:pt x="52" y="76"/>
                  </a:lnTo>
                  <a:lnTo>
                    <a:pt x="50" y="74"/>
                  </a:lnTo>
                  <a:lnTo>
                    <a:pt x="48" y="78"/>
                  </a:lnTo>
                  <a:lnTo>
                    <a:pt x="46" y="76"/>
                  </a:lnTo>
                  <a:lnTo>
                    <a:pt x="42" y="76"/>
                  </a:lnTo>
                  <a:lnTo>
                    <a:pt x="34" y="76"/>
                  </a:lnTo>
                  <a:lnTo>
                    <a:pt x="20" y="74"/>
                  </a:lnTo>
                  <a:lnTo>
                    <a:pt x="12" y="74"/>
                  </a:lnTo>
                  <a:lnTo>
                    <a:pt x="10" y="76"/>
                  </a:lnTo>
                  <a:lnTo>
                    <a:pt x="10" y="78"/>
                  </a:lnTo>
                  <a:lnTo>
                    <a:pt x="8" y="76"/>
                  </a:lnTo>
                  <a:lnTo>
                    <a:pt x="6" y="74"/>
                  </a:lnTo>
                  <a:lnTo>
                    <a:pt x="4" y="74"/>
                  </a:lnTo>
                  <a:lnTo>
                    <a:pt x="2" y="76"/>
                  </a:lnTo>
                  <a:lnTo>
                    <a:pt x="2" y="66"/>
                  </a:lnTo>
                  <a:lnTo>
                    <a:pt x="4" y="62"/>
                  </a:lnTo>
                  <a:lnTo>
                    <a:pt x="4" y="58"/>
                  </a:lnTo>
                  <a:lnTo>
                    <a:pt x="4" y="56"/>
                  </a:lnTo>
                  <a:lnTo>
                    <a:pt x="2" y="50"/>
                  </a:lnTo>
                  <a:lnTo>
                    <a:pt x="0" y="46"/>
                  </a:lnTo>
                  <a:lnTo>
                    <a:pt x="6" y="44"/>
                  </a:lnTo>
                  <a:lnTo>
                    <a:pt x="12" y="44"/>
                  </a:lnTo>
                  <a:lnTo>
                    <a:pt x="14" y="42"/>
                  </a:lnTo>
                  <a:lnTo>
                    <a:pt x="14" y="40"/>
                  </a:lnTo>
                  <a:lnTo>
                    <a:pt x="18" y="40"/>
                  </a:lnTo>
                  <a:lnTo>
                    <a:pt x="18" y="34"/>
                  </a:lnTo>
                  <a:lnTo>
                    <a:pt x="20" y="28"/>
                  </a:lnTo>
                  <a:lnTo>
                    <a:pt x="24" y="22"/>
                  </a:lnTo>
                  <a:lnTo>
                    <a:pt x="26" y="18"/>
                  </a:lnTo>
                  <a:lnTo>
                    <a:pt x="24" y="1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3" name="Google Shape;433;p60"/>
            <p:cNvSpPr/>
            <p:nvPr/>
          </p:nvSpPr>
          <p:spPr>
            <a:xfrm>
              <a:off x="6056266" y="4180361"/>
              <a:ext cx="20973" cy="51973"/>
            </a:xfrm>
            <a:custGeom>
              <a:rect b="b" l="l" r="r" t="t"/>
              <a:pathLst>
                <a:path extrusionOk="0" h="36" w="12">
                  <a:moveTo>
                    <a:pt x="8" y="0"/>
                  </a:moveTo>
                  <a:lnTo>
                    <a:pt x="8" y="0"/>
                  </a:lnTo>
                  <a:lnTo>
                    <a:pt x="6" y="0"/>
                  </a:lnTo>
                  <a:lnTo>
                    <a:pt x="4" y="0"/>
                  </a:lnTo>
                  <a:lnTo>
                    <a:pt x="4" y="2"/>
                  </a:lnTo>
                  <a:lnTo>
                    <a:pt x="0" y="4"/>
                  </a:lnTo>
                  <a:lnTo>
                    <a:pt x="0" y="36"/>
                  </a:lnTo>
                  <a:lnTo>
                    <a:pt x="6" y="36"/>
                  </a:lnTo>
                  <a:lnTo>
                    <a:pt x="10" y="18"/>
                  </a:lnTo>
                  <a:lnTo>
                    <a:pt x="12" y="10"/>
                  </a:lnTo>
                  <a:lnTo>
                    <a:pt x="12" y="4"/>
                  </a:lnTo>
                  <a:lnTo>
                    <a:pt x="10" y="0"/>
                  </a:lnTo>
                  <a:lnTo>
                    <a:pt x="8"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4" name="Google Shape;434;p60"/>
            <p:cNvSpPr/>
            <p:nvPr/>
          </p:nvSpPr>
          <p:spPr>
            <a:xfrm>
              <a:off x="7761331" y="3461702"/>
              <a:ext cx="75501" cy="43012"/>
            </a:xfrm>
            <a:custGeom>
              <a:rect b="b" l="l" r="r" t="t"/>
              <a:pathLst>
                <a:path extrusionOk="0" h="30" w="46">
                  <a:moveTo>
                    <a:pt x="0" y="4"/>
                  </a:moveTo>
                  <a:lnTo>
                    <a:pt x="4" y="6"/>
                  </a:lnTo>
                  <a:lnTo>
                    <a:pt x="6" y="8"/>
                  </a:lnTo>
                  <a:lnTo>
                    <a:pt x="8" y="12"/>
                  </a:lnTo>
                  <a:lnTo>
                    <a:pt x="12" y="16"/>
                  </a:lnTo>
                  <a:lnTo>
                    <a:pt x="14" y="18"/>
                  </a:lnTo>
                  <a:lnTo>
                    <a:pt x="16" y="18"/>
                  </a:lnTo>
                  <a:lnTo>
                    <a:pt x="18" y="16"/>
                  </a:lnTo>
                  <a:lnTo>
                    <a:pt x="18" y="18"/>
                  </a:lnTo>
                  <a:lnTo>
                    <a:pt x="20" y="22"/>
                  </a:lnTo>
                  <a:lnTo>
                    <a:pt x="24" y="24"/>
                  </a:lnTo>
                  <a:lnTo>
                    <a:pt x="26" y="24"/>
                  </a:lnTo>
                  <a:lnTo>
                    <a:pt x="28" y="24"/>
                  </a:lnTo>
                  <a:lnTo>
                    <a:pt x="30" y="24"/>
                  </a:lnTo>
                  <a:lnTo>
                    <a:pt x="30" y="28"/>
                  </a:lnTo>
                  <a:lnTo>
                    <a:pt x="34" y="30"/>
                  </a:lnTo>
                  <a:lnTo>
                    <a:pt x="36" y="30"/>
                  </a:lnTo>
                  <a:lnTo>
                    <a:pt x="42" y="28"/>
                  </a:lnTo>
                  <a:lnTo>
                    <a:pt x="42" y="26"/>
                  </a:lnTo>
                  <a:lnTo>
                    <a:pt x="42" y="24"/>
                  </a:lnTo>
                  <a:lnTo>
                    <a:pt x="42" y="22"/>
                  </a:lnTo>
                  <a:lnTo>
                    <a:pt x="44" y="22"/>
                  </a:lnTo>
                  <a:lnTo>
                    <a:pt x="46" y="18"/>
                  </a:lnTo>
                  <a:lnTo>
                    <a:pt x="46" y="16"/>
                  </a:lnTo>
                  <a:lnTo>
                    <a:pt x="44" y="14"/>
                  </a:lnTo>
                  <a:lnTo>
                    <a:pt x="42" y="12"/>
                  </a:lnTo>
                  <a:lnTo>
                    <a:pt x="44" y="12"/>
                  </a:lnTo>
                  <a:lnTo>
                    <a:pt x="44" y="10"/>
                  </a:lnTo>
                  <a:lnTo>
                    <a:pt x="42" y="8"/>
                  </a:lnTo>
                  <a:lnTo>
                    <a:pt x="40" y="8"/>
                  </a:lnTo>
                  <a:lnTo>
                    <a:pt x="38" y="8"/>
                  </a:lnTo>
                  <a:lnTo>
                    <a:pt x="36" y="6"/>
                  </a:lnTo>
                  <a:lnTo>
                    <a:pt x="34" y="4"/>
                  </a:lnTo>
                  <a:lnTo>
                    <a:pt x="30" y="4"/>
                  </a:lnTo>
                  <a:lnTo>
                    <a:pt x="26" y="4"/>
                  </a:lnTo>
                  <a:lnTo>
                    <a:pt x="22" y="6"/>
                  </a:lnTo>
                  <a:lnTo>
                    <a:pt x="18" y="4"/>
                  </a:lnTo>
                  <a:lnTo>
                    <a:pt x="16" y="2"/>
                  </a:lnTo>
                  <a:lnTo>
                    <a:pt x="16" y="0"/>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5" name="Google Shape;435;p60"/>
            <p:cNvSpPr/>
            <p:nvPr/>
          </p:nvSpPr>
          <p:spPr>
            <a:xfrm>
              <a:off x="9357339" y="4026235"/>
              <a:ext cx="102765" cy="121867"/>
            </a:xfrm>
            <a:custGeom>
              <a:rect b="b" l="l" r="r" t="t"/>
              <a:pathLst>
                <a:path extrusionOk="0" h="86" w="62">
                  <a:moveTo>
                    <a:pt x="56" y="86"/>
                  </a:moveTo>
                  <a:lnTo>
                    <a:pt x="56" y="82"/>
                  </a:lnTo>
                  <a:lnTo>
                    <a:pt x="58" y="80"/>
                  </a:lnTo>
                  <a:lnTo>
                    <a:pt x="62" y="82"/>
                  </a:lnTo>
                  <a:lnTo>
                    <a:pt x="62" y="76"/>
                  </a:lnTo>
                  <a:lnTo>
                    <a:pt x="60" y="72"/>
                  </a:lnTo>
                  <a:lnTo>
                    <a:pt x="60" y="66"/>
                  </a:lnTo>
                  <a:lnTo>
                    <a:pt x="58" y="62"/>
                  </a:lnTo>
                  <a:lnTo>
                    <a:pt x="58" y="56"/>
                  </a:lnTo>
                  <a:lnTo>
                    <a:pt x="54" y="48"/>
                  </a:lnTo>
                  <a:lnTo>
                    <a:pt x="52" y="54"/>
                  </a:lnTo>
                  <a:lnTo>
                    <a:pt x="46" y="54"/>
                  </a:lnTo>
                  <a:lnTo>
                    <a:pt x="46" y="50"/>
                  </a:lnTo>
                  <a:lnTo>
                    <a:pt x="48" y="40"/>
                  </a:lnTo>
                  <a:lnTo>
                    <a:pt x="50" y="36"/>
                  </a:lnTo>
                  <a:lnTo>
                    <a:pt x="52" y="32"/>
                  </a:lnTo>
                  <a:lnTo>
                    <a:pt x="54" y="30"/>
                  </a:lnTo>
                  <a:lnTo>
                    <a:pt x="52" y="24"/>
                  </a:lnTo>
                  <a:lnTo>
                    <a:pt x="58" y="20"/>
                  </a:lnTo>
                  <a:lnTo>
                    <a:pt x="50" y="20"/>
                  </a:lnTo>
                  <a:lnTo>
                    <a:pt x="44" y="22"/>
                  </a:lnTo>
                  <a:lnTo>
                    <a:pt x="38" y="22"/>
                  </a:lnTo>
                  <a:lnTo>
                    <a:pt x="30" y="22"/>
                  </a:lnTo>
                  <a:lnTo>
                    <a:pt x="26" y="22"/>
                  </a:lnTo>
                  <a:lnTo>
                    <a:pt x="24" y="12"/>
                  </a:lnTo>
                  <a:lnTo>
                    <a:pt x="26" y="6"/>
                  </a:lnTo>
                  <a:lnTo>
                    <a:pt x="22" y="4"/>
                  </a:lnTo>
                  <a:lnTo>
                    <a:pt x="16" y="4"/>
                  </a:lnTo>
                  <a:lnTo>
                    <a:pt x="10" y="0"/>
                  </a:lnTo>
                  <a:lnTo>
                    <a:pt x="6" y="4"/>
                  </a:lnTo>
                  <a:lnTo>
                    <a:pt x="12" y="10"/>
                  </a:lnTo>
                  <a:lnTo>
                    <a:pt x="10" y="16"/>
                  </a:lnTo>
                  <a:lnTo>
                    <a:pt x="4" y="18"/>
                  </a:lnTo>
                  <a:lnTo>
                    <a:pt x="0" y="20"/>
                  </a:lnTo>
                  <a:lnTo>
                    <a:pt x="2" y="28"/>
                  </a:lnTo>
                  <a:lnTo>
                    <a:pt x="2" y="32"/>
                  </a:lnTo>
                  <a:lnTo>
                    <a:pt x="10" y="36"/>
                  </a:lnTo>
                  <a:lnTo>
                    <a:pt x="12" y="40"/>
                  </a:lnTo>
                  <a:lnTo>
                    <a:pt x="10" y="48"/>
                  </a:lnTo>
                  <a:lnTo>
                    <a:pt x="14" y="52"/>
                  </a:lnTo>
                  <a:lnTo>
                    <a:pt x="14" y="60"/>
                  </a:lnTo>
                  <a:lnTo>
                    <a:pt x="12" y="64"/>
                  </a:lnTo>
                  <a:lnTo>
                    <a:pt x="12" y="74"/>
                  </a:lnTo>
                  <a:lnTo>
                    <a:pt x="28" y="66"/>
                  </a:lnTo>
                  <a:lnTo>
                    <a:pt x="28" y="68"/>
                  </a:lnTo>
                  <a:lnTo>
                    <a:pt x="32" y="68"/>
                  </a:lnTo>
                  <a:lnTo>
                    <a:pt x="34" y="50"/>
                  </a:lnTo>
                  <a:lnTo>
                    <a:pt x="44" y="56"/>
                  </a:lnTo>
                  <a:lnTo>
                    <a:pt x="48" y="64"/>
                  </a:lnTo>
                  <a:lnTo>
                    <a:pt x="50" y="72"/>
                  </a:lnTo>
                  <a:lnTo>
                    <a:pt x="52" y="82"/>
                  </a:lnTo>
                  <a:lnTo>
                    <a:pt x="54" y="84"/>
                  </a:lnTo>
                  <a:lnTo>
                    <a:pt x="56" y="8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6" name="Google Shape;436;p60"/>
            <p:cNvSpPr/>
            <p:nvPr/>
          </p:nvSpPr>
          <p:spPr>
            <a:xfrm>
              <a:off x="6257602" y="4045949"/>
              <a:ext cx="10486" cy="10753"/>
            </a:xfrm>
            <a:custGeom>
              <a:rect b="b" l="l" r="r" t="t"/>
              <a:pathLst>
                <a:path extrusionOk="0" h="8" w="6">
                  <a:moveTo>
                    <a:pt x="0" y="0"/>
                  </a:moveTo>
                  <a:lnTo>
                    <a:pt x="0" y="0"/>
                  </a:lnTo>
                  <a:lnTo>
                    <a:pt x="0" y="8"/>
                  </a:lnTo>
                  <a:lnTo>
                    <a:pt x="6" y="6"/>
                  </a:lnTo>
                  <a:lnTo>
                    <a:pt x="6" y="4"/>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7" name="Google Shape;437;p60"/>
            <p:cNvSpPr/>
            <p:nvPr/>
          </p:nvSpPr>
          <p:spPr>
            <a:xfrm>
              <a:off x="8566675" y="3682139"/>
              <a:ext cx="94376" cy="77063"/>
            </a:xfrm>
            <a:custGeom>
              <a:rect b="b" l="l" r="r" t="t"/>
              <a:pathLst>
                <a:path extrusionOk="0" h="54" w="58">
                  <a:moveTo>
                    <a:pt x="0" y="38"/>
                  </a:moveTo>
                  <a:lnTo>
                    <a:pt x="0" y="38"/>
                  </a:lnTo>
                  <a:lnTo>
                    <a:pt x="2" y="42"/>
                  </a:lnTo>
                  <a:lnTo>
                    <a:pt x="4" y="44"/>
                  </a:lnTo>
                  <a:lnTo>
                    <a:pt x="6" y="46"/>
                  </a:lnTo>
                  <a:lnTo>
                    <a:pt x="8" y="48"/>
                  </a:lnTo>
                  <a:lnTo>
                    <a:pt x="10" y="50"/>
                  </a:lnTo>
                  <a:lnTo>
                    <a:pt x="16" y="48"/>
                  </a:lnTo>
                  <a:lnTo>
                    <a:pt x="16" y="46"/>
                  </a:lnTo>
                  <a:lnTo>
                    <a:pt x="12" y="42"/>
                  </a:lnTo>
                  <a:lnTo>
                    <a:pt x="8" y="38"/>
                  </a:lnTo>
                  <a:lnTo>
                    <a:pt x="4" y="38"/>
                  </a:lnTo>
                  <a:lnTo>
                    <a:pt x="0" y="38"/>
                  </a:lnTo>
                  <a:close/>
                  <a:moveTo>
                    <a:pt x="40" y="54"/>
                  </a:moveTo>
                  <a:lnTo>
                    <a:pt x="40" y="54"/>
                  </a:lnTo>
                  <a:lnTo>
                    <a:pt x="42" y="50"/>
                  </a:lnTo>
                  <a:lnTo>
                    <a:pt x="44" y="48"/>
                  </a:lnTo>
                  <a:lnTo>
                    <a:pt x="52" y="24"/>
                  </a:lnTo>
                  <a:lnTo>
                    <a:pt x="58" y="24"/>
                  </a:lnTo>
                  <a:lnTo>
                    <a:pt x="50" y="20"/>
                  </a:lnTo>
                  <a:lnTo>
                    <a:pt x="46" y="14"/>
                  </a:lnTo>
                  <a:lnTo>
                    <a:pt x="44" y="8"/>
                  </a:lnTo>
                  <a:lnTo>
                    <a:pt x="40" y="12"/>
                  </a:lnTo>
                  <a:lnTo>
                    <a:pt x="36" y="16"/>
                  </a:lnTo>
                  <a:lnTo>
                    <a:pt x="34" y="14"/>
                  </a:lnTo>
                  <a:lnTo>
                    <a:pt x="32" y="10"/>
                  </a:lnTo>
                  <a:lnTo>
                    <a:pt x="30" y="8"/>
                  </a:lnTo>
                  <a:lnTo>
                    <a:pt x="28" y="6"/>
                  </a:lnTo>
                  <a:lnTo>
                    <a:pt x="22" y="0"/>
                  </a:lnTo>
                  <a:lnTo>
                    <a:pt x="20" y="2"/>
                  </a:lnTo>
                  <a:lnTo>
                    <a:pt x="18" y="4"/>
                  </a:lnTo>
                  <a:lnTo>
                    <a:pt x="20" y="6"/>
                  </a:lnTo>
                  <a:lnTo>
                    <a:pt x="22" y="8"/>
                  </a:lnTo>
                  <a:lnTo>
                    <a:pt x="22" y="10"/>
                  </a:lnTo>
                  <a:lnTo>
                    <a:pt x="20" y="12"/>
                  </a:lnTo>
                  <a:lnTo>
                    <a:pt x="18" y="10"/>
                  </a:lnTo>
                  <a:lnTo>
                    <a:pt x="16" y="8"/>
                  </a:lnTo>
                  <a:lnTo>
                    <a:pt x="14" y="6"/>
                  </a:lnTo>
                  <a:lnTo>
                    <a:pt x="10" y="4"/>
                  </a:lnTo>
                  <a:lnTo>
                    <a:pt x="8" y="4"/>
                  </a:lnTo>
                  <a:lnTo>
                    <a:pt x="6" y="6"/>
                  </a:lnTo>
                  <a:lnTo>
                    <a:pt x="4" y="8"/>
                  </a:lnTo>
                  <a:lnTo>
                    <a:pt x="2" y="10"/>
                  </a:lnTo>
                  <a:lnTo>
                    <a:pt x="2" y="14"/>
                  </a:lnTo>
                  <a:lnTo>
                    <a:pt x="4" y="16"/>
                  </a:lnTo>
                  <a:lnTo>
                    <a:pt x="6" y="16"/>
                  </a:lnTo>
                  <a:lnTo>
                    <a:pt x="8" y="14"/>
                  </a:lnTo>
                  <a:lnTo>
                    <a:pt x="8" y="16"/>
                  </a:lnTo>
                  <a:lnTo>
                    <a:pt x="10" y="18"/>
                  </a:lnTo>
                  <a:lnTo>
                    <a:pt x="10" y="20"/>
                  </a:lnTo>
                  <a:lnTo>
                    <a:pt x="10" y="22"/>
                  </a:lnTo>
                  <a:lnTo>
                    <a:pt x="8" y="24"/>
                  </a:lnTo>
                  <a:lnTo>
                    <a:pt x="14" y="26"/>
                  </a:lnTo>
                  <a:lnTo>
                    <a:pt x="16" y="28"/>
                  </a:lnTo>
                  <a:lnTo>
                    <a:pt x="14" y="32"/>
                  </a:lnTo>
                  <a:lnTo>
                    <a:pt x="14" y="34"/>
                  </a:lnTo>
                  <a:lnTo>
                    <a:pt x="18" y="36"/>
                  </a:lnTo>
                  <a:lnTo>
                    <a:pt x="20" y="36"/>
                  </a:lnTo>
                  <a:lnTo>
                    <a:pt x="22" y="36"/>
                  </a:lnTo>
                  <a:lnTo>
                    <a:pt x="22" y="42"/>
                  </a:lnTo>
                  <a:lnTo>
                    <a:pt x="22" y="44"/>
                  </a:lnTo>
                  <a:lnTo>
                    <a:pt x="24" y="42"/>
                  </a:lnTo>
                  <a:lnTo>
                    <a:pt x="28" y="38"/>
                  </a:lnTo>
                  <a:lnTo>
                    <a:pt x="30" y="38"/>
                  </a:lnTo>
                  <a:lnTo>
                    <a:pt x="30" y="36"/>
                  </a:lnTo>
                  <a:lnTo>
                    <a:pt x="32" y="36"/>
                  </a:lnTo>
                  <a:lnTo>
                    <a:pt x="36" y="38"/>
                  </a:lnTo>
                  <a:lnTo>
                    <a:pt x="38" y="40"/>
                  </a:lnTo>
                  <a:lnTo>
                    <a:pt x="36" y="42"/>
                  </a:lnTo>
                  <a:lnTo>
                    <a:pt x="34" y="42"/>
                  </a:lnTo>
                  <a:lnTo>
                    <a:pt x="32" y="44"/>
                  </a:lnTo>
                  <a:lnTo>
                    <a:pt x="32" y="46"/>
                  </a:lnTo>
                  <a:lnTo>
                    <a:pt x="34" y="48"/>
                  </a:lnTo>
                  <a:lnTo>
                    <a:pt x="36" y="50"/>
                  </a:lnTo>
                  <a:lnTo>
                    <a:pt x="40" y="54"/>
                  </a:lnTo>
                  <a:close/>
                  <a:moveTo>
                    <a:pt x="26" y="34"/>
                  </a:moveTo>
                  <a:lnTo>
                    <a:pt x="26" y="34"/>
                  </a:lnTo>
                  <a:lnTo>
                    <a:pt x="22" y="28"/>
                  </a:lnTo>
                  <a:lnTo>
                    <a:pt x="18" y="24"/>
                  </a:lnTo>
                  <a:lnTo>
                    <a:pt x="18" y="22"/>
                  </a:lnTo>
                  <a:lnTo>
                    <a:pt x="24" y="20"/>
                  </a:lnTo>
                  <a:lnTo>
                    <a:pt x="26" y="24"/>
                  </a:lnTo>
                  <a:lnTo>
                    <a:pt x="24" y="24"/>
                  </a:lnTo>
                  <a:lnTo>
                    <a:pt x="24" y="28"/>
                  </a:lnTo>
                  <a:lnTo>
                    <a:pt x="28" y="28"/>
                  </a:lnTo>
                  <a:lnTo>
                    <a:pt x="30" y="32"/>
                  </a:lnTo>
                  <a:lnTo>
                    <a:pt x="28" y="34"/>
                  </a:lnTo>
                  <a:lnTo>
                    <a:pt x="26" y="3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8" name="Google Shape;438;p60"/>
            <p:cNvSpPr/>
            <p:nvPr/>
          </p:nvSpPr>
          <p:spPr>
            <a:xfrm>
              <a:off x="7910236" y="3515467"/>
              <a:ext cx="132127" cy="59142"/>
            </a:xfrm>
            <a:custGeom>
              <a:rect b="b" l="l" r="r" t="t"/>
              <a:pathLst>
                <a:path extrusionOk="0" h="42" w="80">
                  <a:moveTo>
                    <a:pt x="4" y="38"/>
                  </a:moveTo>
                  <a:lnTo>
                    <a:pt x="4" y="38"/>
                  </a:lnTo>
                  <a:lnTo>
                    <a:pt x="2" y="36"/>
                  </a:lnTo>
                  <a:lnTo>
                    <a:pt x="0" y="34"/>
                  </a:lnTo>
                  <a:lnTo>
                    <a:pt x="0" y="32"/>
                  </a:lnTo>
                  <a:lnTo>
                    <a:pt x="2" y="30"/>
                  </a:lnTo>
                  <a:lnTo>
                    <a:pt x="4" y="28"/>
                  </a:lnTo>
                  <a:lnTo>
                    <a:pt x="6" y="26"/>
                  </a:lnTo>
                  <a:lnTo>
                    <a:pt x="12" y="24"/>
                  </a:lnTo>
                  <a:lnTo>
                    <a:pt x="14" y="24"/>
                  </a:lnTo>
                  <a:lnTo>
                    <a:pt x="16" y="22"/>
                  </a:lnTo>
                  <a:lnTo>
                    <a:pt x="20" y="22"/>
                  </a:lnTo>
                  <a:lnTo>
                    <a:pt x="24" y="22"/>
                  </a:lnTo>
                  <a:lnTo>
                    <a:pt x="26" y="22"/>
                  </a:lnTo>
                  <a:lnTo>
                    <a:pt x="30" y="24"/>
                  </a:lnTo>
                  <a:lnTo>
                    <a:pt x="32" y="24"/>
                  </a:lnTo>
                  <a:lnTo>
                    <a:pt x="32" y="22"/>
                  </a:lnTo>
                  <a:lnTo>
                    <a:pt x="30" y="18"/>
                  </a:lnTo>
                  <a:lnTo>
                    <a:pt x="28" y="16"/>
                  </a:lnTo>
                  <a:lnTo>
                    <a:pt x="30" y="16"/>
                  </a:lnTo>
                  <a:lnTo>
                    <a:pt x="32" y="14"/>
                  </a:lnTo>
                  <a:lnTo>
                    <a:pt x="36" y="12"/>
                  </a:lnTo>
                  <a:lnTo>
                    <a:pt x="36" y="10"/>
                  </a:lnTo>
                  <a:lnTo>
                    <a:pt x="38" y="6"/>
                  </a:lnTo>
                  <a:lnTo>
                    <a:pt x="38" y="4"/>
                  </a:lnTo>
                  <a:lnTo>
                    <a:pt x="42" y="4"/>
                  </a:lnTo>
                  <a:lnTo>
                    <a:pt x="46" y="6"/>
                  </a:lnTo>
                  <a:lnTo>
                    <a:pt x="48" y="8"/>
                  </a:lnTo>
                  <a:lnTo>
                    <a:pt x="50" y="6"/>
                  </a:lnTo>
                  <a:lnTo>
                    <a:pt x="52" y="2"/>
                  </a:lnTo>
                  <a:lnTo>
                    <a:pt x="54" y="0"/>
                  </a:lnTo>
                  <a:lnTo>
                    <a:pt x="56" y="0"/>
                  </a:lnTo>
                  <a:lnTo>
                    <a:pt x="58" y="0"/>
                  </a:lnTo>
                  <a:lnTo>
                    <a:pt x="62" y="2"/>
                  </a:lnTo>
                  <a:lnTo>
                    <a:pt x="66" y="4"/>
                  </a:lnTo>
                  <a:lnTo>
                    <a:pt x="70" y="4"/>
                  </a:lnTo>
                  <a:lnTo>
                    <a:pt x="78" y="4"/>
                  </a:lnTo>
                  <a:lnTo>
                    <a:pt x="76" y="6"/>
                  </a:lnTo>
                  <a:lnTo>
                    <a:pt x="76" y="10"/>
                  </a:lnTo>
                  <a:lnTo>
                    <a:pt x="78" y="10"/>
                  </a:lnTo>
                  <a:lnTo>
                    <a:pt x="80" y="16"/>
                  </a:lnTo>
                  <a:lnTo>
                    <a:pt x="78" y="16"/>
                  </a:lnTo>
                  <a:lnTo>
                    <a:pt x="78" y="18"/>
                  </a:lnTo>
                  <a:lnTo>
                    <a:pt x="78" y="20"/>
                  </a:lnTo>
                  <a:lnTo>
                    <a:pt x="78" y="24"/>
                  </a:lnTo>
                  <a:lnTo>
                    <a:pt x="76" y="28"/>
                  </a:lnTo>
                  <a:lnTo>
                    <a:pt x="74" y="28"/>
                  </a:lnTo>
                  <a:lnTo>
                    <a:pt x="72" y="28"/>
                  </a:lnTo>
                  <a:lnTo>
                    <a:pt x="70" y="32"/>
                  </a:lnTo>
                  <a:lnTo>
                    <a:pt x="66" y="34"/>
                  </a:lnTo>
                  <a:lnTo>
                    <a:pt x="62" y="34"/>
                  </a:lnTo>
                  <a:lnTo>
                    <a:pt x="58" y="34"/>
                  </a:lnTo>
                  <a:lnTo>
                    <a:pt x="56" y="34"/>
                  </a:lnTo>
                  <a:lnTo>
                    <a:pt x="54" y="36"/>
                  </a:lnTo>
                  <a:lnTo>
                    <a:pt x="50" y="38"/>
                  </a:lnTo>
                  <a:lnTo>
                    <a:pt x="46" y="38"/>
                  </a:lnTo>
                  <a:lnTo>
                    <a:pt x="42" y="38"/>
                  </a:lnTo>
                  <a:lnTo>
                    <a:pt x="40" y="40"/>
                  </a:lnTo>
                  <a:lnTo>
                    <a:pt x="38" y="42"/>
                  </a:lnTo>
                  <a:lnTo>
                    <a:pt x="36" y="42"/>
                  </a:lnTo>
                  <a:lnTo>
                    <a:pt x="28" y="42"/>
                  </a:lnTo>
                  <a:lnTo>
                    <a:pt x="26" y="42"/>
                  </a:lnTo>
                  <a:lnTo>
                    <a:pt x="24" y="42"/>
                  </a:lnTo>
                  <a:lnTo>
                    <a:pt x="22" y="40"/>
                  </a:lnTo>
                  <a:lnTo>
                    <a:pt x="18" y="40"/>
                  </a:lnTo>
                  <a:lnTo>
                    <a:pt x="16" y="40"/>
                  </a:lnTo>
                  <a:lnTo>
                    <a:pt x="14" y="38"/>
                  </a:lnTo>
                  <a:lnTo>
                    <a:pt x="12" y="36"/>
                  </a:lnTo>
                  <a:lnTo>
                    <a:pt x="12" y="38"/>
                  </a:lnTo>
                  <a:lnTo>
                    <a:pt x="10" y="40"/>
                  </a:lnTo>
                  <a:lnTo>
                    <a:pt x="8" y="38"/>
                  </a:lnTo>
                  <a:lnTo>
                    <a:pt x="6" y="38"/>
                  </a:lnTo>
                  <a:lnTo>
                    <a:pt x="4" y="3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39" name="Google Shape;439;p60"/>
            <p:cNvSpPr/>
            <p:nvPr/>
          </p:nvSpPr>
          <p:spPr>
            <a:xfrm>
              <a:off x="9829221" y="4775361"/>
              <a:ext cx="744524" cy="686400"/>
            </a:xfrm>
            <a:custGeom>
              <a:rect b="b" l="l" r="r" t="t"/>
              <a:pathLst>
                <a:path extrusionOk="0" h="486" w="452">
                  <a:moveTo>
                    <a:pt x="20" y="248"/>
                  </a:moveTo>
                  <a:lnTo>
                    <a:pt x="20" y="248"/>
                  </a:lnTo>
                  <a:lnTo>
                    <a:pt x="20" y="250"/>
                  </a:lnTo>
                  <a:lnTo>
                    <a:pt x="18" y="252"/>
                  </a:lnTo>
                  <a:lnTo>
                    <a:pt x="18" y="254"/>
                  </a:lnTo>
                  <a:lnTo>
                    <a:pt x="20" y="258"/>
                  </a:lnTo>
                  <a:lnTo>
                    <a:pt x="22" y="264"/>
                  </a:lnTo>
                  <a:lnTo>
                    <a:pt x="22" y="280"/>
                  </a:lnTo>
                  <a:lnTo>
                    <a:pt x="26" y="282"/>
                  </a:lnTo>
                  <a:lnTo>
                    <a:pt x="28" y="290"/>
                  </a:lnTo>
                  <a:lnTo>
                    <a:pt x="28" y="298"/>
                  </a:lnTo>
                  <a:lnTo>
                    <a:pt x="30" y="298"/>
                  </a:lnTo>
                  <a:lnTo>
                    <a:pt x="30" y="310"/>
                  </a:lnTo>
                  <a:lnTo>
                    <a:pt x="28" y="326"/>
                  </a:lnTo>
                  <a:lnTo>
                    <a:pt x="20" y="326"/>
                  </a:lnTo>
                  <a:lnTo>
                    <a:pt x="22" y="334"/>
                  </a:lnTo>
                  <a:lnTo>
                    <a:pt x="28" y="336"/>
                  </a:lnTo>
                  <a:lnTo>
                    <a:pt x="32" y="338"/>
                  </a:lnTo>
                  <a:lnTo>
                    <a:pt x="32" y="340"/>
                  </a:lnTo>
                  <a:lnTo>
                    <a:pt x="34" y="342"/>
                  </a:lnTo>
                  <a:lnTo>
                    <a:pt x="36" y="344"/>
                  </a:lnTo>
                  <a:lnTo>
                    <a:pt x="40" y="344"/>
                  </a:lnTo>
                  <a:lnTo>
                    <a:pt x="44" y="342"/>
                  </a:lnTo>
                  <a:lnTo>
                    <a:pt x="48" y="346"/>
                  </a:lnTo>
                  <a:lnTo>
                    <a:pt x="54" y="346"/>
                  </a:lnTo>
                  <a:lnTo>
                    <a:pt x="58" y="342"/>
                  </a:lnTo>
                  <a:lnTo>
                    <a:pt x="62" y="334"/>
                  </a:lnTo>
                  <a:lnTo>
                    <a:pt x="66" y="338"/>
                  </a:lnTo>
                  <a:lnTo>
                    <a:pt x="68" y="338"/>
                  </a:lnTo>
                  <a:lnTo>
                    <a:pt x="70" y="340"/>
                  </a:lnTo>
                  <a:lnTo>
                    <a:pt x="70" y="338"/>
                  </a:lnTo>
                  <a:lnTo>
                    <a:pt x="70" y="334"/>
                  </a:lnTo>
                  <a:lnTo>
                    <a:pt x="70" y="330"/>
                  </a:lnTo>
                  <a:lnTo>
                    <a:pt x="76" y="332"/>
                  </a:lnTo>
                  <a:lnTo>
                    <a:pt x="86" y="330"/>
                  </a:lnTo>
                  <a:lnTo>
                    <a:pt x="98" y="326"/>
                  </a:lnTo>
                  <a:lnTo>
                    <a:pt x="100" y="328"/>
                  </a:lnTo>
                  <a:lnTo>
                    <a:pt x="102" y="330"/>
                  </a:lnTo>
                  <a:lnTo>
                    <a:pt x="108" y="326"/>
                  </a:lnTo>
                  <a:lnTo>
                    <a:pt x="112" y="328"/>
                  </a:lnTo>
                  <a:lnTo>
                    <a:pt x="114" y="330"/>
                  </a:lnTo>
                  <a:lnTo>
                    <a:pt x="116" y="328"/>
                  </a:lnTo>
                  <a:lnTo>
                    <a:pt x="120" y="326"/>
                  </a:lnTo>
                  <a:lnTo>
                    <a:pt x="120" y="322"/>
                  </a:lnTo>
                  <a:lnTo>
                    <a:pt x="122" y="320"/>
                  </a:lnTo>
                  <a:lnTo>
                    <a:pt x="124" y="316"/>
                  </a:lnTo>
                  <a:lnTo>
                    <a:pt x="126" y="316"/>
                  </a:lnTo>
                  <a:lnTo>
                    <a:pt x="128" y="316"/>
                  </a:lnTo>
                  <a:lnTo>
                    <a:pt x="130" y="316"/>
                  </a:lnTo>
                  <a:lnTo>
                    <a:pt x="132" y="316"/>
                  </a:lnTo>
                  <a:lnTo>
                    <a:pt x="132" y="314"/>
                  </a:lnTo>
                  <a:lnTo>
                    <a:pt x="134" y="312"/>
                  </a:lnTo>
                  <a:lnTo>
                    <a:pt x="136" y="312"/>
                  </a:lnTo>
                  <a:lnTo>
                    <a:pt x="140" y="312"/>
                  </a:lnTo>
                  <a:lnTo>
                    <a:pt x="140" y="308"/>
                  </a:lnTo>
                  <a:lnTo>
                    <a:pt x="142" y="306"/>
                  </a:lnTo>
                  <a:lnTo>
                    <a:pt x="144" y="306"/>
                  </a:lnTo>
                  <a:lnTo>
                    <a:pt x="144" y="304"/>
                  </a:lnTo>
                  <a:lnTo>
                    <a:pt x="148" y="304"/>
                  </a:lnTo>
                  <a:lnTo>
                    <a:pt x="154" y="306"/>
                  </a:lnTo>
                  <a:lnTo>
                    <a:pt x="164" y="304"/>
                  </a:lnTo>
                  <a:lnTo>
                    <a:pt x="180" y="298"/>
                  </a:lnTo>
                  <a:lnTo>
                    <a:pt x="194" y="294"/>
                  </a:lnTo>
                  <a:lnTo>
                    <a:pt x="200" y="294"/>
                  </a:lnTo>
                  <a:lnTo>
                    <a:pt x="206" y="294"/>
                  </a:lnTo>
                  <a:lnTo>
                    <a:pt x="208" y="296"/>
                  </a:lnTo>
                  <a:lnTo>
                    <a:pt x="210" y="298"/>
                  </a:lnTo>
                  <a:lnTo>
                    <a:pt x="212" y="302"/>
                  </a:lnTo>
                  <a:lnTo>
                    <a:pt x="216" y="302"/>
                  </a:lnTo>
                  <a:lnTo>
                    <a:pt x="220" y="302"/>
                  </a:lnTo>
                  <a:lnTo>
                    <a:pt x="226" y="302"/>
                  </a:lnTo>
                  <a:lnTo>
                    <a:pt x="230" y="302"/>
                  </a:lnTo>
                  <a:lnTo>
                    <a:pt x="230" y="304"/>
                  </a:lnTo>
                  <a:lnTo>
                    <a:pt x="232" y="306"/>
                  </a:lnTo>
                  <a:lnTo>
                    <a:pt x="230" y="310"/>
                  </a:lnTo>
                  <a:lnTo>
                    <a:pt x="236" y="310"/>
                  </a:lnTo>
                  <a:lnTo>
                    <a:pt x="238" y="310"/>
                  </a:lnTo>
                  <a:lnTo>
                    <a:pt x="236" y="314"/>
                  </a:lnTo>
                  <a:lnTo>
                    <a:pt x="234" y="314"/>
                  </a:lnTo>
                  <a:lnTo>
                    <a:pt x="234" y="316"/>
                  </a:lnTo>
                  <a:lnTo>
                    <a:pt x="236" y="318"/>
                  </a:lnTo>
                  <a:lnTo>
                    <a:pt x="244" y="320"/>
                  </a:lnTo>
                  <a:lnTo>
                    <a:pt x="244" y="328"/>
                  </a:lnTo>
                  <a:lnTo>
                    <a:pt x="248" y="338"/>
                  </a:lnTo>
                  <a:lnTo>
                    <a:pt x="252" y="340"/>
                  </a:lnTo>
                  <a:lnTo>
                    <a:pt x="264" y="326"/>
                  </a:lnTo>
                  <a:lnTo>
                    <a:pt x="266" y="326"/>
                  </a:lnTo>
                  <a:lnTo>
                    <a:pt x="268" y="326"/>
                  </a:lnTo>
                  <a:lnTo>
                    <a:pt x="272" y="320"/>
                  </a:lnTo>
                  <a:lnTo>
                    <a:pt x="274" y="316"/>
                  </a:lnTo>
                  <a:lnTo>
                    <a:pt x="276" y="316"/>
                  </a:lnTo>
                  <a:lnTo>
                    <a:pt x="276" y="318"/>
                  </a:lnTo>
                  <a:lnTo>
                    <a:pt x="276" y="326"/>
                  </a:lnTo>
                  <a:lnTo>
                    <a:pt x="270" y="336"/>
                  </a:lnTo>
                  <a:lnTo>
                    <a:pt x="272" y="340"/>
                  </a:lnTo>
                  <a:lnTo>
                    <a:pt x="272" y="344"/>
                  </a:lnTo>
                  <a:lnTo>
                    <a:pt x="268" y="346"/>
                  </a:lnTo>
                  <a:lnTo>
                    <a:pt x="266" y="346"/>
                  </a:lnTo>
                  <a:lnTo>
                    <a:pt x="266" y="350"/>
                  </a:lnTo>
                  <a:lnTo>
                    <a:pt x="268" y="348"/>
                  </a:lnTo>
                  <a:lnTo>
                    <a:pt x="272" y="346"/>
                  </a:lnTo>
                  <a:lnTo>
                    <a:pt x="274" y="344"/>
                  </a:lnTo>
                  <a:lnTo>
                    <a:pt x="276" y="336"/>
                  </a:lnTo>
                  <a:lnTo>
                    <a:pt x="280" y="336"/>
                  </a:lnTo>
                  <a:lnTo>
                    <a:pt x="280" y="338"/>
                  </a:lnTo>
                  <a:lnTo>
                    <a:pt x="278" y="338"/>
                  </a:lnTo>
                  <a:lnTo>
                    <a:pt x="280" y="340"/>
                  </a:lnTo>
                  <a:lnTo>
                    <a:pt x="282" y="346"/>
                  </a:lnTo>
                  <a:lnTo>
                    <a:pt x="284" y="354"/>
                  </a:lnTo>
                  <a:lnTo>
                    <a:pt x="282" y="358"/>
                  </a:lnTo>
                  <a:lnTo>
                    <a:pt x="294" y="354"/>
                  </a:lnTo>
                  <a:lnTo>
                    <a:pt x="298" y="370"/>
                  </a:lnTo>
                  <a:lnTo>
                    <a:pt x="298" y="386"/>
                  </a:lnTo>
                  <a:lnTo>
                    <a:pt x="306" y="390"/>
                  </a:lnTo>
                  <a:lnTo>
                    <a:pt x="306" y="394"/>
                  </a:lnTo>
                  <a:lnTo>
                    <a:pt x="308" y="396"/>
                  </a:lnTo>
                  <a:lnTo>
                    <a:pt x="320" y="402"/>
                  </a:lnTo>
                  <a:lnTo>
                    <a:pt x="320" y="400"/>
                  </a:lnTo>
                  <a:lnTo>
                    <a:pt x="322" y="398"/>
                  </a:lnTo>
                  <a:lnTo>
                    <a:pt x="326" y="400"/>
                  </a:lnTo>
                  <a:lnTo>
                    <a:pt x="326" y="402"/>
                  </a:lnTo>
                  <a:lnTo>
                    <a:pt x="330" y="408"/>
                  </a:lnTo>
                  <a:lnTo>
                    <a:pt x="334" y="410"/>
                  </a:lnTo>
                  <a:lnTo>
                    <a:pt x="338" y="410"/>
                  </a:lnTo>
                  <a:lnTo>
                    <a:pt x="342" y="410"/>
                  </a:lnTo>
                  <a:lnTo>
                    <a:pt x="344" y="408"/>
                  </a:lnTo>
                  <a:lnTo>
                    <a:pt x="346" y="404"/>
                  </a:lnTo>
                  <a:lnTo>
                    <a:pt x="348" y="400"/>
                  </a:lnTo>
                  <a:lnTo>
                    <a:pt x="352" y="400"/>
                  </a:lnTo>
                  <a:lnTo>
                    <a:pt x="352" y="398"/>
                  </a:lnTo>
                  <a:lnTo>
                    <a:pt x="350" y="396"/>
                  </a:lnTo>
                  <a:lnTo>
                    <a:pt x="358" y="392"/>
                  </a:lnTo>
                  <a:lnTo>
                    <a:pt x="358" y="394"/>
                  </a:lnTo>
                  <a:lnTo>
                    <a:pt x="360" y="396"/>
                  </a:lnTo>
                  <a:lnTo>
                    <a:pt x="356" y="398"/>
                  </a:lnTo>
                  <a:lnTo>
                    <a:pt x="354" y="402"/>
                  </a:lnTo>
                  <a:lnTo>
                    <a:pt x="364" y="400"/>
                  </a:lnTo>
                  <a:lnTo>
                    <a:pt x="360" y="406"/>
                  </a:lnTo>
                  <a:lnTo>
                    <a:pt x="370" y="410"/>
                  </a:lnTo>
                  <a:lnTo>
                    <a:pt x="370" y="414"/>
                  </a:lnTo>
                  <a:lnTo>
                    <a:pt x="372" y="416"/>
                  </a:lnTo>
                  <a:lnTo>
                    <a:pt x="372" y="414"/>
                  </a:lnTo>
                  <a:lnTo>
                    <a:pt x="374" y="410"/>
                  </a:lnTo>
                  <a:lnTo>
                    <a:pt x="376" y="410"/>
                  </a:lnTo>
                  <a:lnTo>
                    <a:pt x="378" y="410"/>
                  </a:lnTo>
                  <a:lnTo>
                    <a:pt x="382" y="408"/>
                  </a:lnTo>
                  <a:lnTo>
                    <a:pt x="384" y="402"/>
                  </a:lnTo>
                  <a:lnTo>
                    <a:pt x="388" y="394"/>
                  </a:lnTo>
                  <a:lnTo>
                    <a:pt x="400" y="394"/>
                  </a:lnTo>
                  <a:lnTo>
                    <a:pt x="408" y="394"/>
                  </a:lnTo>
                  <a:lnTo>
                    <a:pt x="408" y="392"/>
                  </a:lnTo>
                  <a:lnTo>
                    <a:pt x="412" y="390"/>
                  </a:lnTo>
                  <a:lnTo>
                    <a:pt x="412" y="386"/>
                  </a:lnTo>
                  <a:lnTo>
                    <a:pt x="414" y="382"/>
                  </a:lnTo>
                  <a:lnTo>
                    <a:pt x="412" y="382"/>
                  </a:lnTo>
                  <a:lnTo>
                    <a:pt x="410" y="380"/>
                  </a:lnTo>
                  <a:lnTo>
                    <a:pt x="408" y="378"/>
                  </a:lnTo>
                  <a:lnTo>
                    <a:pt x="408" y="376"/>
                  </a:lnTo>
                  <a:lnTo>
                    <a:pt x="414" y="372"/>
                  </a:lnTo>
                  <a:lnTo>
                    <a:pt x="414" y="368"/>
                  </a:lnTo>
                  <a:lnTo>
                    <a:pt x="414" y="364"/>
                  </a:lnTo>
                  <a:lnTo>
                    <a:pt x="416" y="356"/>
                  </a:lnTo>
                  <a:lnTo>
                    <a:pt x="420" y="348"/>
                  </a:lnTo>
                  <a:lnTo>
                    <a:pt x="424" y="340"/>
                  </a:lnTo>
                  <a:lnTo>
                    <a:pt x="424" y="330"/>
                  </a:lnTo>
                  <a:lnTo>
                    <a:pt x="424" y="324"/>
                  </a:lnTo>
                  <a:lnTo>
                    <a:pt x="430" y="324"/>
                  </a:lnTo>
                  <a:lnTo>
                    <a:pt x="430" y="318"/>
                  </a:lnTo>
                  <a:lnTo>
                    <a:pt x="434" y="314"/>
                  </a:lnTo>
                  <a:lnTo>
                    <a:pt x="442" y="312"/>
                  </a:lnTo>
                  <a:lnTo>
                    <a:pt x="442" y="308"/>
                  </a:lnTo>
                  <a:lnTo>
                    <a:pt x="440" y="308"/>
                  </a:lnTo>
                  <a:lnTo>
                    <a:pt x="440" y="306"/>
                  </a:lnTo>
                  <a:lnTo>
                    <a:pt x="442" y="302"/>
                  </a:lnTo>
                  <a:lnTo>
                    <a:pt x="444" y="302"/>
                  </a:lnTo>
                  <a:lnTo>
                    <a:pt x="446" y="298"/>
                  </a:lnTo>
                  <a:lnTo>
                    <a:pt x="446" y="290"/>
                  </a:lnTo>
                  <a:lnTo>
                    <a:pt x="446" y="286"/>
                  </a:lnTo>
                  <a:lnTo>
                    <a:pt x="446" y="284"/>
                  </a:lnTo>
                  <a:lnTo>
                    <a:pt x="446" y="274"/>
                  </a:lnTo>
                  <a:lnTo>
                    <a:pt x="446" y="264"/>
                  </a:lnTo>
                  <a:lnTo>
                    <a:pt x="450" y="264"/>
                  </a:lnTo>
                  <a:lnTo>
                    <a:pt x="452" y="258"/>
                  </a:lnTo>
                  <a:lnTo>
                    <a:pt x="452" y="250"/>
                  </a:lnTo>
                  <a:lnTo>
                    <a:pt x="450" y="246"/>
                  </a:lnTo>
                  <a:lnTo>
                    <a:pt x="444" y="234"/>
                  </a:lnTo>
                  <a:lnTo>
                    <a:pt x="444" y="228"/>
                  </a:lnTo>
                  <a:lnTo>
                    <a:pt x="446" y="220"/>
                  </a:lnTo>
                  <a:lnTo>
                    <a:pt x="446" y="212"/>
                  </a:lnTo>
                  <a:lnTo>
                    <a:pt x="444" y="204"/>
                  </a:lnTo>
                  <a:lnTo>
                    <a:pt x="434" y="198"/>
                  </a:lnTo>
                  <a:lnTo>
                    <a:pt x="434" y="194"/>
                  </a:lnTo>
                  <a:lnTo>
                    <a:pt x="434" y="190"/>
                  </a:lnTo>
                  <a:lnTo>
                    <a:pt x="428" y="186"/>
                  </a:lnTo>
                  <a:lnTo>
                    <a:pt x="424" y="184"/>
                  </a:lnTo>
                  <a:lnTo>
                    <a:pt x="422" y="176"/>
                  </a:lnTo>
                  <a:lnTo>
                    <a:pt x="422" y="166"/>
                  </a:lnTo>
                  <a:lnTo>
                    <a:pt x="416" y="162"/>
                  </a:lnTo>
                  <a:lnTo>
                    <a:pt x="408" y="160"/>
                  </a:lnTo>
                  <a:lnTo>
                    <a:pt x="408" y="148"/>
                  </a:lnTo>
                  <a:lnTo>
                    <a:pt x="406" y="142"/>
                  </a:lnTo>
                  <a:lnTo>
                    <a:pt x="402" y="138"/>
                  </a:lnTo>
                  <a:lnTo>
                    <a:pt x="400" y="138"/>
                  </a:lnTo>
                  <a:lnTo>
                    <a:pt x="402" y="136"/>
                  </a:lnTo>
                  <a:lnTo>
                    <a:pt x="402" y="134"/>
                  </a:lnTo>
                  <a:lnTo>
                    <a:pt x="402" y="132"/>
                  </a:lnTo>
                  <a:lnTo>
                    <a:pt x="402" y="130"/>
                  </a:lnTo>
                  <a:lnTo>
                    <a:pt x="402" y="128"/>
                  </a:lnTo>
                  <a:lnTo>
                    <a:pt x="386" y="120"/>
                  </a:lnTo>
                  <a:lnTo>
                    <a:pt x="378" y="116"/>
                  </a:lnTo>
                  <a:lnTo>
                    <a:pt x="374" y="112"/>
                  </a:lnTo>
                  <a:lnTo>
                    <a:pt x="372" y="106"/>
                  </a:lnTo>
                  <a:lnTo>
                    <a:pt x="372" y="100"/>
                  </a:lnTo>
                  <a:lnTo>
                    <a:pt x="372" y="94"/>
                  </a:lnTo>
                  <a:lnTo>
                    <a:pt x="372" y="88"/>
                  </a:lnTo>
                  <a:lnTo>
                    <a:pt x="370" y="84"/>
                  </a:lnTo>
                  <a:lnTo>
                    <a:pt x="368" y="80"/>
                  </a:lnTo>
                  <a:lnTo>
                    <a:pt x="362" y="74"/>
                  </a:lnTo>
                  <a:lnTo>
                    <a:pt x="362" y="68"/>
                  </a:lnTo>
                  <a:lnTo>
                    <a:pt x="364" y="64"/>
                  </a:lnTo>
                  <a:lnTo>
                    <a:pt x="364" y="58"/>
                  </a:lnTo>
                  <a:lnTo>
                    <a:pt x="362" y="54"/>
                  </a:lnTo>
                  <a:lnTo>
                    <a:pt x="358" y="54"/>
                  </a:lnTo>
                  <a:lnTo>
                    <a:pt x="356" y="50"/>
                  </a:lnTo>
                  <a:lnTo>
                    <a:pt x="354" y="50"/>
                  </a:lnTo>
                  <a:lnTo>
                    <a:pt x="354" y="44"/>
                  </a:lnTo>
                  <a:lnTo>
                    <a:pt x="348" y="46"/>
                  </a:lnTo>
                  <a:lnTo>
                    <a:pt x="348" y="50"/>
                  </a:lnTo>
                  <a:lnTo>
                    <a:pt x="346" y="50"/>
                  </a:lnTo>
                  <a:lnTo>
                    <a:pt x="346" y="48"/>
                  </a:lnTo>
                  <a:lnTo>
                    <a:pt x="344" y="48"/>
                  </a:lnTo>
                  <a:lnTo>
                    <a:pt x="342" y="32"/>
                  </a:lnTo>
                  <a:lnTo>
                    <a:pt x="340" y="22"/>
                  </a:lnTo>
                  <a:lnTo>
                    <a:pt x="330" y="0"/>
                  </a:lnTo>
                  <a:lnTo>
                    <a:pt x="324" y="0"/>
                  </a:lnTo>
                  <a:lnTo>
                    <a:pt x="322" y="18"/>
                  </a:lnTo>
                  <a:lnTo>
                    <a:pt x="322" y="34"/>
                  </a:lnTo>
                  <a:lnTo>
                    <a:pt x="320" y="36"/>
                  </a:lnTo>
                  <a:lnTo>
                    <a:pt x="318" y="46"/>
                  </a:lnTo>
                  <a:lnTo>
                    <a:pt x="320" y="54"/>
                  </a:lnTo>
                  <a:lnTo>
                    <a:pt x="320" y="62"/>
                  </a:lnTo>
                  <a:lnTo>
                    <a:pt x="320" y="72"/>
                  </a:lnTo>
                  <a:lnTo>
                    <a:pt x="316" y="74"/>
                  </a:lnTo>
                  <a:lnTo>
                    <a:pt x="316" y="78"/>
                  </a:lnTo>
                  <a:lnTo>
                    <a:pt x="316" y="82"/>
                  </a:lnTo>
                  <a:lnTo>
                    <a:pt x="312" y="86"/>
                  </a:lnTo>
                  <a:lnTo>
                    <a:pt x="312" y="90"/>
                  </a:lnTo>
                  <a:lnTo>
                    <a:pt x="312" y="94"/>
                  </a:lnTo>
                  <a:lnTo>
                    <a:pt x="310" y="94"/>
                  </a:lnTo>
                  <a:lnTo>
                    <a:pt x="308" y="94"/>
                  </a:lnTo>
                  <a:lnTo>
                    <a:pt x="304" y="94"/>
                  </a:lnTo>
                  <a:lnTo>
                    <a:pt x="300" y="94"/>
                  </a:lnTo>
                  <a:lnTo>
                    <a:pt x="298" y="94"/>
                  </a:lnTo>
                  <a:lnTo>
                    <a:pt x="296" y="90"/>
                  </a:lnTo>
                  <a:lnTo>
                    <a:pt x="294" y="84"/>
                  </a:lnTo>
                  <a:lnTo>
                    <a:pt x="292" y="84"/>
                  </a:lnTo>
                  <a:lnTo>
                    <a:pt x="290" y="84"/>
                  </a:lnTo>
                  <a:lnTo>
                    <a:pt x="286" y="82"/>
                  </a:lnTo>
                  <a:lnTo>
                    <a:pt x="284" y="78"/>
                  </a:lnTo>
                  <a:lnTo>
                    <a:pt x="280" y="74"/>
                  </a:lnTo>
                  <a:lnTo>
                    <a:pt x="278" y="70"/>
                  </a:lnTo>
                  <a:lnTo>
                    <a:pt x="270" y="68"/>
                  </a:lnTo>
                  <a:lnTo>
                    <a:pt x="264" y="68"/>
                  </a:lnTo>
                  <a:lnTo>
                    <a:pt x="264" y="64"/>
                  </a:lnTo>
                  <a:lnTo>
                    <a:pt x="252" y="58"/>
                  </a:lnTo>
                  <a:lnTo>
                    <a:pt x="252" y="46"/>
                  </a:lnTo>
                  <a:lnTo>
                    <a:pt x="256" y="44"/>
                  </a:lnTo>
                  <a:lnTo>
                    <a:pt x="258" y="38"/>
                  </a:lnTo>
                  <a:lnTo>
                    <a:pt x="256" y="36"/>
                  </a:lnTo>
                  <a:lnTo>
                    <a:pt x="254" y="34"/>
                  </a:lnTo>
                  <a:lnTo>
                    <a:pt x="258" y="34"/>
                  </a:lnTo>
                  <a:lnTo>
                    <a:pt x="264" y="34"/>
                  </a:lnTo>
                  <a:lnTo>
                    <a:pt x="264" y="28"/>
                  </a:lnTo>
                  <a:lnTo>
                    <a:pt x="262" y="28"/>
                  </a:lnTo>
                  <a:lnTo>
                    <a:pt x="262" y="26"/>
                  </a:lnTo>
                  <a:lnTo>
                    <a:pt x="264" y="24"/>
                  </a:lnTo>
                  <a:lnTo>
                    <a:pt x="266" y="22"/>
                  </a:lnTo>
                  <a:lnTo>
                    <a:pt x="268" y="20"/>
                  </a:lnTo>
                  <a:lnTo>
                    <a:pt x="266" y="14"/>
                  </a:lnTo>
                  <a:lnTo>
                    <a:pt x="256" y="18"/>
                  </a:lnTo>
                  <a:lnTo>
                    <a:pt x="254" y="14"/>
                  </a:lnTo>
                  <a:lnTo>
                    <a:pt x="246" y="14"/>
                  </a:lnTo>
                  <a:lnTo>
                    <a:pt x="236" y="12"/>
                  </a:lnTo>
                  <a:lnTo>
                    <a:pt x="234" y="12"/>
                  </a:lnTo>
                  <a:lnTo>
                    <a:pt x="232" y="12"/>
                  </a:lnTo>
                  <a:lnTo>
                    <a:pt x="234" y="12"/>
                  </a:lnTo>
                  <a:lnTo>
                    <a:pt x="230" y="10"/>
                  </a:lnTo>
                  <a:lnTo>
                    <a:pt x="228" y="8"/>
                  </a:lnTo>
                  <a:lnTo>
                    <a:pt x="226" y="10"/>
                  </a:lnTo>
                  <a:lnTo>
                    <a:pt x="224" y="10"/>
                  </a:lnTo>
                  <a:lnTo>
                    <a:pt x="226" y="12"/>
                  </a:lnTo>
                  <a:lnTo>
                    <a:pt x="222" y="10"/>
                  </a:lnTo>
                  <a:lnTo>
                    <a:pt x="220" y="10"/>
                  </a:lnTo>
                  <a:lnTo>
                    <a:pt x="222" y="10"/>
                  </a:lnTo>
                  <a:lnTo>
                    <a:pt x="218" y="6"/>
                  </a:lnTo>
                  <a:lnTo>
                    <a:pt x="214" y="4"/>
                  </a:lnTo>
                  <a:lnTo>
                    <a:pt x="210" y="4"/>
                  </a:lnTo>
                  <a:lnTo>
                    <a:pt x="214" y="8"/>
                  </a:lnTo>
                  <a:lnTo>
                    <a:pt x="224" y="14"/>
                  </a:lnTo>
                  <a:lnTo>
                    <a:pt x="222" y="18"/>
                  </a:lnTo>
                  <a:lnTo>
                    <a:pt x="222" y="20"/>
                  </a:lnTo>
                  <a:lnTo>
                    <a:pt x="220" y="18"/>
                  </a:lnTo>
                  <a:lnTo>
                    <a:pt x="220" y="22"/>
                  </a:lnTo>
                  <a:lnTo>
                    <a:pt x="216" y="22"/>
                  </a:lnTo>
                  <a:lnTo>
                    <a:pt x="212" y="20"/>
                  </a:lnTo>
                  <a:lnTo>
                    <a:pt x="206" y="18"/>
                  </a:lnTo>
                  <a:lnTo>
                    <a:pt x="202" y="16"/>
                  </a:lnTo>
                  <a:lnTo>
                    <a:pt x="200" y="22"/>
                  </a:lnTo>
                  <a:lnTo>
                    <a:pt x="198" y="20"/>
                  </a:lnTo>
                  <a:lnTo>
                    <a:pt x="196" y="18"/>
                  </a:lnTo>
                  <a:lnTo>
                    <a:pt x="192" y="28"/>
                  </a:lnTo>
                  <a:lnTo>
                    <a:pt x="194" y="32"/>
                  </a:lnTo>
                  <a:lnTo>
                    <a:pt x="196" y="34"/>
                  </a:lnTo>
                  <a:lnTo>
                    <a:pt x="192" y="34"/>
                  </a:lnTo>
                  <a:lnTo>
                    <a:pt x="188" y="34"/>
                  </a:lnTo>
                  <a:lnTo>
                    <a:pt x="188" y="42"/>
                  </a:lnTo>
                  <a:lnTo>
                    <a:pt x="184" y="44"/>
                  </a:lnTo>
                  <a:lnTo>
                    <a:pt x="182" y="46"/>
                  </a:lnTo>
                  <a:lnTo>
                    <a:pt x="186" y="54"/>
                  </a:lnTo>
                  <a:lnTo>
                    <a:pt x="186" y="56"/>
                  </a:lnTo>
                  <a:lnTo>
                    <a:pt x="180" y="56"/>
                  </a:lnTo>
                  <a:lnTo>
                    <a:pt x="178" y="56"/>
                  </a:lnTo>
                  <a:lnTo>
                    <a:pt x="176" y="54"/>
                  </a:lnTo>
                  <a:lnTo>
                    <a:pt x="174" y="54"/>
                  </a:lnTo>
                  <a:lnTo>
                    <a:pt x="170" y="54"/>
                  </a:lnTo>
                  <a:lnTo>
                    <a:pt x="170" y="60"/>
                  </a:lnTo>
                  <a:lnTo>
                    <a:pt x="166" y="62"/>
                  </a:lnTo>
                  <a:lnTo>
                    <a:pt x="168" y="52"/>
                  </a:lnTo>
                  <a:lnTo>
                    <a:pt x="166" y="48"/>
                  </a:lnTo>
                  <a:lnTo>
                    <a:pt x="162" y="44"/>
                  </a:lnTo>
                  <a:lnTo>
                    <a:pt x="160" y="40"/>
                  </a:lnTo>
                  <a:lnTo>
                    <a:pt x="150" y="42"/>
                  </a:lnTo>
                  <a:lnTo>
                    <a:pt x="148" y="44"/>
                  </a:lnTo>
                  <a:lnTo>
                    <a:pt x="146" y="50"/>
                  </a:lnTo>
                  <a:lnTo>
                    <a:pt x="146" y="48"/>
                  </a:lnTo>
                  <a:lnTo>
                    <a:pt x="144" y="46"/>
                  </a:lnTo>
                  <a:lnTo>
                    <a:pt x="142" y="46"/>
                  </a:lnTo>
                  <a:lnTo>
                    <a:pt x="144" y="50"/>
                  </a:lnTo>
                  <a:lnTo>
                    <a:pt x="140" y="50"/>
                  </a:lnTo>
                  <a:lnTo>
                    <a:pt x="142" y="56"/>
                  </a:lnTo>
                  <a:lnTo>
                    <a:pt x="138" y="56"/>
                  </a:lnTo>
                  <a:lnTo>
                    <a:pt x="136" y="56"/>
                  </a:lnTo>
                  <a:lnTo>
                    <a:pt x="138" y="58"/>
                  </a:lnTo>
                  <a:lnTo>
                    <a:pt x="138" y="60"/>
                  </a:lnTo>
                  <a:lnTo>
                    <a:pt x="138" y="62"/>
                  </a:lnTo>
                  <a:lnTo>
                    <a:pt x="132" y="58"/>
                  </a:lnTo>
                  <a:lnTo>
                    <a:pt x="130" y="60"/>
                  </a:lnTo>
                  <a:lnTo>
                    <a:pt x="130" y="62"/>
                  </a:lnTo>
                  <a:lnTo>
                    <a:pt x="130" y="68"/>
                  </a:lnTo>
                  <a:lnTo>
                    <a:pt x="130" y="72"/>
                  </a:lnTo>
                  <a:lnTo>
                    <a:pt x="122" y="68"/>
                  </a:lnTo>
                  <a:lnTo>
                    <a:pt x="120" y="68"/>
                  </a:lnTo>
                  <a:lnTo>
                    <a:pt x="118" y="70"/>
                  </a:lnTo>
                  <a:lnTo>
                    <a:pt x="118" y="82"/>
                  </a:lnTo>
                  <a:lnTo>
                    <a:pt x="122" y="80"/>
                  </a:lnTo>
                  <a:lnTo>
                    <a:pt x="120" y="84"/>
                  </a:lnTo>
                  <a:lnTo>
                    <a:pt x="118" y="88"/>
                  </a:lnTo>
                  <a:lnTo>
                    <a:pt x="114" y="82"/>
                  </a:lnTo>
                  <a:lnTo>
                    <a:pt x="112" y="76"/>
                  </a:lnTo>
                  <a:lnTo>
                    <a:pt x="110" y="78"/>
                  </a:lnTo>
                  <a:lnTo>
                    <a:pt x="104" y="82"/>
                  </a:lnTo>
                  <a:lnTo>
                    <a:pt x="102" y="94"/>
                  </a:lnTo>
                  <a:lnTo>
                    <a:pt x="102" y="98"/>
                  </a:lnTo>
                  <a:lnTo>
                    <a:pt x="104" y="100"/>
                  </a:lnTo>
                  <a:lnTo>
                    <a:pt x="100" y="104"/>
                  </a:lnTo>
                  <a:lnTo>
                    <a:pt x="94" y="108"/>
                  </a:lnTo>
                  <a:lnTo>
                    <a:pt x="94" y="112"/>
                  </a:lnTo>
                  <a:lnTo>
                    <a:pt x="92" y="116"/>
                  </a:lnTo>
                  <a:lnTo>
                    <a:pt x="88" y="118"/>
                  </a:lnTo>
                  <a:lnTo>
                    <a:pt x="84" y="120"/>
                  </a:lnTo>
                  <a:lnTo>
                    <a:pt x="74" y="122"/>
                  </a:lnTo>
                  <a:lnTo>
                    <a:pt x="72" y="124"/>
                  </a:lnTo>
                  <a:lnTo>
                    <a:pt x="70" y="124"/>
                  </a:lnTo>
                  <a:lnTo>
                    <a:pt x="68" y="124"/>
                  </a:lnTo>
                  <a:lnTo>
                    <a:pt x="68" y="122"/>
                  </a:lnTo>
                  <a:lnTo>
                    <a:pt x="66" y="122"/>
                  </a:lnTo>
                  <a:lnTo>
                    <a:pt x="64" y="128"/>
                  </a:lnTo>
                  <a:lnTo>
                    <a:pt x="62" y="132"/>
                  </a:lnTo>
                  <a:lnTo>
                    <a:pt x="54" y="132"/>
                  </a:lnTo>
                  <a:lnTo>
                    <a:pt x="52" y="136"/>
                  </a:lnTo>
                  <a:lnTo>
                    <a:pt x="46" y="134"/>
                  </a:lnTo>
                  <a:lnTo>
                    <a:pt x="42" y="134"/>
                  </a:lnTo>
                  <a:lnTo>
                    <a:pt x="40" y="136"/>
                  </a:lnTo>
                  <a:lnTo>
                    <a:pt x="40" y="138"/>
                  </a:lnTo>
                  <a:lnTo>
                    <a:pt x="36" y="138"/>
                  </a:lnTo>
                  <a:lnTo>
                    <a:pt x="34" y="138"/>
                  </a:lnTo>
                  <a:lnTo>
                    <a:pt x="34" y="140"/>
                  </a:lnTo>
                  <a:lnTo>
                    <a:pt x="26" y="146"/>
                  </a:lnTo>
                  <a:lnTo>
                    <a:pt x="18" y="154"/>
                  </a:lnTo>
                  <a:lnTo>
                    <a:pt x="12" y="158"/>
                  </a:lnTo>
                  <a:lnTo>
                    <a:pt x="8" y="160"/>
                  </a:lnTo>
                  <a:lnTo>
                    <a:pt x="10" y="154"/>
                  </a:lnTo>
                  <a:lnTo>
                    <a:pt x="8" y="156"/>
                  </a:lnTo>
                  <a:lnTo>
                    <a:pt x="6" y="158"/>
                  </a:lnTo>
                  <a:lnTo>
                    <a:pt x="6" y="162"/>
                  </a:lnTo>
                  <a:lnTo>
                    <a:pt x="6" y="170"/>
                  </a:lnTo>
                  <a:lnTo>
                    <a:pt x="8" y="174"/>
                  </a:lnTo>
                  <a:lnTo>
                    <a:pt x="8" y="178"/>
                  </a:lnTo>
                  <a:lnTo>
                    <a:pt x="4" y="182"/>
                  </a:lnTo>
                  <a:lnTo>
                    <a:pt x="0" y="184"/>
                  </a:lnTo>
                  <a:lnTo>
                    <a:pt x="2" y="188"/>
                  </a:lnTo>
                  <a:lnTo>
                    <a:pt x="2" y="190"/>
                  </a:lnTo>
                  <a:lnTo>
                    <a:pt x="4" y="190"/>
                  </a:lnTo>
                  <a:lnTo>
                    <a:pt x="6" y="194"/>
                  </a:lnTo>
                  <a:lnTo>
                    <a:pt x="8" y="198"/>
                  </a:lnTo>
                  <a:lnTo>
                    <a:pt x="10" y="206"/>
                  </a:lnTo>
                  <a:lnTo>
                    <a:pt x="10" y="216"/>
                  </a:lnTo>
                  <a:lnTo>
                    <a:pt x="8" y="214"/>
                  </a:lnTo>
                  <a:lnTo>
                    <a:pt x="6" y="214"/>
                  </a:lnTo>
                  <a:lnTo>
                    <a:pt x="6" y="208"/>
                  </a:lnTo>
                  <a:lnTo>
                    <a:pt x="4" y="208"/>
                  </a:lnTo>
                  <a:lnTo>
                    <a:pt x="4" y="210"/>
                  </a:lnTo>
                  <a:lnTo>
                    <a:pt x="4" y="214"/>
                  </a:lnTo>
                  <a:lnTo>
                    <a:pt x="12" y="220"/>
                  </a:lnTo>
                  <a:lnTo>
                    <a:pt x="12" y="222"/>
                  </a:lnTo>
                  <a:lnTo>
                    <a:pt x="10" y="222"/>
                  </a:lnTo>
                  <a:lnTo>
                    <a:pt x="2" y="218"/>
                  </a:lnTo>
                  <a:lnTo>
                    <a:pt x="2" y="222"/>
                  </a:lnTo>
                  <a:lnTo>
                    <a:pt x="8" y="228"/>
                  </a:lnTo>
                  <a:lnTo>
                    <a:pt x="10" y="230"/>
                  </a:lnTo>
                  <a:lnTo>
                    <a:pt x="12" y="232"/>
                  </a:lnTo>
                  <a:lnTo>
                    <a:pt x="12" y="238"/>
                  </a:lnTo>
                  <a:lnTo>
                    <a:pt x="12" y="244"/>
                  </a:lnTo>
                  <a:lnTo>
                    <a:pt x="16" y="246"/>
                  </a:lnTo>
                  <a:lnTo>
                    <a:pt x="20" y="248"/>
                  </a:lnTo>
                  <a:close/>
                  <a:moveTo>
                    <a:pt x="380" y="480"/>
                  </a:moveTo>
                  <a:lnTo>
                    <a:pt x="382" y="484"/>
                  </a:lnTo>
                  <a:lnTo>
                    <a:pt x="382" y="482"/>
                  </a:lnTo>
                  <a:lnTo>
                    <a:pt x="380" y="480"/>
                  </a:lnTo>
                  <a:close/>
                  <a:moveTo>
                    <a:pt x="350" y="438"/>
                  </a:moveTo>
                  <a:lnTo>
                    <a:pt x="350" y="438"/>
                  </a:lnTo>
                  <a:lnTo>
                    <a:pt x="350" y="442"/>
                  </a:lnTo>
                  <a:lnTo>
                    <a:pt x="348" y="444"/>
                  </a:lnTo>
                  <a:lnTo>
                    <a:pt x="352" y="448"/>
                  </a:lnTo>
                  <a:lnTo>
                    <a:pt x="354" y="452"/>
                  </a:lnTo>
                  <a:lnTo>
                    <a:pt x="356" y="458"/>
                  </a:lnTo>
                  <a:lnTo>
                    <a:pt x="358" y="462"/>
                  </a:lnTo>
                  <a:lnTo>
                    <a:pt x="362" y="464"/>
                  </a:lnTo>
                  <a:lnTo>
                    <a:pt x="360" y="466"/>
                  </a:lnTo>
                  <a:lnTo>
                    <a:pt x="360" y="468"/>
                  </a:lnTo>
                  <a:lnTo>
                    <a:pt x="360" y="472"/>
                  </a:lnTo>
                  <a:lnTo>
                    <a:pt x="366" y="476"/>
                  </a:lnTo>
                  <a:lnTo>
                    <a:pt x="368" y="480"/>
                  </a:lnTo>
                  <a:lnTo>
                    <a:pt x="368" y="484"/>
                  </a:lnTo>
                  <a:lnTo>
                    <a:pt x="374" y="486"/>
                  </a:lnTo>
                  <a:lnTo>
                    <a:pt x="378" y="484"/>
                  </a:lnTo>
                  <a:lnTo>
                    <a:pt x="382" y="476"/>
                  </a:lnTo>
                  <a:lnTo>
                    <a:pt x="386" y="478"/>
                  </a:lnTo>
                  <a:lnTo>
                    <a:pt x="386" y="480"/>
                  </a:lnTo>
                  <a:lnTo>
                    <a:pt x="388" y="478"/>
                  </a:lnTo>
                  <a:lnTo>
                    <a:pt x="388" y="476"/>
                  </a:lnTo>
                  <a:lnTo>
                    <a:pt x="388" y="468"/>
                  </a:lnTo>
                  <a:lnTo>
                    <a:pt x="388" y="462"/>
                  </a:lnTo>
                  <a:lnTo>
                    <a:pt x="392" y="462"/>
                  </a:lnTo>
                  <a:lnTo>
                    <a:pt x="392" y="452"/>
                  </a:lnTo>
                  <a:lnTo>
                    <a:pt x="390" y="442"/>
                  </a:lnTo>
                  <a:lnTo>
                    <a:pt x="380" y="446"/>
                  </a:lnTo>
                  <a:lnTo>
                    <a:pt x="370" y="446"/>
                  </a:lnTo>
                  <a:lnTo>
                    <a:pt x="350" y="438"/>
                  </a:lnTo>
                  <a:close/>
                  <a:moveTo>
                    <a:pt x="388" y="426"/>
                  </a:moveTo>
                  <a:lnTo>
                    <a:pt x="388" y="426"/>
                  </a:lnTo>
                  <a:lnTo>
                    <a:pt x="388" y="434"/>
                  </a:lnTo>
                  <a:lnTo>
                    <a:pt x="392" y="434"/>
                  </a:lnTo>
                  <a:lnTo>
                    <a:pt x="392" y="432"/>
                  </a:lnTo>
                  <a:lnTo>
                    <a:pt x="390" y="428"/>
                  </a:lnTo>
                  <a:lnTo>
                    <a:pt x="388" y="426"/>
                  </a:lnTo>
                  <a:close/>
                  <a:moveTo>
                    <a:pt x="340" y="422"/>
                  </a:moveTo>
                  <a:lnTo>
                    <a:pt x="340" y="422"/>
                  </a:lnTo>
                  <a:lnTo>
                    <a:pt x="340" y="424"/>
                  </a:lnTo>
                  <a:lnTo>
                    <a:pt x="340" y="426"/>
                  </a:lnTo>
                  <a:lnTo>
                    <a:pt x="342" y="430"/>
                  </a:lnTo>
                  <a:lnTo>
                    <a:pt x="344" y="426"/>
                  </a:lnTo>
                  <a:lnTo>
                    <a:pt x="344" y="422"/>
                  </a:lnTo>
                  <a:lnTo>
                    <a:pt x="340" y="422"/>
                  </a:lnTo>
                  <a:close/>
                  <a:moveTo>
                    <a:pt x="270" y="358"/>
                  </a:moveTo>
                  <a:lnTo>
                    <a:pt x="268" y="364"/>
                  </a:lnTo>
                  <a:lnTo>
                    <a:pt x="276" y="362"/>
                  </a:lnTo>
                  <a:lnTo>
                    <a:pt x="278" y="360"/>
                  </a:lnTo>
                  <a:lnTo>
                    <a:pt x="276" y="360"/>
                  </a:lnTo>
                  <a:lnTo>
                    <a:pt x="270" y="358"/>
                  </a:lnTo>
                  <a:close/>
                  <a:moveTo>
                    <a:pt x="250" y="290"/>
                  </a:moveTo>
                  <a:lnTo>
                    <a:pt x="250" y="290"/>
                  </a:lnTo>
                  <a:lnTo>
                    <a:pt x="250" y="292"/>
                  </a:lnTo>
                  <a:lnTo>
                    <a:pt x="248" y="294"/>
                  </a:lnTo>
                  <a:lnTo>
                    <a:pt x="248" y="292"/>
                  </a:lnTo>
                  <a:lnTo>
                    <a:pt x="248" y="290"/>
                  </a:lnTo>
                  <a:lnTo>
                    <a:pt x="250" y="290"/>
                  </a:lnTo>
                  <a:close/>
                  <a:moveTo>
                    <a:pt x="254" y="288"/>
                  </a:moveTo>
                  <a:lnTo>
                    <a:pt x="254" y="288"/>
                  </a:lnTo>
                  <a:lnTo>
                    <a:pt x="258" y="296"/>
                  </a:lnTo>
                  <a:lnTo>
                    <a:pt x="258" y="300"/>
                  </a:lnTo>
                  <a:lnTo>
                    <a:pt x="254" y="300"/>
                  </a:lnTo>
                  <a:lnTo>
                    <a:pt x="254" y="294"/>
                  </a:lnTo>
                  <a:lnTo>
                    <a:pt x="254" y="288"/>
                  </a:lnTo>
                  <a:close/>
                  <a:moveTo>
                    <a:pt x="274" y="284"/>
                  </a:moveTo>
                  <a:lnTo>
                    <a:pt x="274" y="284"/>
                  </a:lnTo>
                  <a:lnTo>
                    <a:pt x="278" y="290"/>
                  </a:lnTo>
                  <a:lnTo>
                    <a:pt x="278" y="292"/>
                  </a:lnTo>
                  <a:lnTo>
                    <a:pt x="276" y="292"/>
                  </a:lnTo>
                  <a:lnTo>
                    <a:pt x="274" y="286"/>
                  </a:lnTo>
                  <a:lnTo>
                    <a:pt x="272" y="284"/>
                  </a:lnTo>
                  <a:lnTo>
                    <a:pt x="274" y="284"/>
                  </a:lnTo>
                  <a:close/>
                  <a:moveTo>
                    <a:pt x="0" y="210"/>
                  </a:moveTo>
                  <a:lnTo>
                    <a:pt x="2" y="218"/>
                  </a:lnTo>
                  <a:lnTo>
                    <a:pt x="2" y="212"/>
                  </a:lnTo>
                  <a:lnTo>
                    <a:pt x="2" y="210"/>
                  </a:lnTo>
                  <a:lnTo>
                    <a:pt x="0" y="210"/>
                  </a:lnTo>
                  <a:close/>
                  <a:moveTo>
                    <a:pt x="296" y="76"/>
                  </a:moveTo>
                  <a:lnTo>
                    <a:pt x="296" y="76"/>
                  </a:lnTo>
                  <a:lnTo>
                    <a:pt x="294" y="76"/>
                  </a:lnTo>
                  <a:lnTo>
                    <a:pt x="294" y="78"/>
                  </a:lnTo>
                  <a:lnTo>
                    <a:pt x="296" y="80"/>
                  </a:lnTo>
                  <a:lnTo>
                    <a:pt x="298" y="82"/>
                  </a:lnTo>
                  <a:lnTo>
                    <a:pt x="298" y="78"/>
                  </a:lnTo>
                  <a:lnTo>
                    <a:pt x="298" y="76"/>
                  </a:lnTo>
                  <a:lnTo>
                    <a:pt x="296" y="76"/>
                  </a:lnTo>
                  <a:close/>
                  <a:moveTo>
                    <a:pt x="266" y="38"/>
                  </a:moveTo>
                  <a:lnTo>
                    <a:pt x="266" y="38"/>
                  </a:lnTo>
                  <a:lnTo>
                    <a:pt x="262" y="40"/>
                  </a:lnTo>
                  <a:lnTo>
                    <a:pt x="262" y="46"/>
                  </a:lnTo>
                  <a:lnTo>
                    <a:pt x="266" y="44"/>
                  </a:lnTo>
                  <a:lnTo>
                    <a:pt x="268" y="42"/>
                  </a:lnTo>
                  <a:lnTo>
                    <a:pt x="266" y="38"/>
                  </a:lnTo>
                  <a:close/>
                  <a:moveTo>
                    <a:pt x="192" y="10"/>
                  </a:moveTo>
                  <a:lnTo>
                    <a:pt x="192" y="12"/>
                  </a:lnTo>
                  <a:lnTo>
                    <a:pt x="196" y="12"/>
                  </a:lnTo>
                  <a:lnTo>
                    <a:pt x="194" y="12"/>
                  </a:lnTo>
                  <a:lnTo>
                    <a:pt x="194" y="10"/>
                  </a:lnTo>
                  <a:lnTo>
                    <a:pt x="192" y="10"/>
                  </a:lnTo>
                  <a:close/>
                  <a:moveTo>
                    <a:pt x="198" y="8"/>
                  </a:moveTo>
                  <a:lnTo>
                    <a:pt x="198" y="12"/>
                  </a:lnTo>
                  <a:lnTo>
                    <a:pt x="200" y="12"/>
                  </a:lnTo>
                  <a:lnTo>
                    <a:pt x="200" y="10"/>
                  </a:lnTo>
                  <a:lnTo>
                    <a:pt x="198" y="8"/>
                  </a:lnTo>
                  <a:close/>
                  <a:moveTo>
                    <a:pt x="202" y="6"/>
                  </a:moveTo>
                  <a:lnTo>
                    <a:pt x="202" y="10"/>
                  </a:lnTo>
                  <a:lnTo>
                    <a:pt x="206" y="10"/>
                  </a:lnTo>
                  <a:lnTo>
                    <a:pt x="204" y="8"/>
                  </a:lnTo>
                  <a:lnTo>
                    <a:pt x="206" y="8"/>
                  </a:lnTo>
                  <a:lnTo>
                    <a:pt x="204" y="6"/>
                  </a:lnTo>
                  <a:lnTo>
                    <a:pt x="202" y="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0" name="Google Shape;440;p60"/>
            <p:cNvSpPr/>
            <p:nvPr/>
          </p:nvSpPr>
          <p:spPr>
            <a:xfrm>
              <a:off x="8539411" y="3696476"/>
              <a:ext cx="62918" cy="53765"/>
            </a:xfrm>
            <a:custGeom>
              <a:rect b="b" l="l" r="r" t="t"/>
              <a:pathLst>
                <a:path extrusionOk="0" h="38" w="38">
                  <a:moveTo>
                    <a:pt x="2" y="2"/>
                  </a:moveTo>
                  <a:lnTo>
                    <a:pt x="2" y="2"/>
                  </a:lnTo>
                  <a:lnTo>
                    <a:pt x="4" y="4"/>
                  </a:lnTo>
                  <a:lnTo>
                    <a:pt x="4" y="6"/>
                  </a:lnTo>
                  <a:lnTo>
                    <a:pt x="2" y="10"/>
                  </a:lnTo>
                  <a:lnTo>
                    <a:pt x="0" y="12"/>
                  </a:lnTo>
                  <a:lnTo>
                    <a:pt x="0" y="16"/>
                  </a:lnTo>
                  <a:lnTo>
                    <a:pt x="0" y="18"/>
                  </a:lnTo>
                  <a:lnTo>
                    <a:pt x="4" y="20"/>
                  </a:lnTo>
                  <a:lnTo>
                    <a:pt x="12" y="22"/>
                  </a:lnTo>
                  <a:lnTo>
                    <a:pt x="14" y="24"/>
                  </a:lnTo>
                  <a:lnTo>
                    <a:pt x="16" y="26"/>
                  </a:lnTo>
                  <a:lnTo>
                    <a:pt x="16" y="28"/>
                  </a:lnTo>
                  <a:lnTo>
                    <a:pt x="20" y="28"/>
                  </a:lnTo>
                  <a:lnTo>
                    <a:pt x="24" y="28"/>
                  </a:lnTo>
                  <a:lnTo>
                    <a:pt x="28" y="32"/>
                  </a:lnTo>
                  <a:lnTo>
                    <a:pt x="32" y="36"/>
                  </a:lnTo>
                  <a:lnTo>
                    <a:pt x="32" y="38"/>
                  </a:lnTo>
                  <a:lnTo>
                    <a:pt x="36" y="36"/>
                  </a:lnTo>
                  <a:lnTo>
                    <a:pt x="38" y="34"/>
                  </a:lnTo>
                  <a:lnTo>
                    <a:pt x="38" y="32"/>
                  </a:lnTo>
                  <a:lnTo>
                    <a:pt x="38" y="26"/>
                  </a:lnTo>
                  <a:lnTo>
                    <a:pt x="36" y="26"/>
                  </a:lnTo>
                  <a:lnTo>
                    <a:pt x="34" y="26"/>
                  </a:lnTo>
                  <a:lnTo>
                    <a:pt x="30" y="24"/>
                  </a:lnTo>
                  <a:lnTo>
                    <a:pt x="30" y="22"/>
                  </a:lnTo>
                  <a:lnTo>
                    <a:pt x="32" y="18"/>
                  </a:lnTo>
                  <a:lnTo>
                    <a:pt x="30" y="16"/>
                  </a:lnTo>
                  <a:lnTo>
                    <a:pt x="24" y="14"/>
                  </a:lnTo>
                  <a:lnTo>
                    <a:pt x="26" y="12"/>
                  </a:lnTo>
                  <a:lnTo>
                    <a:pt x="26" y="10"/>
                  </a:lnTo>
                  <a:lnTo>
                    <a:pt x="26" y="8"/>
                  </a:lnTo>
                  <a:lnTo>
                    <a:pt x="24" y="6"/>
                  </a:lnTo>
                  <a:lnTo>
                    <a:pt x="24" y="4"/>
                  </a:lnTo>
                  <a:lnTo>
                    <a:pt x="22" y="6"/>
                  </a:lnTo>
                  <a:lnTo>
                    <a:pt x="20" y="6"/>
                  </a:lnTo>
                  <a:lnTo>
                    <a:pt x="18" y="4"/>
                  </a:lnTo>
                  <a:lnTo>
                    <a:pt x="18" y="0"/>
                  </a:lnTo>
                  <a:lnTo>
                    <a:pt x="10" y="0"/>
                  </a:lnTo>
                  <a:lnTo>
                    <a:pt x="2" y="2"/>
                  </a:lnTo>
                  <a:close/>
                  <a:moveTo>
                    <a:pt x="14" y="16"/>
                  </a:moveTo>
                  <a:lnTo>
                    <a:pt x="14" y="16"/>
                  </a:lnTo>
                  <a:lnTo>
                    <a:pt x="18" y="18"/>
                  </a:lnTo>
                  <a:lnTo>
                    <a:pt x="20" y="20"/>
                  </a:lnTo>
                  <a:lnTo>
                    <a:pt x="18" y="20"/>
                  </a:lnTo>
                  <a:lnTo>
                    <a:pt x="14" y="20"/>
                  </a:lnTo>
                  <a:lnTo>
                    <a:pt x="12" y="18"/>
                  </a:lnTo>
                  <a:lnTo>
                    <a:pt x="14" y="1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1" name="Google Shape;441;p60"/>
            <p:cNvSpPr/>
            <p:nvPr/>
          </p:nvSpPr>
          <p:spPr>
            <a:xfrm>
              <a:off x="6349881" y="4985045"/>
              <a:ext cx="362824" cy="740165"/>
            </a:xfrm>
            <a:custGeom>
              <a:rect b="b" l="l" r="r" t="t"/>
              <a:pathLst>
                <a:path extrusionOk="0" h="526" w="220">
                  <a:moveTo>
                    <a:pt x="52" y="490"/>
                  </a:moveTo>
                  <a:lnTo>
                    <a:pt x="52" y="524"/>
                  </a:lnTo>
                  <a:lnTo>
                    <a:pt x="54" y="522"/>
                  </a:lnTo>
                  <a:lnTo>
                    <a:pt x="62" y="524"/>
                  </a:lnTo>
                  <a:lnTo>
                    <a:pt x="88" y="526"/>
                  </a:lnTo>
                  <a:lnTo>
                    <a:pt x="88" y="520"/>
                  </a:lnTo>
                  <a:lnTo>
                    <a:pt x="84" y="520"/>
                  </a:lnTo>
                  <a:lnTo>
                    <a:pt x="80" y="520"/>
                  </a:lnTo>
                  <a:lnTo>
                    <a:pt x="74" y="520"/>
                  </a:lnTo>
                  <a:lnTo>
                    <a:pt x="56" y="504"/>
                  </a:lnTo>
                  <a:lnTo>
                    <a:pt x="56" y="496"/>
                  </a:lnTo>
                  <a:lnTo>
                    <a:pt x="56" y="492"/>
                  </a:lnTo>
                  <a:lnTo>
                    <a:pt x="52" y="490"/>
                  </a:lnTo>
                  <a:close/>
                  <a:moveTo>
                    <a:pt x="122" y="2"/>
                  </a:moveTo>
                  <a:lnTo>
                    <a:pt x="106" y="2"/>
                  </a:lnTo>
                  <a:lnTo>
                    <a:pt x="104" y="0"/>
                  </a:lnTo>
                  <a:lnTo>
                    <a:pt x="102" y="4"/>
                  </a:lnTo>
                  <a:lnTo>
                    <a:pt x="98" y="10"/>
                  </a:lnTo>
                  <a:lnTo>
                    <a:pt x="98" y="8"/>
                  </a:lnTo>
                  <a:lnTo>
                    <a:pt x="94" y="2"/>
                  </a:lnTo>
                  <a:lnTo>
                    <a:pt x="86" y="2"/>
                  </a:lnTo>
                  <a:lnTo>
                    <a:pt x="80" y="0"/>
                  </a:lnTo>
                  <a:lnTo>
                    <a:pt x="76" y="0"/>
                  </a:lnTo>
                  <a:lnTo>
                    <a:pt x="68" y="6"/>
                  </a:lnTo>
                  <a:lnTo>
                    <a:pt x="68" y="10"/>
                  </a:lnTo>
                  <a:lnTo>
                    <a:pt x="68" y="14"/>
                  </a:lnTo>
                  <a:lnTo>
                    <a:pt x="70" y="16"/>
                  </a:lnTo>
                  <a:lnTo>
                    <a:pt x="72" y="18"/>
                  </a:lnTo>
                  <a:lnTo>
                    <a:pt x="72" y="20"/>
                  </a:lnTo>
                  <a:lnTo>
                    <a:pt x="72" y="28"/>
                  </a:lnTo>
                  <a:lnTo>
                    <a:pt x="70" y="30"/>
                  </a:lnTo>
                  <a:lnTo>
                    <a:pt x="68" y="30"/>
                  </a:lnTo>
                  <a:lnTo>
                    <a:pt x="66" y="32"/>
                  </a:lnTo>
                  <a:lnTo>
                    <a:pt x="64" y="34"/>
                  </a:lnTo>
                  <a:lnTo>
                    <a:pt x="62" y="36"/>
                  </a:lnTo>
                  <a:lnTo>
                    <a:pt x="60" y="38"/>
                  </a:lnTo>
                  <a:lnTo>
                    <a:pt x="58" y="40"/>
                  </a:lnTo>
                  <a:lnTo>
                    <a:pt x="56" y="42"/>
                  </a:lnTo>
                  <a:lnTo>
                    <a:pt x="56" y="54"/>
                  </a:lnTo>
                  <a:lnTo>
                    <a:pt x="58" y="60"/>
                  </a:lnTo>
                  <a:lnTo>
                    <a:pt x="58" y="62"/>
                  </a:lnTo>
                  <a:lnTo>
                    <a:pt x="58" y="64"/>
                  </a:lnTo>
                  <a:lnTo>
                    <a:pt x="56" y="66"/>
                  </a:lnTo>
                  <a:lnTo>
                    <a:pt x="56" y="72"/>
                  </a:lnTo>
                  <a:lnTo>
                    <a:pt x="58" y="76"/>
                  </a:lnTo>
                  <a:lnTo>
                    <a:pt x="56" y="82"/>
                  </a:lnTo>
                  <a:lnTo>
                    <a:pt x="50" y="92"/>
                  </a:lnTo>
                  <a:lnTo>
                    <a:pt x="46" y="96"/>
                  </a:lnTo>
                  <a:lnTo>
                    <a:pt x="46" y="98"/>
                  </a:lnTo>
                  <a:lnTo>
                    <a:pt x="44" y="102"/>
                  </a:lnTo>
                  <a:lnTo>
                    <a:pt x="42" y="118"/>
                  </a:lnTo>
                  <a:lnTo>
                    <a:pt x="44" y="124"/>
                  </a:lnTo>
                  <a:lnTo>
                    <a:pt x="42" y="130"/>
                  </a:lnTo>
                  <a:lnTo>
                    <a:pt x="40" y="134"/>
                  </a:lnTo>
                  <a:lnTo>
                    <a:pt x="40" y="140"/>
                  </a:lnTo>
                  <a:lnTo>
                    <a:pt x="38" y="146"/>
                  </a:lnTo>
                  <a:lnTo>
                    <a:pt x="38" y="152"/>
                  </a:lnTo>
                  <a:lnTo>
                    <a:pt x="40" y="158"/>
                  </a:lnTo>
                  <a:lnTo>
                    <a:pt x="38" y="162"/>
                  </a:lnTo>
                  <a:lnTo>
                    <a:pt x="36" y="168"/>
                  </a:lnTo>
                  <a:lnTo>
                    <a:pt x="36" y="172"/>
                  </a:lnTo>
                  <a:lnTo>
                    <a:pt x="38" y="178"/>
                  </a:lnTo>
                  <a:lnTo>
                    <a:pt x="38" y="182"/>
                  </a:lnTo>
                  <a:lnTo>
                    <a:pt x="36" y="192"/>
                  </a:lnTo>
                  <a:lnTo>
                    <a:pt x="32" y="200"/>
                  </a:lnTo>
                  <a:lnTo>
                    <a:pt x="32" y="204"/>
                  </a:lnTo>
                  <a:lnTo>
                    <a:pt x="32" y="208"/>
                  </a:lnTo>
                  <a:lnTo>
                    <a:pt x="32" y="212"/>
                  </a:lnTo>
                  <a:lnTo>
                    <a:pt x="32" y="216"/>
                  </a:lnTo>
                  <a:lnTo>
                    <a:pt x="30" y="218"/>
                  </a:lnTo>
                  <a:lnTo>
                    <a:pt x="28" y="218"/>
                  </a:lnTo>
                  <a:lnTo>
                    <a:pt x="24" y="222"/>
                  </a:lnTo>
                  <a:lnTo>
                    <a:pt x="24" y="224"/>
                  </a:lnTo>
                  <a:lnTo>
                    <a:pt x="22" y="228"/>
                  </a:lnTo>
                  <a:lnTo>
                    <a:pt x="22" y="238"/>
                  </a:lnTo>
                  <a:lnTo>
                    <a:pt x="24" y="242"/>
                  </a:lnTo>
                  <a:lnTo>
                    <a:pt x="24" y="248"/>
                  </a:lnTo>
                  <a:lnTo>
                    <a:pt x="22" y="250"/>
                  </a:lnTo>
                  <a:lnTo>
                    <a:pt x="18" y="260"/>
                  </a:lnTo>
                  <a:lnTo>
                    <a:pt x="18" y="268"/>
                  </a:lnTo>
                  <a:lnTo>
                    <a:pt x="16" y="272"/>
                  </a:lnTo>
                  <a:lnTo>
                    <a:pt x="14" y="276"/>
                  </a:lnTo>
                  <a:lnTo>
                    <a:pt x="12" y="278"/>
                  </a:lnTo>
                  <a:lnTo>
                    <a:pt x="14" y="282"/>
                  </a:lnTo>
                  <a:lnTo>
                    <a:pt x="16" y="288"/>
                  </a:lnTo>
                  <a:lnTo>
                    <a:pt x="14" y="294"/>
                  </a:lnTo>
                  <a:lnTo>
                    <a:pt x="14" y="296"/>
                  </a:lnTo>
                  <a:lnTo>
                    <a:pt x="16" y="298"/>
                  </a:lnTo>
                  <a:lnTo>
                    <a:pt x="18" y="298"/>
                  </a:lnTo>
                  <a:lnTo>
                    <a:pt x="18" y="302"/>
                  </a:lnTo>
                  <a:lnTo>
                    <a:pt x="18" y="312"/>
                  </a:lnTo>
                  <a:lnTo>
                    <a:pt x="16" y="318"/>
                  </a:lnTo>
                  <a:lnTo>
                    <a:pt x="14" y="322"/>
                  </a:lnTo>
                  <a:lnTo>
                    <a:pt x="14" y="324"/>
                  </a:lnTo>
                  <a:lnTo>
                    <a:pt x="18" y="328"/>
                  </a:lnTo>
                  <a:lnTo>
                    <a:pt x="18" y="330"/>
                  </a:lnTo>
                  <a:lnTo>
                    <a:pt x="18" y="332"/>
                  </a:lnTo>
                  <a:lnTo>
                    <a:pt x="18" y="336"/>
                  </a:lnTo>
                  <a:lnTo>
                    <a:pt x="20" y="340"/>
                  </a:lnTo>
                  <a:lnTo>
                    <a:pt x="20" y="344"/>
                  </a:lnTo>
                  <a:lnTo>
                    <a:pt x="22" y="346"/>
                  </a:lnTo>
                  <a:lnTo>
                    <a:pt x="20" y="348"/>
                  </a:lnTo>
                  <a:lnTo>
                    <a:pt x="18" y="352"/>
                  </a:lnTo>
                  <a:lnTo>
                    <a:pt x="18" y="356"/>
                  </a:lnTo>
                  <a:lnTo>
                    <a:pt x="20" y="358"/>
                  </a:lnTo>
                  <a:lnTo>
                    <a:pt x="20" y="360"/>
                  </a:lnTo>
                  <a:lnTo>
                    <a:pt x="18" y="362"/>
                  </a:lnTo>
                  <a:lnTo>
                    <a:pt x="16" y="362"/>
                  </a:lnTo>
                  <a:lnTo>
                    <a:pt x="16" y="366"/>
                  </a:lnTo>
                  <a:lnTo>
                    <a:pt x="14" y="368"/>
                  </a:lnTo>
                  <a:lnTo>
                    <a:pt x="16" y="372"/>
                  </a:lnTo>
                  <a:lnTo>
                    <a:pt x="18" y="376"/>
                  </a:lnTo>
                  <a:lnTo>
                    <a:pt x="16" y="380"/>
                  </a:lnTo>
                  <a:lnTo>
                    <a:pt x="16" y="386"/>
                  </a:lnTo>
                  <a:lnTo>
                    <a:pt x="16" y="392"/>
                  </a:lnTo>
                  <a:lnTo>
                    <a:pt x="16" y="396"/>
                  </a:lnTo>
                  <a:lnTo>
                    <a:pt x="12" y="400"/>
                  </a:lnTo>
                  <a:lnTo>
                    <a:pt x="10" y="404"/>
                  </a:lnTo>
                  <a:lnTo>
                    <a:pt x="10" y="408"/>
                  </a:lnTo>
                  <a:lnTo>
                    <a:pt x="12" y="412"/>
                  </a:lnTo>
                  <a:lnTo>
                    <a:pt x="10" y="416"/>
                  </a:lnTo>
                  <a:lnTo>
                    <a:pt x="4" y="420"/>
                  </a:lnTo>
                  <a:lnTo>
                    <a:pt x="2" y="420"/>
                  </a:lnTo>
                  <a:lnTo>
                    <a:pt x="0" y="424"/>
                  </a:lnTo>
                  <a:lnTo>
                    <a:pt x="2" y="430"/>
                  </a:lnTo>
                  <a:lnTo>
                    <a:pt x="2" y="434"/>
                  </a:lnTo>
                  <a:lnTo>
                    <a:pt x="0" y="438"/>
                  </a:lnTo>
                  <a:lnTo>
                    <a:pt x="0" y="442"/>
                  </a:lnTo>
                  <a:lnTo>
                    <a:pt x="0" y="448"/>
                  </a:lnTo>
                  <a:lnTo>
                    <a:pt x="0" y="450"/>
                  </a:lnTo>
                  <a:lnTo>
                    <a:pt x="2" y="450"/>
                  </a:lnTo>
                  <a:lnTo>
                    <a:pt x="6" y="448"/>
                  </a:lnTo>
                  <a:lnTo>
                    <a:pt x="8" y="450"/>
                  </a:lnTo>
                  <a:lnTo>
                    <a:pt x="10" y="454"/>
                  </a:lnTo>
                  <a:lnTo>
                    <a:pt x="8" y="456"/>
                  </a:lnTo>
                  <a:lnTo>
                    <a:pt x="6" y="458"/>
                  </a:lnTo>
                  <a:lnTo>
                    <a:pt x="6" y="460"/>
                  </a:lnTo>
                  <a:lnTo>
                    <a:pt x="10" y="466"/>
                  </a:lnTo>
                  <a:lnTo>
                    <a:pt x="14" y="472"/>
                  </a:lnTo>
                  <a:lnTo>
                    <a:pt x="18" y="478"/>
                  </a:lnTo>
                  <a:lnTo>
                    <a:pt x="34" y="476"/>
                  </a:lnTo>
                  <a:lnTo>
                    <a:pt x="52" y="478"/>
                  </a:lnTo>
                  <a:lnTo>
                    <a:pt x="52" y="472"/>
                  </a:lnTo>
                  <a:lnTo>
                    <a:pt x="46" y="472"/>
                  </a:lnTo>
                  <a:lnTo>
                    <a:pt x="48" y="470"/>
                  </a:lnTo>
                  <a:lnTo>
                    <a:pt x="48" y="464"/>
                  </a:lnTo>
                  <a:lnTo>
                    <a:pt x="48" y="460"/>
                  </a:lnTo>
                  <a:lnTo>
                    <a:pt x="48" y="454"/>
                  </a:lnTo>
                  <a:lnTo>
                    <a:pt x="52" y="452"/>
                  </a:lnTo>
                  <a:lnTo>
                    <a:pt x="56" y="452"/>
                  </a:lnTo>
                  <a:lnTo>
                    <a:pt x="54" y="448"/>
                  </a:lnTo>
                  <a:lnTo>
                    <a:pt x="50" y="446"/>
                  </a:lnTo>
                  <a:lnTo>
                    <a:pt x="52" y="442"/>
                  </a:lnTo>
                  <a:lnTo>
                    <a:pt x="52" y="438"/>
                  </a:lnTo>
                  <a:lnTo>
                    <a:pt x="56" y="442"/>
                  </a:lnTo>
                  <a:lnTo>
                    <a:pt x="56" y="446"/>
                  </a:lnTo>
                  <a:lnTo>
                    <a:pt x="60" y="444"/>
                  </a:lnTo>
                  <a:lnTo>
                    <a:pt x="64" y="444"/>
                  </a:lnTo>
                  <a:lnTo>
                    <a:pt x="64" y="438"/>
                  </a:lnTo>
                  <a:lnTo>
                    <a:pt x="66" y="432"/>
                  </a:lnTo>
                  <a:lnTo>
                    <a:pt x="70" y="424"/>
                  </a:lnTo>
                  <a:lnTo>
                    <a:pt x="78" y="416"/>
                  </a:lnTo>
                  <a:lnTo>
                    <a:pt x="88" y="410"/>
                  </a:lnTo>
                  <a:lnTo>
                    <a:pt x="84" y="404"/>
                  </a:lnTo>
                  <a:lnTo>
                    <a:pt x="84" y="402"/>
                  </a:lnTo>
                  <a:lnTo>
                    <a:pt x="84" y="398"/>
                  </a:lnTo>
                  <a:lnTo>
                    <a:pt x="82" y="394"/>
                  </a:lnTo>
                  <a:lnTo>
                    <a:pt x="78" y="394"/>
                  </a:lnTo>
                  <a:lnTo>
                    <a:pt x="74" y="394"/>
                  </a:lnTo>
                  <a:lnTo>
                    <a:pt x="72" y="388"/>
                  </a:lnTo>
                  <a:lnTo>
                    <a:pt x="66" y="382"/>
                  </a:lnTo>
                  <a:lnTo>
                    <a:pt x="64" y="378"/>
                  </a:lnTo>
                  <a:lnTo>
                    <a:pt x="66" y="374"/>
                  </a:lnTo>
                  <a:lnTo>
                    <a:pt x="72" y="370"/>
                  </a:lnTo>
                  <a:lnTo>
                    <a:pt x="80" y="358"/>
                  </a:lnTo>
                  <a:lnTo>
                    <a:pt x="82" y="358"/>
                  </a:lnTo>
                  <a:lnTo>
                    <a:pt x="86" y="360"/>
                  </a:lnTo>
                  <a:lnTo>
                    <a:pt x="88" y="360"/>
                  </a:lnTo>
                  <a:lnTo>
                    <a:pt x="88" y="356"/>
                  </a:lnTo>
                  <a:lnTo>
                    <a:pt x="88" y="354"/>
                  </a:lnTo>
                  <a:lnTo>
                    <a:pt x="88" y="352"/>
                  </a:lnTo>
                  <a:lnTo>
                    <a:pt x="90" y="350"/>
                  </a:lnTo>
                  <a:lnTo>
                    <a:pt x="92" y="350"/>
                  </a:lnTo>
                  <a:lnTo>
                    <a:pt x="92" y="338"/>
                  </a:lnTo>
                  <a:lnTo>
                    <a:pt x="94" y="328"/>
                  </a:lnTo>
                  <a:lnTo>
                    <a:pt x="98" y="328"/>
                  </a:lnTo>
                  <a:lnTo>
                    <a:pt x="100" y="326"/>
                  </a:lnTo>
                  <a:lnTo>
                    <a:pt x="102" y="324"/>
                  </a:lnTo>
                  <a:lnTo>
                    <a:pt x="100" y="322"/>
                  </a:lnTo>
                  <a:lnTo>
                    <a:pt x="96" y="322"/>
                  </a:lnTo>
                  <a:lnTo>
                    <a:pt x="98" y="318"/>
                  </a:lnTo>
                  <a:lnTo>
                    <a:pt x="102" y="318"/>
                  </a:lnTo>
                  <a:lnTo>
                    <a:pt x="104" y="318"/>
                  </a:lnTo>
                  <a:lnTo>
                    <a:pt x="106" y="320"/>
                  </a:lnTo>
                  <a:lnTo>
                    <a:pt x="108" y="322"/>
                  </a:lnTo>
                  <a:lnTo>
                    <a:pt x="108" y="324"/>
                  </a:lnTo>
                  <a:lnTo>
                    <a:pt x="112" y="322"/>
                  </a:lnTo>
                  <a:lnTo>
                    <a:pt x="112" y="320"/>
                  </a:lnTo>
                  <a:lnTo>
                    <a:pt x="112" y="318"/>
                  </a:lnTo>
                  <a:lnTo>
                    <a:pt x="112" y="314"/>
                  </a:lnTo>
                  <a:lnTo>
                    <a:pt x="104" y="316"/>
                  </a:lnTo>
                  <a:lnTo>
                    <a:pt x="98" y="314"/>
                  </a:lnTo>
                  <a:lnTo>
                    <a:pt x="98" y="304"/>
                  </a:lnTo>
                  <a:lnTo>
                    <a:pt x="96" y="304"/>
                  </a:lnTo>
                  <a:lnTo>
                    <a:pt x="92" y="302"/>
                  </a:lnTo>
                  <a:lnTo>
                    <a:pt x="96" y="290"/>
                  </a:lnTo>
                  <a:lnTo>
                    <a:pt x="100" y="292"/>
                  </a:lnTo>
                  <a:lnTo>
                    <a:pt x="102" y="292"/>
                  </a:lnTo>
                  <a:lnTo>
                    <a:pt x="104" y="294"/>
                  </a:lnTo>
                  <a:lnTo>
                    <a:pt x="104" y="298"/>
                  </a:lnTo>
                  <a:lnTo>
                    <a:pt x="114" y="298"/>
                  </a:lnTo>
                  <a:lnTo>
                    <a:pt x="120" y="294"/>
                  </a:lnTo>
                  <a:lnTo>
                    <a:pt x="126" y="290"/>
                  </a:lnTo>
                  <a:lnTo>
                    <a:pt x="128" y="268"/>
                  </a:lnTo>
                  <a:lnTo>
                    <a:pt x="122" y="264"/>
                  </a:lnTo>
                  <a:lnTo>
                    <a:pt x="122" y="262"/>
                  </a:lnTo>
                  <a:lnTo>
                    <a:pt x="122" y="260"/>
                  </a:lnTo>
                  <a:lnTo>
                    <a:pt x="124" y="258"/>
                  </a:lnTo>
                  <a:lnTo>
                    <a:pt x="126" y="260"/>
                  </a:lnTo>
                  <a:lnTo>
                    <a:pt x="130" y="262"/>
                  </a:lnTo>
                  <a:lnTo>
                    <a:pt x="134" y="260"/>
                  </a:lnTo>
                  <a:lnTo>
                    <a:pt x="154" y="256"/>
                  </a:lnTo>
                  <a:lnTo>
                    <a:pt x="162" y="254"/>
                  </a:lnTo>
                  <a:lnTo>
                    <a:pt x="170" y="250"/>
                  </a:lnTo>
                  <a:lnTo>
                    <a:pt x="178" y="244"/>
                  </a:lnTo>
                  <a:lnTo>
                    <a:pt x="182" y="238"/>
                  </a:lnTo>
                  <a:lnTo>
                    <a:pt x="186" y="220"/>
                  </a:lnTo>
                  <a:lnTo>
                    <a:pt x="182" y="218"/>
                  </a:lnTo>
                  <a:lnTo>
                    <a:pt x="180" y="218"/>
                  </a:lnTo>
                  <a:lnTo>
                    <a:pt x="178" y="216"/>
                  </a:lnTo>
                  <a:lnTo>
                    <a:pt x="178" y="212"/>
                  </a:lnTo>
                  <a:lnTo>
                    <a:pt x="178" y="210"/>
                  </a:lnTo>
                  <a:lnTo>
                    <a:pt x="180" y="208"/>
                  </a:lnTo>
                  <a:lnTo>
                    <a:pt x="180" y="206"/>
                  </a:lnTo>
                  <a:lnTo>
                    <a:pt x="174" y="200"/>
                  </a:lnTo>
                  <a:lnTo>
                    <a:pt x="170" y="192"/>
                  </a:lnTo>
                  <a:lnTo>
                    <a:pt x="164" y="180"/>
                  </a:lnTo>
                  <a:lnTo>
                    <a:pt x="166" y="180"/>
                  </a:lnTo>
                  <a:lnTo>
                    <a:pt x="166" y="178"/>
                  </a:lnTo>
                  <a:lnTo>
                    <a:pt x="166" y="172"/>
                  </a:lnTo>
                  <a:lnTo>
                    <a:pt x="168" y="168"/>
                  </a:lnTo>
                  <a:lnTo>
                    <a:pt x="166" y="168"/>
                  </a:lnTo>
                  <a:lnTo>
                    <a:pt x="168" y="166"/>
                  </a:lnTo>
                  <a:lnTo>
                    <a:pt x="170" y="164"/>
                  </a:lnTo>
                  <a:lnTo>
                    <a:pt x="170" y="160"/>
                  </a:lnTo>
                  <a:lnTo>
                    <a:pt x="170" y="156"/>
                  </a:lnTo>
                  <a:lnTo>
                    <a:pt x="170" y="154"/>
                  </a:lnTo>
                  <a:lnTo>
                    <a:pt x="170" y="152"/>
                  </a:lnTo>
                  <a:lnTo>
                    <a:pt x="172" y="150"/>
                  </a:lnTo>
                  <a:lnTo>
                    <a:pt x="172" y="146"/>
                  </a:lnTo>
                  <a:lnTo>
                    <a:pt x="172" y="144"/>
                  </a:lnTo>
                  <a:lnTo>
                    <a:pt x="174" y="142"/>
                  </a:lnTo>
                  <a:lnTo>
                    <a:pt x="174" y="140"/>
                  </a:lnTo>
                  <a:lnTo>
                    <a:pt x="174" y="138"/>
                  </a:lnTo>
                  <a:lnTo>
                    <a:pt x="174" y="134"/>
                  </a:lnTo>
                  <a:lnTo>
                    <a:pt x="176" y="130"/>
                  </a:lnTo>
                  <a:lnTo>
                    <a:pt x="178" y="128"/>
                  </a:lnTo>
                  <a:lnTo>
                    <a:pt x="180" y="120"/>
                  </a:lnTo>
                  <a:lnTo>
                    <a:pt x="182" y="116"/>
                  </a:lnTo>
                  <a:lnTo>
                    <a:pt x="184" y="114"/>
                  </a:lnTo>
                  <a:lnTo>
                    <a:pt x="188" y="110"/>
                  </a:lnTo>
                  <a:lnTo>
                    <a:pt x="188" y="106"/>
                  </a:lnTo>
                  <a:lnTo>
                    <a:pt x="190" y="104"/>
                  </a:lnTo>
                  <a:lnTo>
                    <a:pt x="192" y="102"/>
                  </a:lnTo>
                  <a:lnTo>
                    <a:pt x="194" y="100"/>
                  </a:lnTo>
                  <a:lnTo>
                    <a:pt x="196" y="100"/>
                  </a:lnTo>
                  <a:lnTo>
                    <a:pt x="198" y="96"/>
                  </a:lnTo>
                  <a:lnTo>
                    <a:pt x="202" y="94"/>
                  </a:lnTo>
                  <a:lnTo>
                    <a:pt x="204" y="90"/>
                  </a:lnTo>
                  <a:lnTo>
                    <a:pt x="208" y="86"/>
                  </a:lnTo>
                  <a:lnTo>
                    <a:pt x="208" y="84"/>
                  </a:lnTo>
                  <a:lnTo>
                    <a:pt x="212" y="84"/>
                  </a:lnTo>
                  <a:lnTo>
                    <a:pt x="214" y="84"/>
                  </a:lnTo>
                  <a:lnTo>
                    <a:pt x="216" y="82"/>
                  </a:lnTo>
                  <a:lnTo>
                    <a:pt x="220" y="80"/>
                  </a:lnTo>
                  <a:lnTo>
                    <a:pt x="220" y="78"/>
                  </a:lnTo>
                  <a:lnTo>
                    <a:pt x="220" y="66"/>
                  </a:lnTo>
                  <a:lnTo>
                    <a:pt x="220" y="56"/>
                  </a:lnTo>
                  <a:lnTo>
                    <a:pt x="218" y="56"/>
                  </a:lnTo>
                  <a:lnTo>
                    <a:pt x="216" y="56"/>
                  </a:lnTo>
                  <a:lnTo>
                    <a:pt x="214" y="58"/>
                  </a:lnTo>
                  <a:lnTo>
                    <a:pt x="212" y="56"/>
                  </a:lnTo>
                  <a:lnTo>
                    <a:pt x="210" y="56"/>
                  </a:lnTo>
                  <a:lnTo>
                    <a:pt x="208" y="58"/>
                  </a:lnTo>
                  <a:lnTo>
                    <a:pt x="208" y="62"/>
                  </a:lnTo>
                  <a:lnTo>
                    <a:pt x="208" y="68"/>
                  </a:lnTo>
                  <a:lnTo>
                    <a:pt x="206" y="72"/>
                  </a:lnTo>
                  <a:lnTo>
                    <a:pt x="204" y="76"/>
                  </a:lnTo>
                  <a:lnTo>
                    <a:pt x="202" y="80"/>
                  </a:lnTo>
                  <a:lnTo>
                    <a:pt x="200" y="82"/>
                  </a:lnTo>
                  <a:lnTo>
                    <a:pt x="198" y="82"/>
                  </a:lnTo>
                  <a:lnTo>
                    <a:pt x="194" y="82"/>
                  </a:lnTo>
                  <a:lnTo>
                    <a:pt x="184" y="82"/>
                  </a:lnTo>
                  <a:lnTo>
                    <a:pt x="180" y="82"/>
                  </a:lnTo>
                  <a:lnTo>
                    <a:pt x="176" y="80"/>
                  </a:lnTo>
                  <a:lnTo>
                    <a:pt x="172" y="80"/>
                  </a:lnTo>
                  <a:lnTo>
                    <a:pt x="168" y="80"/>
                  </a:lnTo>
                  <a:lnTo>
                    <a:pt x="164" y="80"/>
                  </a:lnTo>
                  <a:lnTo>
                    <a:pt x="164" y="78"/>
                  </a:lnTo>
                  <a:lnTo>
                    <a:pt x="168" y="70"/>
                  </a:lnTo>
                  <a:lnTo>
                    <a:pt x="172" y="66"/>
                  </a:lnTo>
                  <a:lnTo>
                    <a:pt x="174" y="60"/>
                  </a:lnTo>
                  <a:lnTo>
                    <a:pt x="174" y="54"/>
                  </a:lnTo>
                  <a:lnTo>
                    <a:pt x="174" y="52"/>
                  </a:lnTo>
                  <a:lnTo>
                    <a:pt x="172" y="50"/>
                  </a:lnTo>
                  <a:lnTo>
                    <a:pt x="168" y="46"/>
                  </a:lnTo>
                  <a:lnTo>
                    <a:pt x="166" y="42"/>
                  </a:lnTo>
                  <a:lnTo>
                    <a:pt x="160" y="38"/>
                  </a:lnTo>
                  <a:lnTo>
                    <a:pt x="158" y="38"/>
                  </a:lnTo>
                  <a:lnTo>
                    <a:pt x="156" y="38"/>
                  </a:lnTo>
                  <a:lnTo>
                    <a:pt x="154" y="36"/>
                  </a:lnTo>
                  <a:lnTo>
                    <a:pt x="150" y="32"/>
                  </a:lnTo>
                  <a:lnTo>
                    <a:pt x="146" y="30"/>
                  </a:lnTo>
                  <a:lnTo>
                    <a:pt x="144" y="28"/>
                  </a:lnTo>
                  <a:lnTo>
                    <a:pt x="144" y="26"/>
                  </a:lnTo>
                  <a:lnTo>
                    <a:pt x="142" y="22"/>
                  </a:lnTo>
                  <a:lnTo>
                    <a:pt x="140" y="18"/>
                  </a:lnTo>
                  <a:lnTo>
                    <a:pt x="136" y="16"/>
                  </a:lnTo>
                  <a:lnTo>
                    <a:pt x="134" y="14"/>
                  </a:lnTo>
                  <a:lnTo>
                    <a:pt x="132" y="12"/>
                  </a:lnTo>
                  <a:lnTo>
                    <a:pt x="130" y="6"/>
                  </a:lnTo>
                  <a:lnTo>
                    <a:pt x="122" y="2"/>
                  </a:lnTo>
                  <a:close/>
                  <a:moveTo>
                    <a:pt x="102" y="520"/>
                  </a:moveTo>
                  <a:lnTo>
                    <a:pt x="102" y="520"/>
                  </a:lnTo>
                  <a:lnTo>
                    <a:pt x="100" y="522"/>
                  </a:lnTo>
                  <a:lnTo>
                    <a:pt x="102" y="524"/>
                  </a:lnTo>
                  <a:lnTo>
                    <a:pt x="104" y="524"/>
                  </a:lnTo>
                  <a:lnTo>
                    <a:pt x="102" y="524"/>
                  </a:lnTo>
                  <a:lnTo>
                    <a:pt x="108" y="524"/>
                  </a:lnTo>
                  <a:lnTo>
                    <a:pt x="108" y="522"/>
                  </a:lnTo>
                  <a:lnTo>
                    <a:pt x="102" y="52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2" name="Google Shape;442;p60"/>
            <p:cNvSpPr/>
            <p:nvPr/>
          </p:nvSpPr>
          <p:spPr>
            <a:xfrm>
              <a:off x="7933306" y="4626611"/>
              <a:ext cx="243281" cy="281370"/>
            </a:xfrm>
            <a:custGeom>
              <a:rect b="b" l="l" r="r" t="t"/>
              <a:pathLst>
                <a:path extrusionOk="0" h="200" w="148">
                  <a:moveTo>
                    <a:pt x="6" y="18"/>
                  </a:moveTo>
                  <a:lnTo>
                    <a:pt x="14" y="12"/>
                  </a:lnTo>
                  <a:lnTo>
                    <a:pt x="16" y="8"/>
                  </a:lnTo>
                  <a:lnTo>
                    <a:pt x="18" y="4"/>
                  </a:lnTo>
                  <a:lnTo>
                    <a:pt x="18" y="2"/>
                  </a:lnTo>
                  <a:lnTo>
                    <a:pt x="16" y="0"/>
                  </a:lnTo>
                  <a:lnTo>
                    <a:pt x="14" y="2"/>
                  </a:lnTo>
                  <a:lnTo>
                    <a:pt x="12" y="4"/>
                  </a:lnTo>
                  <a:lnTo>
                    <a:pt x="10" y="4"/>
                  </a:lnTo>
                  <a:lnTo>
                    <a:pt x="4" y="6"/>
                  </a:lnTo>
                  <a:lnTo>
                    <a:pt x="2" y="8"/>
                  </a:lnTo>
                  <a:lnTo>
                    <a:pt x="6" y="14"/>
                  </a:lnTo>
                  <a:lnTo>
                    <a:pt x="6" y="18"/>
                  </a:lnTo>
                  <a:close/>
                  <a:moveTo>
                    <a:pt x="10" y="32"/>
                  </a:moveTo>
                  <a:lnTo>
                    <a:pt x="10" y="32"/>
                  </a:lnTo>
                  <a:lnTo>
                    <a:pt x="20" y="26"/>
                  </a:lnTo>
                  <a:lnTo>
                    <a:pt x="24" y="22"/>
                  </a:lnTo>
                  <a:lnTo>
                    <a:pt x="32" y="22"/>
                  </a:lnTo>
                  <a:lnTo>
                    <a:pt x="46" y="24"/>
                  </a:lnTo>
                  <a:lnTo>
                    <a:pt x="68" y="22"/>
                  </a:lnTo>
                  <a:lnTo>
                    <a:pt x="72" y="30"/>
                  </a:lnTo>
                  <a:lnTo>
                    <a:pt x="72" y="34"/>
                  </a:lnTo>
                  <a:lnTo>
                    <a:pt x="72" y="38"/>
                  </a:lnTo>
                  <a:lnTo>
                    <a:pt x="72" y="42"/>
                  </a:lnTo>
                  <a:lnTo>
                    <a:pt x="74" y="46"/>
                  </a:lnTo>
                  <a:lnTo>
                    <a:pt x="74" y="50"/>
                  </a:lnTo>
                  <a:lnTo>
                    <a:pt x="76" y="52"/>
                  </a:lnTo>
                  <a:lnTo>
                    <a:pt x="80" y="54"/>
                  </a:lnTo>
                  <a:lnTo>
                    <a:pt x="84" y="54"/>
                  </a:lnTo>
                  <a:lnTo>
                    <a:pt x="88" y="52"/>
                  </a:lnTo>
                  <a:lnTo>
                    <a:pt x="90" y="50"/>
                  </a:lnTo>
                  <a:lnTo>
                    <a:pt x="90" y="52"/>
                  </a:lnTo>
                  <a:lnTo>
                    <a:pt x="94" y="52"/>
                  </a:lnTo>
                  <a:lnTo>
                    <a:pt x="94" y="50"/>
                  </a:lnTo>
                  <a:lnTo>
                    <a:pt x="94" y="46"/>
                  </a:lnTo>
                  <a:lnTo>
                    <a:pt x="94" y="40"/>
                  </a:lnTo>
                  <a:lnTo>
                    <a:pt x="96" y="40"/>
                  </a:lnTo>
                  <a:lnTo>
                    <a:pt x="102" y="40"/>
                  </a:lnTo>
                  <a:lnTo>
                    <a:pt x="106" y="40"/>
                  </a:lnTo>
                  <a:lnTo>
                    <a:pt x="108" y="40"/>
                  </a:lnTo>
                  <a:lnTo>
                    <a:pt x="108" y="42"/>
                  </a:lnTo>
                  <a:lnTo>
                    <a:pt x="108" y="44"/>
                  </a:lnTo>
                  <a:lnTo>
                    <a:pt x="112" y="44"/>
                  </a:lnTo>
                  <a:lnTo>
                    <a:pt x="116" y="44"/>
                  </a:lnTo>
                  <a:lnTo>
                    <a:pt x="118" y="48"/>
                  </a:lnTo>
                  <a:lnTo>
                    <a:pt x="118" y="52"/>
                  </a:lnTo>
                  <a:lnTo>
                    <a:pt x="118" y="54"/>
                  </a:lnTo>
                  <a:lnTo>
                    <a:pt x="120" y="54"/>
                  </a:lnTo>
                  <a:lnTo>
                    <a:pt x="120" y="56"/>
                  </a:lnTo>
                  <a:lnTo>
                    <a:pt x="120" y="58"/>
                  </a:lnTo>
                  <a:lnTo>
                    <a:pt x="120" y="62"/>
                  </a:lnTo>
                  <a:lnTo>
                    <a:pt x="122" y="70"/>
                  </a:lnTo>
                  <a:lnTo>
                    <a:pt x="124" y="74"/>
                  </a:lnTo>
                  <a:lnTo>
                    <a:pt x="124" y="76"/>
                  </a:lnTo>
                  <a:lnTo>
                    <a:pt x="126" y="80"/>
                  </a:lnTo>
                  <a:lnTo>
                    <a:pt x="126" y="82"/>
                  </a:lnTo>
                  <a:lnTo>
                    <a:pt x="124" y="86"/>
                  </a:lnTo>
                  <a:lnTo>
                    <a:pt x="126" y="90"/>
                  </a:lnTo>
                  <a:lnTo>
                    <a:pt x="126" y="94"/>
                  </a:lnTo>
                  <a:lnTo>
                    <a:pt x="128" y="98"/>
                  </a:lnTo>
                  <a:lnTo>
                    <a:pt x="130" y="100"/>
                  </a:lnTo>
                  <a:lnTo>
                    <a:pt x="132" y="98"/>
                  </a:lnTo>
                  <a:lnTo>
                    <a:pt x="134" y="96"/>
                  </a:lnTo>
                  <a:lnTo>
                    <a:pt x="138" y="96"/>
                  </a:lnTo>
                  <a:lnTo>
                    <a:pt x="146" y="96"/>
                  </a:lnTo>
                  <a:lnTo>
                    <a:pt x="148" y="106"/>
                  </a:lnTo>
                  <a:lnTo>
                    <a:pt x="146" y="108"/>
                  </a:lnTo>
                  <a:lnTo>
                    <a:pt x="146" y="112"/>
                  </a:lnTo>
                  <a:lnTo>
                    <a:pt x="146" y="118"/>
                  </a:lnTo>
                  <a:lnTo>
                    <a:pt x="146" y="122"/>
                  </a:lnTo>
                  <a:lnTo>
                    <a:pt x="120" y="122"/>
                  </a:lnTo>
                  <a:lnTo>
                    <a:pt x="120" y="172"/>
                  </a:lnTo>
                  <a:lnTo>
                    <a:pt x="122" y="174"/>
                  </a:lnTo>
                  <a:lnTo>
                    <a:pt x="124" y="178"/>
                  </a:lnTo>
                  <a:lnTo>
                    <a:pt x="124" y="184"/>
                  </a:lnTo>
                  <a:lnTo>
                    <a:pt x="128" y="188"/>
                  </a:lnTo>
                  <a:lnTo>
                    <a:pt x="132" y="190"/>
                  </a:lnTo>
                  <a:lnTo>
                    <a:pt x="132" y="194"/>
                  </a:lnTo>
                  <a:lnTo>
                    <a:pt x="134" y="196"/>
                  </a:lnTo>
                  <a:lnTo>
                    <a:pt x="136" y="196"/>
                  </a:lnTo>
                  <a:lnTo>
                    <a:pt x="134" y="196"/>
                  </a:lnTo>
                  <a:lnTo>
                    <a:pt x="108" y="200"/>
                  </a:lnTo>
                  <a:lnTo>
                    <a:pt x="106" y="200"/>
                  </a:lnTo>
                  <a:lnTo>
                    <a:pt x="100" y="198"/>
                  </a:lnTo>
                  <a:lnTo>
                    <a:pt x="98" y="198"/>
                  </a:lnTo>
                  <a:lnTo>
                    <a:pt x="96" y="198"/>
                  </a:lnTo>
                  <a:lnTo>
                    <a:pt x="94" y="198"/>
                  </a:lnTo>
                  <a:lnTo>
                    <a:pt x="92" y="198"/>
                  </a:lnTo>
                  <a:lnTo>
                    <a:pt x="90" y="196"/>
                  </a:lnTo>
                  <a:lnTo>
                    <a:pt x="86" y="196"/>
                  </a:lnTo>
                  <a:lnTo>
                    <a:pt x="84" y="196"/>
                  </a:lnTo>
                  <a:lnTo>
                    <a:pt x="82" y="194"/>
                  </a:lnTo>
                  <a:lnTo>
                    <a:pt x="78" y="192"/>
                  </a:lnTo>
                  <a:lnTo>
                    <a:pt x="76" y="190"/>
                  </a:lnTo>
                  <a:lnTo>
                    <a:pt x="26" y="188"/>
                  </a:lnTo>
                  <a:lnTo>
                    <a:pt x="24" y="186"/>
                  </a:lnTo>
                  <a:lnTo>
                    <a:pt x="20" y="184"/>
                  </a:lnTo>
                  <a:lnTo>
                    <a:pt x="18" y="186"/>
                  </a:lnTo>
                  <a:lnTo>
                    <a:pt x="16" y="188"/>
                  </a:lnTo>
                  <a:lnTo>
                    <a:pt x="14" y="188"/>
                  </a:lnTo>
                  <a:lnTo>
                    <a:pt x="6" y="188"/>
                  </a:lnTo>
                  <a:lnTo>
                    <a:pt x="0" y="190"/>
                  </a:lnTo>
                  <a:lnTo>
                    <a:pt x="0" y="166"/>
                  </a:lnTo>
                  <a:lnTo>
                    <a:pt x="6" y="158"/>
                  </a:lnTo>
                  <a:lnTo>
                    <a:pt x="10" y="152"/>
                  </a:lnTo>
                  <a:lnTo>
                    <a:pt x="10" y="146"/>
                  </a:lnTo>
                  <a:lnTo>
                    <a:pt x="10" y="142"/>
                  </a:lnTo>
                  <a:lnTo>
                    <a:pt x="10" y="138"/>
                  </a:lnTo>
                  <a:lnTo>
                    <a:pt x="12" y="132"/>
                  </a:lnTo>
                  <a:lnTo>
                    <a:pt x="16" y="132"/>
                  </a:lnTo>
                  <a:lnTo>
                    <a:pt x="16" y="128"/>
                  </a:lnTo>
                  <a:lnTo>
                    <a:pt x="16" y="126"/>
                  </a:lnTo>
                  <a:lnTo>
                    <a:pt x="20" y="122"/>
                  </a:lnTo>
                  <a:lnTo>
                    <a:pt x="24" y="118"/>
                  </a:lnTo>
                  <a:lnTo>
                    <a:pt x="24" y="110"/>
                  </a:lnTo>
                  <a:lnTo>
                    <a:pt x="24" y="102"/>
                  </a:lnTo>
                  <a:lnTo>
                    <a:pt x="22" y="90"/>
                  </a:lnTo>
                  <a:lnTo>
                    <a:pt x="18" y="88"/>
                  </a:lnTo>
                  <a:lnTo>
                    <a:pt x="18" y="82"/>
                  </a:lnTo>
                  <a:lnTo>
                    <a:pt x="20" y="76"/>
                  </a:lnTo>
                  <a:lnTo>
                    <a:pt x="22" y="70"/>
                  </a:lnTo>
                  <a:lnTo>
                    <a:pt x="22" y="64"/>
                  </a:lnTo>
                  <a:lnTo>
                    <a:pt x="18" y="60"/>
                  </a:lnTo>
                  <a:lnTo>
                    <a:pt x="18" y="52"/>
                  </a:lnTo>
                  <a:lnTo>
                    <a:pt x="16" y="44"/>
                  </a:lnTo>
                  <a:lnTo>
                    <a:pt x="12" y="38"/>
                  </a:lnTo>
                  <a:lnTo>
                    <a:pt x="10" y="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3" name="Google Shape;443;p60"/>
            <p:cNvSpPr/>
            <p:nvPr/>
          </p:nvSpPr>
          <p:spPr>
            <a:xfrm>
              <a:off x="7750845" y="3671386"/>
              <a:ext cx="8389" cy="5377"/>
            </a:xfrm>
            <a:custGeom>
              <a:rect b="b" l="l" r="r" t="t"/>
              <a:pathLst>
                <a:path extrusionOk="0" h="4" w="4">
                  <a:moveTo>
                    <a:pt x="4" y="2"/>
                  </a:moveTo>
                  <a:lnTo>
                    <a:pt x="2" y="4"/>
                  </a:lnTo>
                  <a:lnTo>
                    <a:pt x="0" y="0"/>
                  </a:lnTo>
                  <a:lnTo>
                    <a:pt x="2" y="0"/>
                  </a:lnTo>
                  <a:lnTo>
                    <a:pt x="4" y="0"/>
                  </a:lnTo>
                  <a:lnTo>
                    <a:pt x="4"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4" name="Google Shape;444;p60"/>
            <p:cNvSpPr/>
            <p:nvPr/>
          </p:nvSpPr>
          <p:spPr>
            <a:xfrm>
              <a:off x="7570481" y="3791461"/>
              <a:ext cx="362824" cy="372771"/>
            </a:xfrm>
            <a:custGeom>
              <a:rect b="b" l="l" r="r" t="t"/>
              <a:pathLst>
                <a:path extrusionOk="0" h="264" w="220">
                  <a:moveTo>
                    <a:pt x="0" y="142"/>
                  </a:moveTo>
                  <a:lnTo>
                    <a:pt x="0" y="150"/>
                  </a:lnTo>
                  <a:lnTo>
                    <a:pt x="38" y="180"/>
                  </a:lnTo>
                  <a:lnTo>
                    <a:pt x="110" y="234"/>
                  </a:lnTo>
                  <a:lnTo>
                    <a:pt x="110" y="236"/>
                  </a:lnTo>
                  <a:lnTo>
                    <a:pt x="114" y="240"/>
                  </a:lnTo>
                  <a:lnTo>
                    <a:pt x="118" y="242"/>
                  </a:lnTo>
                  <a:lnTo>
                    <a:pt x="122" y="244"/>
                  </a:lnTo>
                  <a:lnTo>
                    <a:pt x="124" y="246"/>
                  </a:lnTo>
                  <a:lnTo>
                    <a:pt x="126" y="248"/>
                  </a:lnTo>
                  <a:lnTo>
                    <a:pt x="126" y="250"/>
                  </a:lnTo>
                  <a:lnTo>
                    <a:pt x="124" y="254"/>
                  </a:lnTo>
                  <a:lnTo>
                    <a:pt x="126" y="256"/>
                  </a:lnTo>
                  <a:lnTo>
                    <a:pt x="126" y="260"/>
                  </a:lnTo>
                  <a:lnTo>
                    <a:pt x="126" y="264"/>
                  </a:lnTo>
                  <a:lnTo>
                    <a:pt x="128" y="264"/>
                  </a:lnTo>
                  <a:lnTo>
                    <a:pt x="132" y="262"/>
                  </a:lnTo>
                  <a:lnTo>
                    <a:pt x="138" y="262"/>
                  </a:lnTo>
                  <a:lnTo>
                    <a:pt x="154" y="258"/>
                  </a:lnTo>
                  <a:lnTo>
                    <a:pt x="160" y="246"/>
                  </a:lnTo>
                  <a:lnTo>
                    <a:pt x="220" y="200"/>
                  </a:lnTo>
                  <a:lnTo>
                    <a:pt x="218" y="198"/>
                  </a:lnTo>
                  <a:lnTo>
                    <a:pt x="214" y="196"/>
                  </a:lnTo>
                  <a:lnTo>
                    <a:pt x="212" y="194"/>
                  </a:lnTo>
                  <a:lnTo>
                    <a:pt x="210" y="190"/>
                  </a:lnTo>
                  <a:lnTo>
                    <a:pt x="202" y="190"/>
                  </a:lnTo>
                  <a:lnTo>
                    <a:pt x="198" y="186"/>
                  </a:lnTo>
                  <a:lnTo>
                    <a:pt x="196" y="182"/>
                  </a:lnTo>
                  <a:lnTo>
                    <a:pt x="196" y="178"/>
                  </a:lnTo>
                  <a:lnTo>
                    <a:pt x="194" y="174"/>
                  </a:lnTo>
                  <a:lnTo>
                    <a:pt x="192" y="170"/>
                  </a:lnTo>
                  <a:lnTo>
                    <a:pt x="190" y="166"/>
                  </a:lnTo>
                  <a:lnTo>
                    <a:pt x="186" y="162"/>
                  </a:lnTo>
                  <a:lnTo>
                    <a:pt x="190" y="160"/>
                  </a:lnTo>
                  <a:lnTo>
                    <a:pt x="192" y="158"/>
                  </a:lnTo>
                  <a:lnTo>
                    <a:pt x="194" y="156"/>
                  </a:lnTo>
                  <a:lnTo>
                    <a:pt x="194" y="140"/>
                  </a:lnTo>
                  <a:lnTo>
                    <a:pt x="194" y="138"/>
                  </a:lnTo>
                  <a:lnTo>
                    <a:pt x="192" y="136"/>
                  </a:lnTo>
                  <a:lnTo>
                    <a:pt x="194" y="134"/>
                  </a:lnTo>
                  <a:lnTo>
                    <a:pt x="196" y="132"/>
                  </a:lnTo>
                  <a:lnTo>
                    <a:pt x="192" y="128"/>
                  </a:lnTo>
                  <a:lnTo>
                    <a:pt x="194" y="104"/>
                  </a:lnTo>
                  <a:lnTo>
                    <a:pt x="192" y="102"/>
                  </a:lnTo>
                  <a:lnTo>
                    <a:pt x="192" y="100"/>
                  </a:lnTo>
                  <a:lnTo>
                    <a:pt x="194" y="98"/>
                  </a:lnTo>
                  <a:lnTo>
                    <a:pt x="190" y="72"/>
                  </a:lnTo>
                  <a:lnTo>
                    <a:pt x="184" y="70"/>
                  </a:lnTo>
                  <a:lnTo>
                    <a:pt x="180" y="60"/>
                  </a:lnTo>
                  <a:lnTo>
                    <a:pt x="178" y="58"/>
                  </a:lnTo>
                  <a:lnTo>
                    <a:pt x="176" y="58"/>
                  </a:lnTo>
                  <a:lnTo>
                    <a:pt x="174" y="46"/>
                  </a:lnTo>
                  <a:lnTo>
                    <a:pt x="174" y="42"/>
                  </a:lnTo>
                  <a:lnTo>
                    <a:pt x="178" y="42"/>
                  </a:lnTo>
                  <a:lnTo>
                    <a:pt x="182" y="40"/>
                  </a:lnTo>
                  <a:lnTo>
                    <a:pt x="184" y="36"/>
                  </a:lnTo>
                  <a:lnTo>
                    <a:pt x="184" y="32"/>
                  </a:lnTo>
                  <a:lnTo>
                    <a:pt x="186" y="32"/>
                  </a:lnTo>
                  <a:lnTo>
                    <a:pt x="186" y="30"/>
                  </a:lnTo>
                  <a:lnTo>
                    <a:pt x="184" y="18"/>
                  </a:lnTo>
                  <a:lnTo>
                    <a:pt x="184" y="14"/>
                  </a:lnTo>
                  <a:lnTo>
                    <a:pt x="182" y="12"/>
                  </a:lnTo>
                  <a:lnTo>
                    <a:pt x="182" y="8"/>
                  </a:lnTo>
                  <a:lnTo>
                    <a:pt x="180" y="6"/>
                  </a:lnTo>
                  <a:lnTo>
                    <a:pt x="182" y="0"/>
                  </a:lnTo>
                  <a:lnTo>
                    <a:pt x="176" y="0"/>
                  </a:lnTo>
                  <a:lnTo>
                    <a:pt x="174" y="4"/>
                  </a:lnTo>
                  <a:lnTo>
                    <a:pt x="172" y="6"/>
                  </a:lnTo>
                  <a:lnTo>
                    <a:pt x="170" y="4"/>
                  </a:lnTo>
                  <a:lnTo>
                    <a:pt x="166" y="0"/>
                  </a:lnTo>
                  <a:lnTo>
                    <a:pt x="156" y="2"/>
                  </a:lnTo>
                  <a:lnTo>
                    <a:pt x="144" y="2"/>
                  </a:lnTo>
                  <a:lnTo>
                    <a:pt x="134" y="4"/>
                  </a:lnTo>
                  <a:lnTo>
                    <a:pt x="126" y="6"/>
                  </a:lnTo>
                  <a:lnTo>
                    <a:pt x="120" y="6"/>
                  </a:lnTo>
                  <a:lnTo>
                    <a:pt x="110" y="4"/>
                  </a:lnTo>
                  <a:lnTo>
                    <a:pt x="106" y="8"/>
                  </a:lnTo>
                  <a:lnTo>
                    <a:pt x="102" y="12"/>
                  </a:lnTo>
                  <a:lnTo>
                    <a:pt x="98" y="12"/>
                  </a:lnTo>
                  <a:lnTo>
                    <a:pt x="96" y="12"/>
                  </a:lnTo>
                  <a:lnTo>
                    <a:pt x="92" y="16"/>
                  </a:lnTo>
                  <a:lnTo>
                    <a:pt x="86" y="18"/>
                  </a:lnTo>
                  <a:lnTo>
                    <a:pt x="80" y="18"/>
                  </a:lnTo>
                  <a:lnTo>
                    <a:pt x="76" y="20"/>
                  </a:lnTo>
                  <a:lnTo>
                    <a:pt x="74" y="24"/>
                  </a:lnTo>
                  <a:lnTo>
                    <a:pt x="72" y="28"/>
                  </a:lnTo>
                  <a:lnTo>
                    <a:pt x="68" y="28"/>
                  </a:lnTo>
                  <a:lnTo>
                    <a:pt x="68" y="32"/>
                  </a:lnTo>
                  <a:lnTo>
                    <a:pt x="70" y="36"/>
                  </a:lnTo>
                  <a:lnTo>
                    <a:pt x="68" y="46"/>
                  </a:lnTo>
                  <a:lnTo>
                    <a:pt x="68" y="48"/>
                  </a:lnTo>
                  <a:lnTo>
                    <a:pt x="70" y="48"/>
                  </a:lnTo>
                  <a:lnTo>
                    <a:pt x="72" y="50"/>
                  </a:lnTo>
                  <a:lnTo>
                    <a:pt x="72" y="52"/>
                  </a:lnTo>
                  <a:lnTo>
                    <a:pt x="72" y="56"/>
                  </a:lnTo>
                  <a:lnTo>
                    <a:pt x="74" y="60"/>
                  </a:lnTo>
                  <a:lnTo>
                    <a:pt x="76" y="64"/>
                  </a:lnTo>
                  <a:lnTo>
                    <a:pt x="78" y="66"/>
                  </a:lnTo>
                  <a:lnTo>
                    <a:pt x="76" y="66"/>
                  </a:lnTo>
                  <a:lnTo>
                    <a:pt x="72" y="70"/>
                  </a:lnTo>
                  <a:lnTo>
                    <a:pt x="70" y="72"/>
                  </a:lnTo>
                  <a:lnTo>
                    <a:pt x="68" y="74"/>
                  </a:lnTo>
                  <a:lnTo>
                    <a:pt x="66" y="76"/>
                  </a:lnTo>
                  <a:lnTo>
                    <a:pt x="64" y="78"/>
                  </a:lnTo>
                  <a:lnTo>
                    <a:pt x="62" y="78"/>
                  </a:lnTo>
                  <a:lnTo>
                    <a:pt x="62" y="80"/>
                  </a:lnTo>
                  <a:lnTo>
                    <a:pt x="62" y="84"/>
                  </a:lnTo>
                  <a:lnTo>
                    <a:pt x="60" y="88"/>
                  </a:lnTo>
                  <a:lnTo>
                    <a:pt x="54" y="90"/>
                  </a:lnTo>
                  <a:lnTo>
                    <a:pt x="52" y="90"/>
                  </a:lnTo>
                  <a:lnTo>
                    <a:pt x="50" y="96"/>
                  </a:lnTo>
                  <a:lnTo>
                    <a:pt x="44" y="104"/>
                  </a:lnTo>
                  <a:lnTo>
                    <a:pt x="40" y="106"/>
                  </a:lnTo>
                  <a:lnTo>
                    <a:pt x="36" y="108"/>
                  </a:lnTo>
                  <a:lnTo>
                    <a:pt x="32" y="108"/>
                  </a:lnTo>
                  <a:lnTo>
                    <a:pt x="30" y="110"/>
                  </a:lnTo>
                  <a:lnTo>
                    <a:pt x="26" y="114"/>
                  </a:lnTo>
                  <a:lnTo>
                    <a:pt x="24" y="114"/>
                  </a:lnTo>
                  <a:lnTo>
                    <a:pt x="18" y="116"/>
                  </a:lnTo>
                  <a:lnTo>
                    <a:pt x="12" y="118"/>
                  </a:lnTo>
                  <a:lnTo>
                    <a:pt x="8" y="120"/>
                  </a:lnTo>
                  <a:lnTo>
                    <a:pt x="2" y="126"/>
                  </a:lnTo>
                  <a:lnTo>
                    <a:pt x="0" y="130"/>
                  </a:lnTo>
                  <a:lnTo>
                    <a:pt x="0" y="14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5" name="Google Shape;445;p60"/>
            <p:cNvSpPr/>
            <p:nvPr/>
          </p:nvSpPr>
          <p:spPr>
            <a:xfrm>
              <a:off x="8082210" y="3676762"/>
              <a:ext cx="35653" cy="62726"/>
            </a:xfrm>
            <a:custGeom>
              <a:rect b="b" l="l" r="r" t="t"/>
              <a:pathLst>
                <a:path extrusionOk="0" h="44" w="22">
                  <a:moveTo>
                    <a:pt x="10" y="44"/>
                  </a:moveTo>
                  <a:lnTo>
                    <a:pt x="10" y="44"/>
                  </a:lnTo>
                  <a:lnTo>
                    <a:pt x="14" y="44"/>
                  </a:lnTo>
                  <a:lnTo>
                    <a:pt x="16" y="44"/>
                  </a:lnTo>
                  <a:lnTo>
                    <a:pt x="16" y="42"/>
                  </a:lnTo>
                  <a:lnTo>
                    <a:pt x="16" y="40"/>
                  </a:lnTo>
                  <a:lnTo>
                    <a:pt x="18" y="40"/>
                  </a:lnTo>
                  <a:lnTo>
                    <a:pt x="22" y="34"/>
                  </a:lnTo>
                  <a:lnTo>
                    <a:pt x="20" y="30"/>
                  </a:lnTo>
                  <a:lnTo>
                    <a:pt x="18" y="24"/>
                  </a:lnTo>
                  <a:lnTo>
                    <a:pt x="16" y="22"/>
                  </a:lnTo>
                  <a:lnTo>
                    <a:pt x="16" y="20"/>
                  </a:lnTo>
                  <a:lnTo>
                    <a:pt x="18" y="12"/>
                  </a:lnTo>
                  <a:lnTo>
                    <a:pt x="16" y="6"/>
                  </a:lnTo>
                  <a:lnTo>
                    <a:pt x="12" y="0"/>
                  </a:lnTo>
                  <a:lnTo>
                    <a:pt x="8" y="4"/>
                  </a:lnTo>
                  <a:lnTo>
                    <a:pt x="6" y="0"/>
                  </a:lnTo>
                  <a:lnTo>
                    <a:pt x="0" y="4"/>
                  </a:lnTo>
                  <a:lnTo>
                    <a:pt x="0" y="6"/>
                  </a:lnTo>
                  <a:lnTo>
                    <a:pt x="2" y="8"/>
                  </a:lnTo>
                  <a:lnTo>
                    <a:pt x="2" y="12"/>
                  </a:lnTo>
                  <a:lnTo>
                    <a:pt x="2" y="18"/>
                  </a:lnTo>
                  <a:lnTo>
                    <a:pt x="0" y="24"/>
                  </a:lnTo>
                  <a:lnTo>
                    <a:pt x="0" y="30"/>
                  </a:lnTo>
                  <a:lnTo>
                    <a:pt x="10" y="4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6" name="Google Shape;446;p60"/>
            <p:cNvSpPr/>
            <p:nvPr/>
          </p:nvSpPr>
          <p:spPr>
            <a:xfrm>
              <a:off x="4309256" y="2915091"/>
              <a:ext cx="6977552" cy="553780"/>
            </a:xfrm>
            <a:custGeom>
              <a:rect b="b" l="l" r="r" t="t"/>
              <a:pathLst>
                <a:path extrusionOk="0" h="392" w="4232">
                  <a:moveTo>
                    <a:pt x="466" y="28"/>
                  </a:moveTo>
                  <a:lnTo>
                    <a:pt x="466" y="28"/>
                  </a:lnTo>
                  <a:lnTo>
                    <a:pt x="456" y="22"/>
                  </a:lnTo>
                  <a:lnTo>
                    <a:pt x="450" y="22"/>
                  </a:lnTo>
                  <a:lnTo>
                    <a:pt x="444" y="22"/>
                  </a:lnTo>
                  <a:lnTo>
                    <a:pt x="444" y="26"/>
                  </a:lnTo>
                  <a:lnTo>
                    <a:pt x="434" y="26"/>
                  </a:lnTo>
                  <a:lnTo>
                    <a:pt x="432" y="24"/>
                  </a:lnTo>
                  <a:lnTo>
                    <a:pt x="418" y="24"/>
                  </a:lnTo>
                  <a:lnTo>
                    <a:pt x="418" y="20"/>
                  </a:lnTo>
                  <a:lnTo>
                    <a:pt x="406" y="20"/>
                  </a:lnTo>
                  <a:lnTo>
                    <a:pt x="394" y="22"/>
                  </a:lnTo>
                  <a:lnTo>
                    <a:pt x="392" y="18"/>
                  </a:lnTo>
                  <a:lnTo>
                    <a:pt x="390" y="18"/>
                  </a:lnTo>
                  <a:lnTo>
                    <a:pt x="390" y="20"/>
                  </a:lnTo>
                  <a:lnTo>
                    <a:pt x="386" y="20"/>
                  </a:lnTo>
                  <a:lnTo>
                    <a:pt x="378" y="14"/>
                  </a:lnTo>
                  <a:lnTo>
                    <a:pt x="372" y="14"/>
                  </a:lnTo>
                  <a:lnTo>
                    <a:pt x="368" y="16"/>
                  </a:lnTo>
                  <a:lnTo>
                    <a:pt x="364" y="18"/>
                  </a:lnTo>
                  <a:lnTo>
                    <a:pt x="360" y="18"/>
                  </a:lnTo>
                  <a:lnTo>
                    <a:pt x="340" y="12"/>
                  </a:lnTo>
                  <a:lnTo>
                    <a:pt x="338" y="10"/>
                  </a:lnTo>
                  <a:lnTo>
                    <a:pt x="328" y="10"/>
                  </a:lnTo>
                  <a:lnTo>
                    <a:pt x="320" y="10"/>
                  </a:lnTo>
                  <a:lnTo>
                    <a:pt x="318" y="10"/>
                  </a:lnTo>
                  <a:lnTo>
                    <a:pt x="318" y="8"/>
                  </a:lnTo>
                  <a:lnTo>
                    <a:pt x="316" y="4"/>
                  </a:lnTo>
                  <a:lnTo>
                    <a:pt x="306" y="10"/>
                  </a:lnTo>
                  <a:lnTo>
                    <a:pt x="304" y="8"/>
                  </a:lnTo>
                  <a:lnTo>
                    <a:pt x="304" y="4"/>
                  </a:lnTo>
                  <a:lnTo>
                    <a:pt x="302" y="2"/>
                  </a:lnTo>
                  <a:lnTo>
                    <a:pt x="300" y="0"/>
                  </a:lnTo>
                  <a:lnTo>
                    <a:pt x="292" y="0"/>
                  </a:lnTo>
                  <a:lnTo>
                    <a:pt x="286" y="4"/>
                  </a:lnTo>
                  <a:lnTo>
                    <a:pt x="280" y="10"/>
                  </a:lnTo>
                  <a:lnTo>
                    <a:pt x="276" y="10"/>
                  </a:lnTo>
                  <a:lnTo>
                    <a:pt x="270" y="10"/>
                  </a:lnTo>
                  <a:lnTo>
                    <a:pt x="268" y="12"/>
                  </a:lnTo>
                  <a:lnTo>
                    <a:pt x="266" y="12"/>
                  </a:lnTo>
                  <a:lnTo>
                    <a:pt x="266" y="10"/>
                  </a:lnTo>
                  <a:lnTo>
                    <a:pt x="266" y="8"/>
                  </a:lnTo>
                  <a:lnTo>
                    <a:pt x="264" y="10"/>
                  </a:lnTo>
                  <a:lnTo>
                    <a:pt x="264" y="12"/>
                  </a:lnTo>
                  <a:lnTo>
                    <a:pt x="258" y="12"/>
                  </a:lnTo>
                  <a:lnTo>
                    <a:pt x="256" y="16"/>
                  </a:lnTo>
                  <a:lnTo>
                    <a:pt x="250" y="16"/>
                  </a:lnTo>
                  <a:lnTo>
                    <a:pt x="244" y="16"/>
                  </a:lnTo>
                  <a:lnTo>
                    <a:pt x="240" y="18"/>
                  </a:lnTo>
                  <a:lnTo>
                    <a:pt x="238" y="22"/>
                  </a:lnTo>
                  <a:lnTo>
                    <a:pt x="234" y="28"/>
                  </a:lnTo>
                  <a:lnTo>
                    <a:pt x="230" y="28"/>
                  </a:lnTo>
                  <a:lnTo>
                    <a:pt x="228" y="30"/>
                  </a:lnTo>
                  <a:lnTo>
                    <a:pt x="226" y="42"/>
                  </a:lnTo>
                  <a:lnTo>
                    <a:pt x="224" y="50"/>
                  </a:lnTo>
                  <a:lnTo>
                    <a:pt x="218" y="52"/>
                  </a:lnTo>
                  <a:lnTo>
                    <a:pt x="214" y="52"/>
                  </a:lnTo>
                  <a:lnTo>
                    <a:pt x="204" y="52"/>
                  </a:lnTo>
                  <a:lnTo>
                    <a:pt x="202" y="54"/>
                  </a:lnTo>
                  <a:lnTo>
                    <a:pt x="198" y="56"/>
                  </a:lnTo>
                  <a:lnTo>
                    <a:pt x="194" y="54"/>
                  </a:lnTo>
                  <a:lnTo>
                    <a:pt x="192" y="54"/>
                  </a:lnTo>
                  <a:lnTo>
                    <a:pt x="188" y="54"/>
                  </a:lnTo>
                  <a:lnTo>
                    <a:pt x="188" y="64"/>
                  </a:lnTo>
                  <a:lnTo>
                    <a:pt x="186" y="68"/>
                  </a:lnTo>
                  <a:lnTo>
                    <a:pt x="194" y="70"/>
                  </a:lnTo>
                  <a:lnTo>
                    <a:pt x="200" y="74"/>
                  </a:lnTo>
                  <a:lnTo>
                    <a:pt x="204" y="78"/>
                  </a:lnTo>
                  <a:lnTo>
                    <a:pt x="210" y="82"/>
                  </a:lnTo>
                  <a:lnTo>
                    <a:pt x="212" y="82"/>
                  </a:lnTo>
                  <a:lnTo>
                    <a:pt x="216" y="82"/>
                  </a:lnTo>
                  <a:lnTo>
                    <a:pt x="216" y="84"/>
                  </a:lnTo>
                  <a:lnTo>
                    <a:pt x="216" y="86"/>
                  </a:lnTo>
                  <a:lnTo>
                    <a:pt x="216" y="90"/>
                  </a:lnTo>
                  <a:lnTo>
                    <a:pt x="218" y="92"/>
                  </a:lnTo>
                  <a:lnTo>
                    <a:pt x="222" y="92"/>
                  </a:lnTo>
                  <a:lnTo>
                    <a:pt x="224" y="90"/>
                  </a:lnTo>
                  <a:lnTo>
                    <a:pt x="226" y="90"/>
                  </a:lnTo>
                  <a:lnTo>
                    <a:pt x="230" y="90"/>
                  </a:lnTo>
                  <a:lnTo>
                    <a:pt x="236" y="90"/>
                  </a:lnTo>
                  <a:lnTo>
                    <a:pt x="238" y="90"/>
                  </a:lnTo>
                  <a:lnTo>
                    <a:pt x="238" y="92"/>
                  </a:lnTo>
                  <a:lnTo>
                    <a:pt x="238" y="94"/>
                  </a:lnTo>
                  <a:lnTo>
                    <a:pt x="236" y="94"/>
                  </a:lnTo>
                  <a:lnTo>
                    <a:pt x="246" y="100"/>
                  </a:lnTo>
                  <a:lnTo>
                    <a:pt x="246" y="98"/>
                  </a:lnTo>
                  <a:lnTo>
                    <a:pt x="248" y="98"/>
                  </a:lnTo>
                  <a:lnTo>
                    <a:pt x="250" y="98"/>
                  </a:lnTo>
                  <a:lnTo>
                    <a:pt x="250" y="104"/>
                  </a:lnTo>
                  <a:lnTo>
                    <a:pt x="238" y="102"/>
                  </a:lnTo>
                  <a:lnTo>
                    <a:pt x="238" y="104"/>
                  </a:lnTo>
                  <a:lnTo>
                    <a:pt x="236" y="106"/>
                  </a:lnTo>
                  <a:lnTo>
                    <a:pt x="242" y="106"/>
                  </a:lnTo>
                  <a:lnTo>
                    <a:pt x="244" y="112"/>
                  </a:lnTo>
                  <a:lnTo>
                    <a:pt x="242" y="108"/>
                  </a:lnTo>
                  <a:lnTo>
                    <a:pt x="236" y="114"/>
                  </a:lnTo>
                  <a:lnTo>
                    <a:pt x="230" y="114"/>
                  </a:lnTo>
                  <a:lnTo>
                    <a:pt x="222" y="112"/>
                  </a:lnTo>
                  <a:lnTo>
                    <a:pt x="212" y="108"/>
                  </a:lnTo>
                  <a:lnTo>
                    <a:pt x="214" y="106"/>
                  </a:lnTo>
                  <a:lnTo>
                    <a:pt x="214" y="102"/>
                  </a:lnTo>
                  <a:lnTo>
                    <a:pt x="212" y="96"/>
                  </a:lnTo>
                  <a:lnTo>
                    <a:pt x="192" y="104"/>
                  </a:lnTo>
                  <a:lnTo>
                    <a:pt x="192" y="110"/>
                  </a:lnTo>
                  <a:lnTo>
                    <a:pt x="188" y="110"/>
                  </a:lnTo>
                  <a:lnTo>
                    <a:pt x="186" y="110"/>
                  </a:lnTo>
                  <a:lnTo>
                    <a:pt x="184" y="108"/>
                  </a:lnTo>
                  <a:lnTo>
                    <a:pt x="182" y="108"/>
                  </a:lnTo>
                  <a:lnTo>
                    <a:pt x="174" y="112"/>
                  </a:lnTo>
                  <a:lnTo>
                    <a:pt x="170" y="118"/>
                  </a:lnTo>
                  <a:lnTo>
                    <a:pt x="170" y="120"/>
                  </a:lnTo>
                  <a:lnTo>
                    <a:pt x="182" y="122"/>
                  </a:lnTo>
                  <a:lnTo>
                    <a:pt x="186" y="124"/>
                  </a:lnTo>
                  <a:lnTo>
                    <a:pt x="180" y="126"/>
                  </a:lnTo>
                  <a:lnTo>
                    <a:pt x="182" y="128"/>
                  </a:lnTo>
                  <a:lnTo>
                    <a:pt x="184" y="132"/>
                  </a:lnTo>
                  <a:lnTo>
                    <a:pt x="186" y="134"/>
                  </a:lnTo>
                  <a:lnTo>
                    <a:pt x="186" y="136"/>
                  </a:lnTo>
                  <a:lnTo>
                    <a:pt x="194" y="138"/>
                  </a:lnTo>
                  <a:lnTo>
                    <a:pt x="204" y="138"/>
                  </a:lnTo>
                  <a:lnTo>
                    <a:pt x="224" y="134"/>
                  </a:lnTo>
                  <a:lnTo>
                    <a:pt x="226" y="138"/>
                  </a:lnTo>
                  <a:lnTo>
                    <a:pt x="228" y="142"/>
                  </a:lnTo>
                  <a:lnTo>
                    <a:pt x="232" y="136"/>
                  </a:lnTo>
                  <a:lnTo>
                    <a:pt x="238" y="136"/>
                  </a:lnTo>
                  <a:lnTo>
                    <a:pt x="242" y="136"/>
                  </a:lnTo>
                  <a:lnTo>
                    <a:pt x="250" y="136"/>
                  </a:lnTo>
                  <a:lnTo>
                    <a:pt x="248" y="146"/>
                  </a:lnTo>
                  <a:lnTo>
                    <a:pt x="250" y="158"/>
                  </a:lnTo>
                  <a:lnTo>
                    <a:pt x="244" y="160"/>
                  </a:lnTo>
                  <a:lnTo>
                    <a:pt x="238" y="162"/>
                  </a:lnTo>
                  <a:lnTo>
                    <a:pt x="236" y="162"/>
                  </a:lnTo>
                  <a:lnTo>
                    <a:pt x="236" y="160"/>
                  </a:lnTo>
                  <a:lnTo>
                    <a:pt x="228" y="168"/>
                  </a:lnTo>
                  <a:lnTo>
                    <a:pt x="224" y="168"/>
                  </a:lnTo>
                  <a:lnTo>
                    <a:pt x="220" y="168"/>
                  </a:lnTo>
                  <a:lnTo>
                    <a:pt x="216" y="162"/>
                  </a:lnTo>
                  <a:lnTo>
                    <a:pt x="214" y="162"/>
                  </a:lnTo>
                  <a:lnTo>
                    <a:pt x="210" y="162"/>
                  </a:lnTo>
                  <a:lnTo>
                    <a:pt x="204" y="170"/>
                  </a:lnTo>
                  <a:lnTo>
                    <a:pt x="204" y="172"/>
                  </a:lnTo>
                  <a:lnTo>
                    <a:pt x="210" y="172"/>
                  </a:lnTo>
                  <a:lnTo>
                    <a:pt x="210" y="176"/>
                  </a:lnTo>
                  <a:lnTo>
                    <a:pt x="206" y="174"/>
                  </a:lnTo>
                  <a:lnTo>
                    <a:pt x="204" y="180"/>
                  </a:lnTo>
                  <a:lnTo>
                    <a:pt x="200" y="182"/>
                  </a:lnTo>
                  <a:lnTo>
                    <a:pt x="196" y="184"/>
                  </a:lnTo>
                  <a:lnTo>
                    <a:pt x="196" y="186"/>
                  </a:lnTo>
                  <a:lnTo>
                    <a:pt x="196" y="188"/>
                  </a:lnTo>
                  <a:lnTo>
                    <a:pt x="196" y="190"/>
                  </a:lnTo>
                  <a:lnTo>
                    <a:pt x="190" y="194"/>
                  </a:lnTo>
                  <a:lnTo>
                    <a:pt x="200" y="202"/>
                  </a:lnTo>
                  <a:lnTo>
                    <a:pt x="206" y="204"/>
                  </a:lnTo>
                  <a:lnTo>
                    <a:pt x="216" y="204"/>
                  </a:lnTo>
                  <a:lnTo>
                    <a:pt x="212" y="212"/>
                  </a:lnTo>
                  <a:lnTo>
                    <a:pt x="210" y="208"/>
                  </a:lnTo>
                  <a:lnTo>
                    <a:pt x="208" y="206"/>
                  </a:lnTo>
                  <a:lnTo>
                    <a:pt x="202" y="206"/>
                  </a:lnTo>
                  <a:lnTo>
                    <a:pt x="202" y="208"/>
                  </a:lnTo>
                  <a:lnTo>
                    <a:pt x="204" y="210"/>
                  </a:lnTo>
                  <a:lnTo>
                    <a:pt x="204" y="214"/>
                  </a:lnTo>
                  <a:lnTo>
                    <a:pt x="210" y="214"/>
                  </a:lnTo>
                  <a:lnTo>
                    <a:pt x="208" y="216"/>
                  </a:lnTo>
                  <a:lnTo>
                    <a:pt x="208" y="220"/>
                  </a:lnTo>
                  <a:lnTo>
                    <a:pt x="212" y="228"/>
                  </a:lnTo>
                  <a:lnTo>
                    <a:pt x="222" y="228"/>
                  </a:lnTo>
                  <a:lnTo>
                    <a:pt x="226" y="226"/>
                  </a:lnTo>
                  <a:lnTo>
                    <a:pt x="228" y="222"/>
                  </a:lnTo>
                  <a:lnTo>
                    <a:pt x="228" y="216"/>
                  </a:lnTo>
                  <a:lnTo>
                    <a:pt x="232" y="218"/>
                  </a:lnTo>
                  <a:lnTo>
                    <a:pt x="232" y="220"/>
                  </a:lnTo>
                  <a:lnTo>
                    <a:pt x="232" y="224"/>
                  </a:lnTo>
                  <a:lnTo>
                    <a:pt x="234" y="228"/>
                  </a:lnTo>
                  <a:lnTo>
                    <a:pt x="238" y="234"/>
                  </a:lnTo>
                  <a:lnTo>
                    <a:pt x="236" y="236"/>
                  </a:lnTo>
                  <a:lnTo>
                    <a:pt x="236" y="240"/>
                  </a:lnTo>
                  <a:lnTo>
                    <a:pt x="234" y="240"/>
                  </a:lnTo>
                  <a:lnTo>
                    <a:pt x="238" y="242"/>
                  </a:lnTo>
                  <a:lnTo>
                    <a:pt x="238" y="250"/>
                  </a:lnTo>
                  <a:lnTo>
                    <a:pt x="242" y="248"/>
                  </a:lnTo>
                  <a:lnTo>
                    <a:pt x="246" y="244"/>
                  </a:lnTo>
                  <a:lnTo>
                    <a:pt x="250" y="242"/>
                  </a:lnTo>
                  <a:lnTo>
                    <a:pt x="254" y="240"/>
                  </a:lnTo>
                  <a:lnTo>
                    <a:pt x="256" y="240"/>
                  </a:lnTo>
                  <a:lnTo>
                    <a:pt x="256" y="242"/>
                  </a:lnTo>
                  <a:lnTo>
                    <a:pt x="258" y="244"/>
                  </a:lnTo>
                  <a:lnTo>
                    <a:pt x="260" y="244"/>
                  </a:lnTo>
                  <a:lnTo>
                    <a:pt x="262" y="244"/>
                  </a:lnTo>
                  <a:lnTo>
                    <a:pt x="262" y="242"/>
                  </a:lnTo>
                  <a:lnTo>
                    <a:pt x="264" y="242"/>
                  </a:lnTo>
                  <a:lnTo>
                    <a:pt x="270" y="252"/>
                  </a:lnTo>
                  <a:lnTo>
                    <a:pt x="272" y="250"/>
                  </a:lnTo>
                  <a:lnTo>
                    <a:pt x="272" y="246"/>
                  </a:lnTo>
                  <a:lnTo>
                    <a:pt x="278" y="248"/>
                  </a:lnTo>
                  <a:lnTo>
                    <a:pt x="282" y="248"/>
                  </a:lnTo>
                  <a:lnTo>
                    <a:pt x="288" y="246"/>
                  </a:lnTo>
                  <a:lnTo>
                    <a:pt x="294" y="242"/>
                  </a:lnTo>
                  <a:lnTo>
                    <a:pt x="292" y="248"/>
                  </a:lnTo>
                  <a:lnTo>
                    <a:pt x="292" y="254"/>
                  </a:lnTo>
                  <a:lnTo>
                    <a:pt x="288" y="256"/>
                  </a:lnTo>
                  <a:lnTo>
                    <a:pt x="282" y="262"/>
                  </a:lnTo>
                  <a:lnTo>
                    <a:pt x="282" y="268"/>
                  </a:lnTo>
                  <a:lnTo>
                    <a:pt x="282" y="272"/>
                  </a:lnTo>
                  <a:lnTo>
                    <a:pt x="276" y="282"/>
                  </a:lnTo>
                  <a:lnTo>
                    <a:pt x="266" y="290"/>
                  </a:lnTo>
                  <a:lnTo>
                    <a:pt x="254" y="296"/>
                  </a:lnTo>
                  <a:lnTo>
                    <a:pt x="254" y="302"/>
                  </a:lnTo>
                  <a:lnTo>
                    <a:pt x="250" y="302"/>
                  </a:lnTo>
                  <a:lnTo>
                    <a:pt x="248" y="304"/>
                  </a:lnTo>
                  <a:lnTo>
                    <a:pt x="246" y="302"/>
                  </a:lnTo>
                  <a:lnTo>
                    <a:pt x="242" y="302"/>
                  </a:lnTo>
                  <a:lnTo>
                    <a:pt x="238" y="302"/>
                  </a:lnTo>
                  <a:lnTo>
                    <a:pt x="232" y="310"/>
                  </a:lnTo>
                  <a:lnTo>
                    <a:pt x="228" y="316"/>
                  </a:lnTo>
                  <a:lnTo>
                    <a:pt x="226" y="316"/>
                  </a:lnTo>
                  <a:lnTo>
                    <a:pt x="224" y="316"/>
                  </a:lnTo>
                  <a:lnTo>
                    <a:pt x="222" y="318"/>
                  </a:lnTo>
                  <a:lnTo>
                    <a:pt x="222" y="322"/>
                  </a:lnTo>
                  <a:lnTo>
                    <a:pt x="228" y="320"/>
                  </a:lnTo>
                  <a:lnTo>
                    <a:pt x="232" y="318"/>
                  </a:lnTo>
                  <a:lnTo>
                    <a:pt x="234" y="314"/>
                  </a:lnTo>
                  <a:lnTo>
                    <a:pt x="238" y="306"/>
                  </a:lnTo>
                  <a:lnTo>
                    <a:pt x="244" y="306"/>
                  </a:lnTo>
                  <a:lnTo>
                    <a:pt x="242" y="308"/>
                  </a:lnTo>
                  <a:lnTo>
                    <a:pt x="242" y="310"/>
                  </a:lnTo>
                  <a:lnTo>
                    <a:pt x="248" y="310"/>
                  </a:lnTo>
                  <a:lnTo>
                    <a:pt x="254" y="308"/>
                  </a:lnTo>
                  <a:lnTo>
                    <a:pt x="258" y="304"/>
                  </a:lnTo>
                  <a:lnTo>
                    <a:pt x="264" y="302"/>
                  </a:lnTo>
                  <a:lnTo>
                    <a:pt x="264" y="304"/>
                  </a:lnTo>
                  <a:lnTo>
                    <a:pt x="266" y="304"/>
                  </a:lnTo>
                  <a:lnTo>
                    <a:pt x="268" y="298"/>
                  </a:lnTo>
                  <a:lnTo>
                    <a:pt x="270" y="298"/>
                  </a:lnTo>
                  <a:lnTo>
                    <a:pt x="270" y="300"/>
                  </a:lnTo>
                  <a:lnTo>
                    <a:pt x="272" y="300"/>
                  </a:lnTo>
                  <a:lnTo>
                    <a:pt x="272" y="294"/>
                  </a:lnTo>
                  <a:lnTo>
                    <a:pt x="278" y="292"/>
                  </a:lnTo>
                  <a:lnTo>
                    <a:pt x="278" y="288"/>
                  </a:lnTo>
                  <a:lnTo>
                    <a:pt x="280" y="288"/>
                  </a:lnTo>
                  <a:lnTo>
                    <a:pt x="282" y="288"/>
                  </a:lnTo>
                  <a:lnTo>
                    <a:pt x="288" y="284"/>
                  </a:lnTo>
                  <a:lnTo>
                    <a:pt x="294" y="280"/>
                  </a:lnTo>
                  <a:lnTo>
                    <a:pt x="292" y="274"/>
                  </a:lnTo>
                  <a:lnTo>
                    <a:pt x="296" y="272"/>
                  </a:lnTo>
                  <a:lnTo>
                    <a:pt x="302" y="270"/>
                  </a:lnTo>
                  <a:lnTo>
                    <a:pt x="306" y="264"/>
                  </a:lnTo>
                  <a:lnTo>
                    <a:pt x="312" y="258"/>
                  </a:lnTo>
                  <a:lnTo>
                    <a:pt x="316" y="258"/>
                  </a:lnTo>
                  <a:lnTo>
                    <a:pt x="320" y="256"/>
                  </a:lnTo>
                  <a:lnTo>
                    <a:pt x="320" y="252"/>
                  </a:lnTo>
                  <a:lnTo>
                    <a:pt x="322" y="250"/>
                  </a:lnTo>
                  <a:lnTo>
                    <a:pt x="324" y="248"/>
                  </a:lnTo>
                  <a:lnTo>
                    <a:pt x="330" y="246"/>
                  </a:lnTo>
                  <a:lnTo>
                    <a:pt x="330" y="242"/>
                  </a:lnTo>
                  <a:lnTo>
                    <a:pt x="326" y="242"/>
                  </a:lnTo>
                  <a:lnTo>
                    <a:pt x="320" y="242"/>
                  </a:lnTo>
                  <a:lnTo>
                    <a:pt x="324" y="236"/>
                  </a:lnTo>
                  <a:lnTo>
                    <a:pt x="326" y="230"/>
                  </a:lnTo>
                  <a:lnTo>
                    <a:pt x="330" y="228"/>
                  </a:lnTo>
                  <a:lnTo>
                    <a:pt x="336" y="224"/>
                  </a:lnTo>
                  <a:lnTo>
                    <a:pt x="334" y="222"/>
                  </a:lnTo>
                  <a:lnTo>
                    <a:pt x="334" y="218"/>
                  </a:lnTo>
                  <a:lnTo>
                    <a:pt x="338" y="218"/>
                  </a:lnTo>
                  <a:lnTo>
                    <a:pt x="342" y="218"/>
                  </a:lnTo>
                  <a:lnTo>
                    <a:pt x="342" y="214"/>
                  </a:lnTo>
                  <a:lnTo>
                    <a:pt x="344" y="212"/>
                  </a:lnTo>
                  <a:lnTo>
                    <a:pt x="346" y="210"/>
                  </a:lnTo>
                  <a:lnTo>
                    <a:pt x="350" y="210"/>
                  </a:lnTo>
                  <a:lnTo>
                    <a:pt x="352" y="206"/>
                  </a:lnTo>
                  <a:lnTo>
                    <a:pt x="352" y="202"/>
                  </a:lnTo>
                  <a:lnTo>
                    <a:pt x="360" y="196"/>
                  </a:lnTo>
                  <a:lnTo>
                    <a:pt x="364" y="196"/>
                  </a:lnTo>
                  <a:lnTo>
                    <a:pt x="364" y="198"/>
                  </a:lnTo>
                  <a:lnTo>
                    <a:pt x="366" y="200"/>
                  </a:lnTo>
                  <a:lnTo>
                    <a:pt x="372" y="196"/>
                  </a:lnTo>
                  <a:lnTo>
                    <a:pt x="374" y="196"/>
                  </a:lnTo>
                  <a:lnTo>
                    <a:pt x="374" y="198"/>
                  </a:lnTo>
                  <a:lnTo>
                    <a:pt x="372" y="200"/>
                  </a:lnTo>
                  <a:lnTo>
                    <a:pt x="372" y="202"/>
                  </a:lnTo>
                  <a:lnTo>
                    <a:pt x="374" y="202"/>
                  </a:lnTo>
                  <a:lnTo>
                    <a:pt x="374" y="204"/>
                  </a:lnTo>
                  <a:lnTo>
                    <a:pt x="374" y="206"/>
                  </a:lnTo>
                  <a:lnTo>
                    <a:pt x="368" y="204"/>
                  </a:lnTo>
                  <a:lnTo>
                    <a:pt x="362" y="204"/>
                  </a:lnTo>
                  <a:lnTo>
                    <a:pt x="358" y="210"/>
                  </a:lnTo>
                  <a:lnTo>
                    <a:pt x="354" y="210"/>
                  </a:lnTo>
                  <a:lnTo>
                    <a:pt x="350" y="230"/>
                  </a:lnTo>
                  <a:lnTo>
                    <a:pt x="356" y="230"/>
                  </a:lnTo>
                  <a:lnTo>
                    <a:pt x="356" y="234"/>
                  </a:lnTo>
                  <a:lnTo>
                    <a:pt x="348" y="238"/>
                  </a:lnTo>
                  <a:lnTo>
                    <a:pt x="350" y="240"/>
                  </a:lnTo>
                  <a:lnTo>
                    <a:pt x="352" y="242"/>
                  </a:lnTo>
                  <a:lnTo>
                    <a:pt x="366" y="236"/>
                  </a:lnTo>
                  <a:lnTo>
                    <a:pt x="366" y="232"/>
                  </a:lnTo>
                  <a:lnTo>
                    <a:pt x="370" y="232"/>
                  </a:lnTo>
                  <a:lnTo>
                    <a:pt x="374" y="230"/>
                  </a:lnTo>
                  <a:lnTo>
                    <a:pt x="374" y="226"/>
                  </a:lnTo>
                  <a:lnTo>
                    <a:pt x="376" y="224"/>
                  </a:lnTo>
                  <a:lnTo>
                    <a:pt x="378" y="222"/>
                  </a:lnTo>
                  <a:lnTo>
                    <a:pt x="382" y="222"/>
                  </a:lnTo>
                  <a:lnTo>
                    <a:pt x="384" y="224"/>
                  </a:lnTo>
                  <a:lnTo>
                    <a:pt x="388" y="224"/>
                  </a:lnTo>
                  <a:lnTo>
                    <a:pt x="390" y="226"/>
                  </a:lnTo>
                  <a:lnTo>
                    <a:pt x="392" y="224"/>
                  </a:lnTo>
                  <a:lnTo>
                    <a:pt x="396" y="220"/>
                  </a:lnTo>
                  <a:lnTo>
                    <a:pt x="394" y="214"/>
                  </a:lnTo>
                  <a:lnTo>
                    <a:pt x="388" y="212"/>
                  </a:lnTo>
                  <a:lnTo>
                    <a:pt x="390" y="206"/>
                  </a:lnTo>
                  <a:lnTo>
                    <a:pt x="388" y="202"/>
                  </a:lnTo>
                  <a:lnTo>
                    <a:pt x="400" y="204"/>
                  </a:lnTo>
                  <a:lnTo>
                    <a:pt x="404" y="204"/>
                  </a:lnTo>
                  <a:lnTo>
                    <a:pt x="408" y="202"/>
                  </a:lnTo>
                  <a:lnTo>
                    <a:pt x="408" y="200"/>
                  </a:lnTo>
                  <a:lnTo>
                    <a:pt x="410" y="200"/>
                  </a:lnTo>
                  <a:lnTo>
                    <a:pt x="410" y="206"/>
                  </a:lnTo>
                  <a:lnTo>
                    <a:pt x="412" y="208"/>
                  </a:lnTo>
                  <a:lnTo>
                    <a:pt x="410" y="208"/>
                  </a:lnTo>
                  <a:lnTo>
                    <a:pt x="418" y="212"/>
                  </a:lnTo>
                  <a:lnTo>
                    <a:pt x="418" y="214"/>
                  </a:lnTo>
                  <a:lnTo>
                    <a:pt x="418" y="218"/>
                  </a:lnTo>
                  <a:lnTo>
                    <a:pt x="420" y="218"/>
                  </a:lnTo>
                  <a:lnTo>
                    <a:pt x="422" y="218"/>
                  </a:lnTo>
                  <a:lnTo>
                    <a:pt x="424" y="216"/>
                  </a:lnTo>
                  <a:lnTo>
                    <a:pt x="428" y="216"/>
                  </a:lnTo>
                  <a:lnTo>
                    <a:pt x="428" y="222"/>
                  </a:lnTo>
                  <a:lnTo>
                    <a:pt x="434" y="222"/>
                  </a:lnTo>
                  <a:lnTo>
                    <a:pt x="438" y="224"/>
                  </a:lnTo>
                  <a:lnTo>
                    <a:pt x="438" y="226"/>
                  </a:lnTo>
                  <a:lnTo>
                    <a:pt x="444" y="226"/>
                  </a:lnTo>
                  <a:lnTo>
                    <a:pt x="448" y="224"/>
                  </a:lnTo>
                  <a:lnTo>
                    <a:pt x="452" y="224"/>
                  </a:lnTo>
                  <a:lnTo>
                    <a:pt x="458" y="224"/>
                  </a:lnTo>
                  <a:lnTo>
                    <a:pt x="466" y="226"/>
                  </a:lnTo>
                  <a:lnTo>
                    <a:pt x="474" y="230"/>
                  </a:lnTo>
                  <a:lnTo>
                    <a:pt x="484" y="234"/>
                  </a:lnTo>
                  <a:lnTo>
                    <a:pt x="488" y="234"/>
                  </a:lnTo>
                  <a:lnTo>
                    <a:pt x="492" y="234"/>
                  </a:lnTo>
                  <a:lnTo>
                    <a:pt x="492" y="232"/>
                  </a:lnTo>
                  <a:lnTo>
                    <a:pt x="496" y="230"/>
                  </a:lnTo>
                  <a:lnTo>
                    <a:pt x="494" y="240"/>
                  </a:lnTo>
                  <a:lnTo>
                    <a:pt x="500" y="242"/>
                  </a:lnTo>
                  <a:lnTo>
                    <a:pt x="506" y="244"/>
                  </a:lnTo>
                  <a:lnTo>
                    <a:pt x="506" y="240"/>
                  </a:lnTo>
                  <a:lnTo>
                    <a:pt x="510" y="240"/>
                  </a:lnTo>
                  <a:lnTo>
                    <a:pt x="510" y="244"/>
                  </a:lnTo>
                  <a:lnTo>
                    <a:pt x="510" y="250"/>
                  </a:lnTo>
                  <a:lnTo>
                    <a:pt x="512" y="250"/>
                  </a:lnTo>
                  <a:lnTo>
                    <a:pt x="520" y="260"/>
                  </a:lnTo>
                  <a:lnTo>
                    <a:pt x="522" y="258"/>
                  </a:lnTo>
                  <a:lnTo>
                    <a:pt x="524" y="258"/>
                  </a:lnTo>
                  <a:lnTo>
                    <a:pt x="524" y="264"/>
                  </a:lnTo>
                  <a:lnTo>
                    <a:pt x="528" y="264"/>
                  </a:lnTo>
                  <a:lnTo>
                    <a:pt x="530" y="266"/>
                  </a:lnTo>
                  <a:lnTo>
                    <a:pt x="528" y="268"/>
                  </a:lnTo>
                  <a:lnTo>
                    <a:pt x="532" y="268"/>
                  </a:lnTo>
                  <a:lnTo>
                    <a:pt x="532" y="270"/>
                  </a:lnTo>
                  <a:lnTo>
                    <a:pt x="532" y="274"/>
                  </a:lnTo>
                  <a:lnTo>
                    <a:pt x="540" y="280"/>
                  </a:lnTo>
                  <a:lnTo>
                    <a:pt x="540" y="282"/>
                  </a:lnTo>
                  <a:lnTo>
                    <a:pt x="540" y="284"/>
                  </a:lnTo>
                  <a:lnTo>
                    <a:pt x="544" y="290"/>
                  </a:lnTo>
                  <a:lnTo>
                    <a:pt x="550" y="296"/>
                  </a:lnTo>
                  <a:lnTo>
                    <a:pt x="550" y="298"/>
                  </a:lnTo>
                  <a:lnTo>
                    <a:pt x="552" y="298"/>
                  </a:lnTo>
                  <a:lnTo>
                    <a:pt x="552" y="300"/>
                  </a:lnTo>
                  <a:lnTo>
                    <a:pt x="554" y="300"/>
                  </a:lnTo>
                  <a:lnTo>
                    <a:pt x="554" y="298"/>
                  </a:lnTo>
                  <a:lnTo>
                    <a:pt x="554" y="296"/>
                  </a:lnTo>
                  <a:lnTo>
                    <a:pt x="560" y="298"/>
                  </a:lnTo>
                  <a:lnTo>
                    <a:pt x="558" y="300"/>
                  </a:lnTo>
                  <a:lnTo>
                    <a:pt x="558" y="302"/>
                  </a:lnTo>
                  <a:lnTo>
                    <a:pt x="564" y="304"/>
                  </a:lnTo>
                  <a:lnTo>
                    <a:pt x="562" y="296"/>
                  </a:lnTo>
                  <a:lnTo>
                    <a:pt x="564" y="296"/>
                  </a:lnTo>
                  <a:lnTo>
                    <a:pt x="564" y="298"/>
                  </a:lnTo>
                  <a:lnTo>
                    <a:pt x="566" y="298"/>
                  </a:lnTo>
                  <a:lnTo>
                    <a:pt x="568" y="294"/>
                  </a:lnTo>
                  <a:lnTo>
                    <a:pt x="568" y="288"/>
                  </a:lnTo>
                  <a:lnTo>
                    <a:pt x="564" y="288"/>
                  </a:lnTo>
                  <a:lnTo>
                    <a:pt x="566" y="288"/>
                  </a:lnTo>
                  <a:lnTo>
                    <a:pt x="564" y="286"/>
                  </a:lnTo>
                  <a:lnTo>
                    <a:pt x="560" y="286"/>
                  </a:lnTo>
                  <a:lnTo>
                    <a:pt x="560" y="294"/>
                  </a:lnTo>
                  <a:lnTo>
                    <a:pt x="552" y="292"/>
                  </a:lnTo>
                  <a:lnTo>
                    <a:pt x="552" y="288"/>
                  </a:lnTo>
                  <a:lnTo>
                    <a:pt x="550" y="282"/>
                  </a:lnTo>
                  <a:lnTo>
                    <a:pt x="546" y="282"/>
                  </a:lnTo>
                  <a:lnTo>
                    <a:pt x="550" y="278"/>
                  </a:lnTo>
                  <a:lnTo>
                    <a:pt x="550" y="272"/>
                  </a:lnTo>
                  <a:lnTo>
                    <a:pt x="546" y="272"/>
                  </a:lnTo>
                  <a:lnTo>
                    <a:pt x="546" y="270"/>
                  </a:lnTo>
                  <a:lnTo>
                    <a:pt x="546" y="268"/>
                  </a:lnTo>
                  <a:lnTo>
                    <a:pt x="542" y="266"/>
                  </a:lnTo>
                  <a:lnTo>
                    <a:pt x="534" y="264"/>
                  </a:lnTo>
                  <a:lnTo>
                    <a:pt x="532" y="264"/>
                  </a:lnTo>
                  <a:lnTo>
                    <a:pt x="534" y="264"/>
                  </a:lnTo>
                  <a:lnTo>
                    <a:pt x="544" y="260"/>
                  </a:lnTo>
                  <a:lnTo>
                    <a:pt x="544" y="262"/>
                  </a:lnTo>
                  <a:lnTo>
                    <a:pt x="546" y="264"/>
                  </a:lnTo>
                  <a:lnTo>
                    <a:pt x="544" y="258"/>
                  </a:lnTo>
                  <a:lnTo>
                    <a:pt x="546" y="252"/>
                  </a:lnTo>
                  <a:lnTo>
                    <a:pt x="552" y="262"/>
                  </a:lnTo>
                  <a:lnTo>
                    <a:pt x="558" y="262"/>
                  </a:lnTo>
                  <a:lnTo>
                    <a:pt x="558" y="266"/>
                  </a:lnTo>
                  <a:lnTo>
                    <a:pt x="560" y="266"/>
                  </a:lnTo>
                  <a:lnTo>
                    <a:pt x="564" y="266"/>
                  </a:lnTo>
                  <a:lnTo>
                    <a:pt x="564" y="268"/>
                  </a:lnTo>
                  <a:lnTo>
                    <a:pt x="562" y="268"/>
                  </a:lnTo>
                  <a:lnTo>
                    <a:pt x="564" y="272"/>
                  </a:lnTo>
                  <a:lnTo>
                    <a:pt x="566" y="276"/>
                  </a:lnTo>
                  <a:lnTo>
                    <a:pt x="566" y="278"/>
                  </a:lnTo>
                  <a:lnTo>
                    <a:pt x="566" y="280"/>
                  </a:lnTo>
                  <a:lnTo>
                    <a:pt x="566" y="284"/>
                  </a:lnTo>
                  <a:lnTo>
                    <a:pt x="572" y="284"/>
                  </a:lnTo>
                  <a:lnTo>
                    <a:pt x="574" y="292"/>
                  </a:lnTo>
                  <a:lnTo>
                    <a:pt x="572" y="294"/>
                  </a:lnTo>
                  <a:lnTo>
                    <a:pt x="570" y="296"/>
                  </a:lnTo>
                  <a:lnTo>
                    <a:pt x="572" y="298"/>
                  </a:lnTo>
                  <a:lnTo>
                    <a:pt x="574" y="298"/>
                  </a:lnTo>
                  <a:lnTo>
                    <a:pt x="574" y="294"/>
                  </a:lnTo>
                  <a:lnTo>
                    <a:pt x="576" y="296"/>
                  </a:lnTo>
                  <a:lnTo>
                    <a:pt x="580" y="296"/>
                  </a:lnTo>
                  <a:lnTo>
                    <a:pt x="580" y="298"/>
                  </a:lnTo>
                  <a:lnTo>
                    <a:pt x="578" y="300"/>
                  </a:lnTo>
                  <a:lnTo>
                    <a:pt x="582" y="298"/>
                  </a:lnTo>
                  <a:lnTo>
                    <a:pt x="582" y="312"/>
                  </a:lnTo>
                  <a:lnTo>
                    <a:pt x="584" y="310"/>
                  </a:lnTo>
                  <a:lnTo>
                    <a:pt x="586" y="308"/>
                  </a:lnTo>
                  <a:lnTo>
                    <a:pt x="590" y="320"/>
                  </a:lnTo>
                  <a:lnTo>
                    <a:pt x="592" y="318"/>
                  </a:lnTo>
                  <a:lnTo>
                    <a:pt x="594" y="320"/>
                  </a:lnTo>
                  <a:lnTo>
                    <a:pt x="594" y="316"/>
                  </a:lnTo>
                  <a:lnTo>
                    <a:pt x="596" y="312"/>
                  </a:lnTo>
                  <a:lnTo>
                    <a:pt x="596" y="314"/>
                  </a:lnTo>
                  <a:lnTo>
                    <a:pt x="596" y="320"/>
                  </a:lnTo>
                  <a:lnTo>
                    <a:pt x="592" y="324"/>
                  </a:lnTo>
                  <a:lnTo>
                    <a:pt x="594" y="326"/>
                  </a:lnTo>
                  <a:lnTo>
                    <a:pt x="594" y="328"/>
                  </a:lnTo>
                  <a:lnTo>
                    <a:pt x="598" y="330"/>
                  </a:lnTo>
                  <a:lnTo>
                    <a:pt x="602" y="330"/>
                  </a:lnTo>
                  <a:lnTo>
                    <a:pt x="602" y="326"/>
                  </a:lnTo>
                  <a:lnTo>
                    <a:pt x="606" y="324"/>
                  </a:lnTo>
                  <a:lnTo>
                    <a:pt x="608" y="322"/>
                  </a:lnTo>
                  <a:lnTo>
                    <a:pt x="612" y="318"/>
                  </a:lnTo>
                  <a:lnTo>
                    <a:pt x="612" y="316"/>
                  </a:lnTo>
                  <a:lnTo>
                    <a:pt x="612" y="314"/>
                  </a:lnTo>
                  <a:lnTo>
                    <a:pt x="612" y="312"/>
                  </a:lnTo>
                  <a:lnTo>
                    <a:pt x="612" y="310"/>
                  </a:lnTo>
                  <a:lnTo>
                    <a:pt x="614" y="308"/>
                  </a:lnTo>
                  <a:lnTo>
                    <a:pt x="612" y="308"/>
                  </a:lnTo>
                  <a:lnTo>
                    <a:pt x="612" y="306"/>
                  </a:lnTo>
                  <a:lnTo>
                    <a:pt x="612" y="302"/>
                  </a:lnTo>
                  <a:lnTo>
                    <a:pt x="610" y="300"/>
                  </a:lnTo>
                  <a:lnTo>
                    <a:pt x="608" y="300"/>
                  </a:lnTo>
                  <a:lnTo>
                    <a:pt x="608" y="302"/>
                  </a:lnTo>
                  <a:lnTo>
                    <a:pt x="606" y="302"/>
                  </a:lnTo>
                  <a:lnTo>
                    <a:pt x="606" y="300"/>
                  </a:lnTo>
                  <a:lnTo>
                    <a:pt x="604" y="298"/>
                  </a:lnTo>
                  <a:lnTo>
                    <a:pt x="604" y="296"/>
                  </a:lnTo>
                  <a:lnTo>
                    <a:pt x="600" y="294"/>
                  </a:lnTo>
                  <a:lnTo>
                    <a:pt x="592" y="290"/>
                  </a:lnTo>
                  <a:lnTo>
                    <a:pt x="588" y="288"/>
                  </a:lnTo>
                  <a:lnTo>
                    <a:pt x="588" y="284"/>
                  </a:lnTo>
                  <a:lnTo>
                    <a:pt x="588" y="280"/>
                  </a:lnTo>
                  <a:lnTo>
                    <a:pt x="584" y="278"/>
                  </a:lnTo>
                  <a:lnTo>
                    <a:pt x="582" y="276"/>
                  </a:lnTo>
                  <a:lnTo>
                    <a:pt x="580" y="272"/>
                  </a:lnTo>
                  <a:lnTo>
                    <a:pt x="578" y="266"/>
                  </a:lnTo>
                  <a:lnTo>
                    <a:pt x="562" y="250"/>
                  </a:lnTo>
                  <a:lnTo>
                    <a:pt x="558" y="244"/>
                  </a:lnTo>
                  <a:lnTo>
                    <a:pt x="556" y="242"/>
                  </a:lnTo>
                  <a:lnTo>
                    <a:pt x="552" y="240"/>
                  </a:lnTo>
                  <a:lnTo>
                    <a:pt x="550" y="240"/>
                  </a:lnTo>
                  <a:lnTo>
                    <a:pt x="548" y="238"/>
                  </a:lnTo>
                  <a:lnTo>
                    <a:pt x="548" y="234"/>
                  </a:lnTo>
                  <a:lnTo>
                    <a:pt x="546" y="232"/>
                  </a:lnTo>
                  <a:lnTo>
                    <a:pt x="544" y="230"/>
                  </a:lnTo>
                  <a:lnTo>
                    <a:pt x="542" y="230"/>
                  </a:lnTo>
                  <a:lnTo>
                    <a:pt x="538" y="228"/>
                  </a:lnTo>
                  <a:lnTo>
                    <a:pt x="536" y="226"/>
                  </a:lnTo>
                  <a:lnTo>
                    <a:pt x="534" y="226"/>
                  </a:lnTo>
                  <a:lnTo>
                    <a:pt x="528" y="228"/>
                  </a:lnTo>
                  <a:lnTo>
                    <a:pt x="528" y="230"/>
                  </a:lnTo>
                  <a:lnTo>
                    <a:pt x="528" y="232"/>
                  </a:lnTo>
                  <a:lnTo>
                    <a:pt x="528" y="234"/>
                  </a:lnTo>
                  <a:lnTo>
                    <a:pt x="526" y="236"/>
                  </a:lnTo>
                  <a:lnTo>
                    <a:pt x="524" y="238"/>
                  </a:lnTo>
                  <a:lnTo>
                    <a:pt x="518" y="240"/>
                  </a:lnTo>
                  <a:lnTo>
                    <a:pt x="514" y="242"/>
                  </a:lnTo>
                  <a:lnTo>
                    <a:pt x="514" y="240"/>
                  </a:lnTo>
                  <a:lnTo>
                    <a:pt x="512" y="236"/>
                  </a:lnTo>
                  <a:lnTo>
                    <a:pt x="510" y="234"/>
                  </a:lnTo>
                  <a:lnTo>
                    <a:pt x="506" y="230"/>
                  </a:lnTo>
                  <a:lnTo>
                    <a:pt x="502" y="228"/>
                  </a:lnTo>
                  <a:lnTo>
                    <a:pt x="498" y="224"/>
                  </a:lnTo>
                  <a:lnTo>
                    <a:pt x="494" y="216"/>
                  </a:lnTo>
                  <a:lnTo>
                    <a:pt x="494" y="210"/>
                  </a:lnTo>
                  <a:lnTo>
                    <a:pt x="490" y="212"/>
                  </a:lnTo>
                  <a:lnTo>
                    <a:pt x="488" y="214"/>
                  </a:lnTo>
                  <a:lnTo>
                    <a:pt x="486" y="212"/>
                  </a:lnTo>
                  <a:lnTo>
                    <a:pt x="482" y="210"/>
                  </a:lnTo>
                  <a:lnTo>
                    <a:pt x="478" y="210"/>
                  </a:lnTo>
                  <a:lnTo>
                    <a:pt x="476" y="210"/>
                  </a:lnTo>
                  <a:lnTo>
                    <a:pt x="472" y="212"/>
                  </a:lnTo>
                  <a:lnTo>
                    <a:pt x="466" y="28"/>
                  </a:lnTo>
                  <a:close/>
                  <a:moveTo>
                    <a:pt x="4090" y="388"/>
                  </a:moveTo>
                  <a:lnTo>
                    <a:pt x="4090" y="392"/>
                  </a:lnTo>
                  <a:lnTo>
                    <a:pt x="4094" y="392"/>
                  </a:lnTo>
                  <a:lnTo>
                    <a:pt x="4094" y="390"/>
                  </a:lnTo>
                  <a:lnTo>
                    <a:pt x="4090" y="388"/>
                  </a:lnTo>
                  <a:close/>
                  <a:moveTo>
                    <a:pt x="4126" y="382"/>
                  </a:moveTo>
                  <a:lnTo>
                    <a:pt x="4126" y="382"/>
                  </a:lnTo>
                  <a:lnTo>
                    <a:pt x="4124" y="384"/>
                  </a:lnTo>
                  <a:lnTo>
                    <a:pt x="4126" y="384"/>
                  </a:lnTo>
                  <a:lnTo>
                    <a:pt x="4130" y="388"/>
                  </a:lnTo>
                  <a:lnTo>
                    <a:pt x="4130" y="384"/>
                  </a:lnTo>
                  <a:lnTo>
                    <a:pt x="4126" y="382"/>
                  </a:lnTo>
                  <a:close/>
                  <a:moveTo>
                    <a:pt x="4076" y="378"/>
                  </a:moveTo>
                  <a:lnTo>
                    <a:pt x="4076" y="378"/>
                  </a:lnTo>
                  <a:lnTo>
                    <a:pt x="4074" y="382"/>
                  </a:lnTo>
                  <a:lnTo>
                    <a:pt x="4074" y="384"/>
                  </a:lnTo>
                  <a:lnTo>
                    <a:pt x="4076" y="384"/>
                  </a:lnTo>
                  <a:lnTo>
                    <a:pt x="4076" y="380"/>
                  </a:lnTo>
                  <a:lnTo>
                    <a:pt x="4076" y="378"/>
                  </a:lnTo>
                  <a:close/>
                  <a:moveTo>
                    <a:pt x="4166" y="376"/>
                  </a:moveTo>
                  <a:lnTo>
                    <a:pt x="4166" y="376"/>
                  </a:lnTo>
                  <a:lnTo>
                    <a:pt x="4162" y="376"/>
                  </a:lnTo>
                  <a:lnTo>
                    <a:pt x="4162" y="378"/>
                  </a:lnTo>
                  <a:lnTo>
                    <a:pt x="4162" y="380"/>
                  </a:lnTo>
                  <a:lnTo>
                    <a:pt x="4168" y="380"/>
                  </a:lnTo>
                  <a:lnTo>
                    <a:pt x="4166" y="380"/>
                  </a:lnTo>
                  <a:lnTo>
                    <a:pt x="4166" y="378"/>
                  </a:lnTo>
                  <a:lnTo>
                    <a:pt x="4166" y="376"/>
                  </a:lnTo>
                  <a:close/>
                  <a:moveTo>
                    <a:pt x="4006" y="364"/>
                  </a:moveTo>
                  <a:lnTo>
                    <a:pt x="4006" y="364"/>
                  </a:lnTo>
                  <a:lnTo>
                    <a:pt x="4008" y="368"/>
                  </a:lnTo>
                  <a:lnTo>
                    <a:pt x="4010" y="368"/>
                  </a:lnTo>
                  <a:lnTo>
                    <a:pt x="4010" y="366"/>
                  </a:lnTo>
                  <a:lnTo>
                    <a:pt x="4014" y="366"/>
                  </a:lnTo>
                  <a:lnTo>
                    <a:pt x="4012" y="364"/>
                  </a:lnTo>
                  <a:lnTo>
                    <a:pt x="4006" y="364"/>
                  </a:lnTo>
                  <a:close/>
                  <a:moveTo>
                    <a:pt x="4186" y="220"/>
                  </a:moveTo>
                  <a:lnTo>
                    <a:pt x="4186" y="220"/>
                  </a:lnTo>
                  <a:lnTo>
                    <a:pt x="4186" y="226"/>
                  </a:lnTo>
                  <a:lnTo>
                    <a:pt x="4184" y="224"/>
                  </a:lnTo>
                  <a:lnTo>
                    <a:pt x="4184" y="226"/>
                  </a:lnTo>
                  <a:lnTo>
                    <a:pt x="4184" y="228"/>
                  </a:lnTo>
                  <a:lnTo>
                    <a:pt x="4186" y="232"/>
                  </a:lnTo>
                  <a:lnTo>
                    <a:pt x="4188" y="234"/>
                  </a:lnTo>
                  <a:lnTo>
                    <a:pt x="4196" y="230"/>
                  </a:lnTo>
                  <a:lnTo>
                    <a:pt x="4198" y="226"/>
                  </a:lnTo>
                  <a:lnTo>
                    <a:pt x="4196" y="224"/>
                  </a:lnTo>
                  <a:lnTo>
                    <a:pt x="4186" y="220"/>
                  </a:lnTo>
                  <a:close/>
                  <a:moveTo>
                    <a:pt x="4200" y="162"/>
                  </a:moveTo>
                  <a:lnTo>
                    <a:pt x="4200" y="162"/>
                  </a:lnTo>
                  <a:lnTo>
                    <a:pt x="4200" y="174"/>
                  </a:lnTo>
                  <a:lnTo>
                    <a:pt x="4208" y="170"/>
                  </a:lnTo>
                  <a:lnTo>
                    <a:pt x="4212" y="170"/>
                  </a:lnTo>
                  <a:lnTo>
                    <a:pt x="4218" y="172"/>
                  </a:lnTo>
                  <a:lnTo>
                    <a:pt x="4224" y="176"/>
                  </a:lnTo>
                  <a:lnTo>
                    <a:pt x="4222" y="178"/>
                  </a:lnTo>
                  <a:lnTo>
                    <a:pt x="4224" y="180"/>
                  </a:lnTo>
                  <a:lnTo>
                    <a:pt x="4228" y="182"/>
                  </a:lnTo>
                  <a:lnTo>
                    <a:pt x="4230" y="176"/>
                  </a:lnTo>
                  <a:lnTo>
                    <a:pt x="4232" y="174"/>
                  </a:lnTo>
                  <a:lnTo>
                    <a:pt x="4228" y="172"/>
                  </a:lnTo>
                  <a:lnTo>
                    <a:pt x="4224" y="172"/>
                  </a:lnTo>
                  <a:lnTo>
                    <a:pt x="4222" y="170"/>
                  </a:lnTo>
                  <a:lnTo>
                    <a:pt x="4222" y="166"/>
                  </a:lnTo>
                  <a:lnTo>
                    <a:pt x="4216" y="162"/>
                  </a:lnTo>
                  <a:lnTo>
                    <a:pt x="4210" y="164"/>
                  </a:lnTo>
                  <a:lnTo>
                    <a:pt x="4202" y="168"/>
                  </a:lnTo>
                  <a:lnTo>
                    <a:pt x="4202" y="164"/>
                  </a:lnTo>
                  <a:lnTo>
                    <a:pt x="4200" y="162"/>
                  </a:lnTo>
                  <a:close/>
                  <a:moveTo>
                    <a:pt x="16" y="378"/>
                  </a:moveTo>
                  <a:lnTo>
                    <a:pt x="16" y="378"/>
                  </a:lnTo>
                  <a:lnTo>
                    <a:pt x="20" y="384"/>
                  </a:lnTo>
                  <a:lnTo>
                    <a:pt x="20" y="382"/>
                  </a:lnTo>
                  <a:lnTo>
                    <a:pt x="16" y="378"/>
                  </a:lnTo>
                  <a:close/>
                  <a:moveTo>
                    <a:pt x="52" y="374"/>
                  </a:moveTo>
                  <a:lnTo>
                    <a:pt x="56" y="378"/>
                  </a:lnTo>
                  <a:lnTo>
                    <a:pt x="56" y="376"/>
                  </a:lnTo>
                  <a:lnTo>
                    <a:pt x="56" y="374"/>
                  </a:lnTo>
                  <a:lnTo>
                    <a:pt x="52" y="374"/>
                  </a:lnTo>
                  <a:close/>
                  <a:moveTo>
                    <a:pt x="68" y="372"/>
                  </a:moveTo>
                  <a:lnTo>
                    <a:pt x="68" y="372"/>
                  </a:lnTo>
                  <a:lnTo>
                    <a:pt x="66" y="376"/>
                  </a:lnTo>
                  <a:lnTo>
                    <a:pt x="66" y="378"/>
                  </a:lnTo>
                  <a:lnTo>
                    <a:pt x="68" y="378"/>
                  </a:lnTo>
                  <a:lnTo>
                    <a:pt x="70" y="374"/>
                  </a:lnTo>
                  <a:lnTo>
                    <a:pt x="70" y="372"/>
                  </a:lnTo>
                  <a:lnTo>
                    <a:pt x="68" y="372"/>
                  </a:lnTo>
                  <a:close/>
                  <a:moveTo>
                    <a:pt x="62" y="372"/>
                  </a:moveTo>
                  <a:lnTo>
                    <a:pt x="62" y="372"/>
                  </a:lnTo>
                  <a:lnTo>
                    <a:pt x="60" y="374"/>
                  </a:lnTo>
                  <a:lnTo>
                    <a:pt x="62" y="376"/>
                  </a:lnTo>
                  <a:lnTo>
                    <a:pt x="64" y="378"/>
                  </a:lnTo>
                  <a:lnTo>
                    <a:pt x="64" y="374"/>
                  </a:lnTo>
                  <a:lnTo>
                    <a:pt x="64" y="372"/>
                  </a:lnTo>
                  <a:lnTo>
                    <a:pt x="62" y="372"/>
                  </a:lnTo>
                  <a:close/>
                  <a:moveTo>
                    <a:pt x="24" y="370"/>
                  </a:moveTo>
                  <a:lnTo>
                    <a:pt x="24" y="370"/>
                  </a:lnTo>
                  <a:lnTo>
                    <a:pt x="22" y="372"/>
                  </a:lnTo>
                  <a:lnTo>
                    <a:pt x="24" y="374"/>
                  </a:lnTo>
                  <a:lnTo>
                    <a:pt x="26" y="376"/>
                  </a:lnTo>
                  <a:lnTo>
                    <a:pt x="26" y="372"/>
                  </a:lnTo>
                  <a:lnTo>
                    <a:pt x="26" y="370"/>
                  </a:lnTo>
                  <a:lnTo>
                    <a:pt x="24" y="370"/>
                  </a:lnTo>
                  <a:close/>
                  <a:moveTo>
                    <a:pt x="2" y="370"/>
                  </a:moveTo>
                  <a:lnTo>
                    <a:pt x="2" y="370"/>
                  </a:lnTo>
                  <a:lnTo>
                    <a:pt x="0" y="372"/>
                  </a:lnTo>
                  <a:lnTo>
                    <a:pt x="0" y="374"/>
                  </a:lnTo>
                  <a:lnTo>
                    <a:pt x="4" y="376"/>
                  </a:lnTo>
                  <a:lnTo>
                    <a:pt x="4" y="372"/>
                  </a:lnTo>
                  <a:lnTo>
                    <a:pt x="4" y="370"/>
                  </a:lnTo>
                  <a:lnTo>
                    <a:pt x="2" y="370"/>
                  </a:lnTo>
                  <a:close/>
                  <a:moveTo>
                    <a:pt x="92" y="364"/>
                  </a:moveTo>
                  <a:lnTo>
                    <a:pt x="92" y="364"/>
                  </a:lnTo>
                  <a:lnTo>
                    <a:pt x="88" y="370"/>
                  </a:lnTo>
                  <a:lnTo>
                    <a:pt x="88" y="372"/>
                  </a:lnTo>
                  <a:lnTo>
                    <a:pt x="92" y="372"/>
                  </a:lnTo>
                  <a:lnTo>
                    <a:pt x="94" y="368"/>
                  </a:lnTo>
                  <a:lnTo>
                    <a:pt x="94" y="366"/>
                  </a:lnTo>
                  <a:lnTo>
                    <a:pt x="92" y="364"/>
                  </a:lnTo>
                  <a:close/>
                  <a:moveTo>
                    <a:pt x="162" y="350"/>
                  </a:moveTo>
                  <a:lnTo>
                    <a:pt x="162" y="350"/>
                  </a:lnTo>
                  <a:lnTo>
                    <a:pt x="158" y="356"/>
                  </a:lnTo>
                  <a:lnTo>
                    <a:pt x="156" y="360"/>
                  </a:lnTo>
                  <a:lnTo>
                    <a:pt x="160" y="358"/>
                  </a:lnTo>
                  <a:lnTo>
                    <a:pt x="160" y="354"/>
                  </a:lnTo>
                  <a:lnTo>
                    <a:pt x="164" y="352"/>
                  </a:lnTo>
                  <a:lnTo>
                    <a:pt x="166" y="350"/>
                  </a:lnTo>
                  <a:lnTo>
                    <a:pt x="164" y="348"/>
                  </a:lnTo>
                  <a:lnTo>
                    <a:pt x="162" y="350"/>
                  </a:lnTo>
                  <a:close/>
                  <a:moveTo>
                    <a:pt x="176" y="344"/>
                  </a:moveTo>
                  <a:lnTo>
                    <a:pt x="176" y="348"/>
                  </a:lnTo>
                  <a:lnTo>
                    <a:pt x="168" y="354"/>
                  </a:lnTo>
                  <a:lnTo>
                    <a:pt x="168" y="356"/>
                  </a:lnTo>
                  <a:lnTo>
                    <a:pt x="174" y="354"/>
                  </a:lnTo>
                  <a:lnTo>
                    <a:pt x="180" y="350"/>
                  </a:lnTo>
                  <a:lnTo>
                    <a:pt x="182" y="348"/>
                  </a:lnTo>
                  <a:lnTo>
                    <a:pt x="182" y="346"/>
                  </a:lnTo>
                  <a:lnTo>
                    <a:pt x="180" y="344"/>
                  </a:lnTo>
                  <a:lnTo>
                    <a:pt x="176" y="344"/>
                  </a:lnTo>
                  <a:close/>
                  <a:moveTo>
                    <a:pt x="536" y="282"/>
                  </a:moveTo>
                  <a:lnTo>
                    <a:pt x="538" y="286"/>
                  </a:lnTo>
                  <a:lnTo>
                    <a:pt x="538" y="284"/>
                  </a:lnTo>
                  <a:lnTo>
                    <a:pt x="536" y="282"/>
                  </a:lnTo>
                  <a:close/>
                  <a:moveTo>
                    <a:pt x="542" y="276"/>
                  </a:moveTo>
                  <a:lnTo>
                    <a:pt x="542" y="276"/>
                  </a:lnTo>
                  <a:lnTo>
                    <a:pt x="544" y="278"/>
                  </a:lnTo>
                  <a:lnTo>
                    <a:pt x="546" y="280"/>
                  </a:lnTo>
                  <a:lnTo>
                    <a:pt x="542" y="278"/>
                  </a:lnTo>
                  <a:lnTo>
                    <a:pt x="540" y="276"/>
                  </a:lnTo>
                  <a:lnTo>
                    <a:pt x="542" y="276"/>
                  </a:lnTo>
                  <a:close/>
                  <a:moveTo>
                    <a:pt x="226" y="324"/>
                  </a:moveTo>
                  <a:lnTo>
                    <a:pt x="226" y="324"/>
                  </a:lnTo>
                  <a:lnTo>
                    <a:pt x="228" y="326"/>
                  </a:lnTo>
                  <a:lnTo>
                    <a:pt x="230" y="324"/>
                  </a:lnTo>
                  <a:lnTo>
                    <a:pt x="230" y="322"/>
                  </a:lnTo>
                  <a:lnTo>
                    <a:pt x="226" y="324"/>
                  </a:lnTo>
                  <a:close/>
                  <a:moveTo>
                    <a:pt x="210" y="322"/>
                  </a:moveTo>
                  <a:lnTo>
                    <a:pt x="210" y="322"/>
                  </a:lnTo>
                  <a:lnTo>
                    <a:pt x="206" y="324"/>
                  </a:lnTo>
                  <a:lnTo>
                    <a:pt x="202" y="328"/>
                  </a:lnTo>
                  <a:lnTo>
                    <a:pt x="200" y="332"/>
                  </a:lnTo>
                  <a:lnTo>
                    <a:pt x="200" y="334"/>
                  </a:lnTo>
                  <a:lnTo>
                    <a:pt x="202" y="334"/>
                  </a:lnTo>
                  <a:lnTo>
                    <a:pt x="204" y="330"/>
                  </a:lnTo>
                  <a:lnTo>
                    <a:pt x="214" y="328"/>
                  </a:lnTo>
                  <a:lnTo>
                    <a:pt x="218" y="326"/>
                  </a:lnTo>
                  <a:lnTo>
                    <a:pt x="218" y="324"/>
                  </a:lnTo>
                  <a:lnTo>
                    <a:pt x="216" y="324"/>
                  </a:lnTo>
                  <a:lnTo>
                    <a:pt x="214" y="322"/>
                  </a:lnTo>
                  <a:lnTo>
                    <a:pt x="210" y="322"/>
                  </a:lnTo>
                  <a:close/>
                  <a:moveTo>
                    <a:pt x="256" y="320"/>
                  </a:moveTo>
                  <a:lnTo>
                    <a:pt x="256" y="320"/>
                  </a:lnTo>
                  <a:lnTo>
                    <a:pt x="254" y="322"/>
                  </a:lnTo>
                  <a:lnTo>
                    <a:pt x="258" y="324"/>
                  </a:lnTo>
                  <a:lnTo>
                    <a:pt x="258" y="320"/>
                  </a:lnTo>
                  <a:lnTo>
                    <a:pt x="256" y="320"/>
                  </a:lnTo>
                  <a:close/>
                  <a:moveTo>
                    <a:pt x="248" y="314"/>
                  </a:moveTo>
                  <a:lnTo>
                    <a:pt x="250" y="318"/>
                  </a:lnTo>
                  <a:lnTo>
                    <a:pt x="250" y="316"/>
                  </a:lnTo>
                  <a:lnTo>
                    <a:pt x="248" y="314"/>
                  </a:lnTo>
                  <a:close/>
                  <a:moveTo>
                    <a:pt x="564" y="300"/>
                  </a:moveTo>
                  <a:lnTo>
                    <a:pt x="564" y="300"/>
                  </a:lnTo>
                  <a:lnTo>
                    <a:pt x="564" y="304"/>
                  </a:lnTo>
                  <a:lnTo>
                    <a:pt x="564" y="308"/>
                  </a:lnTo>
                  <a:lnTo>
                    <a:pt x="570" y="308"/>
                  </a:lnTo>
                  <a:lnTo>
                    <a:pt x="570" y="312"/>
                  </a:lnTo>
                  <a:lnTo>
                    <a:pt x="572" y="312"/>
                  </a:lnTo>
                  <a:lnTo>
                    <a:pt x="574" y="310"/>
                  </a:lnTo>
                  <a:lnTo>
                    <a:pt x="574" y="314"/>
                  </a:lnTo>
                  <a:lnTo>
                    <a:pt x="574" y="318"/>
                  </a:lnTo>
                  <a:lnTo>
                    <a:pt x="584" y="324"/>
                  </a:lnTo>
                  <a:lnTo>
                    <a:pt x="584" y="326"/>
                  </a:lnTo>
                  <a:lnTo>
                    <a:pt x="584" y="330"/>
                  </a:lnTo>
                  <a:lnTo>
                    <a:pt x="590" y="330"/>
                  </a:lnTo>
                  <a:lnTo>
                    <a:pt x="586" y="320"/>
                  </a:lnTo>
                  <a:lnTo>
                    <a:pt x="588" y="320"/>
                  </a:lnTo>
                  <a:lnTo>
                    <a:pt x="588" y="318"/>
                  </a:lnTo>
                  <a:lnTo>
                    <a:pt x="588" y="316"/>
                  </a:lnTo>
                  <a:lnTo>
                    <a:pt x="582" y="316"/>
                  </a:lnTo>
                  <a:lnTo>
                    <a:pt x="580" y="314"/>
                  </a:lnTo>
                  <a:lnTo>
                    <a:pt x="578" y="312"/>
                  </a:lnTo>
                  <a:lnTo>
                    <a:pt x="580" y="308"/>
                  </a:lnTo>
                  <a:lnTo>
                    <a:pt x="580" y="304"/>
                  </a:lnTo>
                  <a:lnTo>
                    <a:pt x="574" y="300"/>
                  </a:lnTo>
                  <a:lnTo>
                    <a:pt x="578" y="304"/>
                  </a:lnTo>
                  <a:lnTo>
                    <a:pt x="576" y="306"/>
                  </a:lnTo>
                  <a:lnTo>
                    <a:pt x="564" y="300"/>
                  </a:lnTo>
                  <a:close/>
                  <a:moveTo>
                    <a:pt x="334" y="266"/>
                  </a:moveTo>
                  <a:lnTo>
                    <a:pt x="334" y="268"/>
                  </a:lnTo>
                  <a:lnTo>
                    <a:pt x="328" y="268"/>
                  </a:lnTo>
                  <a:lnTo>
                    <a:pt x="324" y="268"/>
                  </a:lnTo>
                  <a:lnTo>
                    <a:pt x="324" y="270"/>
                  </a:lnTo>
                  <a:lnTo>
                    <a:pt x="326" y="272"/>
                  </a:lnTo>
                  <a:lnTo>
                    <a:pt x="316" y="274"/>
                  </a:lnTo>
                  <a:lnTo>
                    <a:pt x="318" y="282"/>
                  </a:lnTo>
                  <a:lnTo>
                    <a:pt x="322" y="282"/>
                  </a:lnTo>
                  <a:lnTo>
                    <a:pt x="324" y="282"/>
                  </a:lnTo>
                  <a:lnTo>
                    <a:pt x="326" y="284"/>
                  </a:lnTo>
                  <a:lnTo>
                    <a:pt x="330" y="284"/>
                  </a:lnTo>
                  <a:lnTo>
                    <a:pt x="332" y="282"/>
                  </a:lnTo>
                  <a:lnTo>
                    <a:pt x="334" y="282"/>
                  </a:lnTo>
                  <a:lnTo>
                    <a:pt x="334" y="284"/>
                  </a:lnTo>
                  <a:lnTo>
                    <a:pt x="336" y="284"/>
                  </a:lnTo>
                  <a:lnTo>
                    <a:pt x="336" y="282"/>
                  </a:lnTo>
                  <a:lnTo>
                    <a:pt x="334" y="280"/>
                  </a:lnTo>
                  <a:lnTo>
                    <a:pt x="342" y="280"/>
                  </a:lnTo>
                  <a:lnTo>
                    <a:pt x="340" y="278"/>
                  </a:lnTo>
                  <a:lnTo>
                    <a:pt x="338" y="276"/>
                  </a:lnTo>
                  <a:lnTo>
                    <a:pt x="346" y="276"/>
                  </a:lnTo>
                  <a:lnTo>
                    <a:pt x="342" y="270"/>
                  </a:lnTo>
                  <a:lnTo>
                    <a:pt x="338" y="268"/>
                  </a:lnTo>
                  <a:lnTo>
                    <a:pt x="334" y="266"/>
                  </a:lnTo>
                  <a:close/>
                  <a:moveTo>
                    <a:pt x="550" y="264"/>
                  </a:moveTo>
                  <a:lnTo>
                    <a:pt x="550" y="264"/>
                  </a:lnTo>
                  <a:lnTo>
                    <a:pt x="554" y="284"/>
                  </a:lnTo>
                  <a:lnTo>
                    <a:pt x="558" y="284"/>
                  </a:lnTo>
                  <a:lnTo>
                    <a:pt x="560" y="282"/>
                  </a:lnTo>
                  <a:lnTo>
                    <a:pt x="560" y="278"/>
                  </a:lnTo>
                  <a:lnTo>
                    <a:pt x="560" y="272"/>
                  </a:lnTo>
                  <a:lnTo>
                    <a:pt x="556" y="266"/>
                  </a:lnTo>
                  <a:lnTo>
                    <a:pt x="550" y="264"/>
                  </a:lnTo>
                  <a:close/>
                  <a:moveTo>
                    <a:pt x="338" y="254"/>
                  </a:moveTo>
                  <a:lnTo>
                    <a:pt x="338" y="254"/>
                  </a:lnTo>
                  <a:lnTo>
                    <a:pt x="336" y="260"/>
                  </a:lnTo>
                  <a:lnTo>
                    <a:pt x="334" y="264"/>
                  </a:lnTo>
                  <a:lnTo>
                    <a:pt x="336" y="264"/>
                  </a:lnTo>
                  <a:lnTo>
                    <a:pt x="340" y="260"/>
                  </a:lnTo>
                  <a:lnTo>
                    <a:pt x="346" y="258"/>
                  </a:lnTo>
                  <a:lnTo>
                    <a:pt x="338" y="254"/>
                  </a:lnTo>
                  <a:close/>
                  <a:moveTo>
                    <a:pt x="530" y="248"/>
                  </a:moveTo>
                  <a:lnTo>
                    <a:pt x="530" y="248"/>
                  </a:lnTo>
                  <a:lnTo>
                    <a:pt x="534" y="250"/>
                  </a:lnTo>
                  <a:lnTo>
                    <a:pt x="534" y="252"/>
                  </a:lnTo>
                  <a:lnTo>
                    <a:pt x="534" y="254"/>
                  </a:lnTo>
                  <a:lnTo>
                    <a:pt x="528" y="256"/>
                  </a:lnTo>
                  <a:lnTo>
                    <a:pt x="528" y="250"/>
                  </a:lnTo>
                  <a:lnTo>
                    <a:pt x="528" y="248"/>
                  </a:lnTo>
                  <a:lnTo>
                    <a:pt x="530" y="248"/>
                  </a:lnTo>
                  <a:close/>
                  <a:moveTo>
                    <a:pt x="544" y="242"/>
                  </a:moveTo>
                  <a:lnTo>
                    <a:pt x="544" y="242"/>
                  </a:lnTo>
                  <a:lnTo>
                    <a:pt x="544" y="244"/>
                  </a:lnTo>
                  <a:lnTo>
                    <a:pt x="544" y="246"/>
                  </a:lnTo>
                  <a:lnTo>
                    <a:pt x="542" y="246"/>
                  </a:lnTo>
                  <a:lnTo>
                    <a:pt x="542" y="244"/>
                  </a:lnTo>
                  <a:lnTo>
                    <a:pt x="542" y="242"/>
                  </a:lnTo>
                  <a:lnTo>
                    <a:pt x="544" y="242"/>
                  </a:lnTo>
                  <a:close/>
                  <a:moveTo>
                    <a:pt x="402" y="220"/>
                  </a:moveTo>
                  <a:lnTo>
                    <a:pt x="402" y="220"/>
                  </a:lnTo>
                  <a:lnTo>
                    <a:pt x="400" y="228"/>
                  </a:lnTo>
                  <a:lnTo>
                    <a:pt x="402" y="228"/>
                  </a:lnTo>
                  <a:lnTo>
                    <a:pt x="404" y="226"/>
                  </a:lnTo>
                  <a:lnTo>
                    <a:pt x="404" y="222"/>
                  </a:lnTo>
                  <a:lnTo>
                    <a:pt x="404" y="220"/>
                  </a:lnTo>
                  <a:lnTo>
                    <a:pt x="402" y="220"/>
                  </a:lnTo>
                  <a:close/>
                  <a:moveTo>
                    <a:pt x="186" y="218"/>
                  </a:moveTo>
                  <a:lnTo>
                    <a:pt x="182" y="222"/>
                  </a:lnTo>
                  <a:lnTo>
                    <a:pt x="180" y="222"/>
                  </a:lnTo>
                  <a:lnTo>
                    <a:pt x="178" y="220"/>
                  </a:lnTo>
                  <a:lnTo>
                    <a:pt x="176" y="222"/>
                  </a:lnTo>
                  <a:lnTo>
                    <a:pt x="174" y="224"/>
                  </a:lnTo>
                  <a:lnTo>
                    <a:pt x="180" y="226"/>
                  </a:lnTo>
                  <a:lnTo>
                    <a:pt x="184" y="228"/>
                  </a:lnTo>
                  <a:lnTo>
                    <a:pt x="190" y="228"/>
                  </a:lnTo>
                  <a:lnTo>
                    <a:pt x="194" y="224"/>
                  </a:lnTo>
                  <a:lnTo>
                    <a:pt x="194" y="222"/>
                  </a:lnTo>
                  <a:lnTo>
                    <a:pt x="194" y="220"/>
                  </a:lnTo>
                  <a:lnTo>
                    <a:pt x="186" y="218"/>
                  </a:lnTo>
                  <a:close/>
                  <a:moveTo>
                    <a:pt x="138" y="150"/>
                  </a:moveTo>
                  <a:lnTo>
                    <a:pt x="138" y="154"/>
                  </a:lnTo>
                  <a:lnTo>
                    <a:pt x="126" y="154"/>
                  </a:lnTo>
                  <a:lnTo>
                    <a:pt x="124" y="160"/>
                  </a:lnTo>
                  <a:lnTo>
                    <a:pt x="138" y="160"/>
                  </a:lnTo>
                  <a:lnTo>
                    <a:pt x="144" y="160"/>
                  </a:lnTo>
                  <a:lnTo>
                    <a:pt x="150" y="164"/>
                  </a:lnTo>
                  <a:lnTo>
                    <a:pt x="152" y="170"/>
                  </a:lnTo>
                  <a:lnTo>
                    <a:pt x="156" y="160"/>
                  </a:lnTo>
                  <a:lnTo>
                    <a:pt x="152" y="160"/>
                  </a:lnTo>
                  <a:lnTo>
                    <a:pt x="148" y="160"/>
                  </a:lnTo>
                  <a:lnTo>
                    <a:pt x="146" y="158"/>
                  </a:lnTo>
                  <a:lnTo>
                    <a:pt x="144" y="156"/>
                  </a:lnTo>
                  <a:lnTo>
                    <a:pt x="142" y="152"/>
                  </a:lnTo>
                  <a:lnTo>
                    <a:pt x="138" y="15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7" name="Google Shape;447;p60"/>
            <p:cNvSpPr/>
            <p:nvPr/>
          </p:nvSpPr>
          <p:spPr>
            <a:xfrm>
              <a:off x="8856096" y="3778916"/>
              <a:ext cx="251670" cy="170256"/>
            </a:xfrm>
            <a:custGeom>
              <a:rect b="b" l="l" r="r" t="t"/>
              <a:pathLst>
                <a:path extrusionOk="0" h="122" w="152">
                  <a:moveTo>
                    <a:pt x="78" y="8"/>
                  </a:moveTo>
                  <a:lnTo>
                    <a:pt x="74" y="10"/>
                  </a:lnTo>
                  <a:lnTo>
                    <a:pt x="68" y="10"/>
                  </a:lnTo>
                  <a:lnTo>
                    <a:pt x="64" y="6"/>
                  </a:lnTo>
                  <a:lnTo>
                    <a:pt x="60" y="4"/>
                  </a:lnTo>
                  <a:lnTo>
                    <a:pt x="54" y="4"/>
                  </a:lnTo>
                  <a:lnTo>
                    <a:pt x="50" y="2"/>
                  </a:lnTo>
                  <a:lnTo>
                    <a:pt x="46" y="0"/>
                  </a:lnTo>
                  <a:lnTo>
                    <a:pt x="44" y="4"/>
                  </a:lnTo>
                  <a:lnTo>
                    <a:pt x="42" y="6"/>
                  </a:lnTo>
                  <a:lnTo>
                    <a:pt x="42" y="14"/>
                  </a:lnTo>
                  <a:lnTo>
                    <a:pt x="40" y="18"/>
                  </a:lnTo>
                  <a:lnTo>
                    <a:pt x="34" y="24"/>
                  </a:lnTo>
                  <a:lnTo>
                    <a:pt x="36" y="30"/>
                  </a:lnTo>
                  <a:lnTo>
                    <a:pt x="26" y="34"/>
                  </a:lnTo>
                  <a:lnTo>
                    <a:pt x="22" y="32"/>
                  </a:lnTo>
                  <a:lnTo>
                    <a:pt x="20" y="34"/>
                  </a:lnTo>
                  <a:lnTo>
                    <a:pt x="14" y="34"/>
                  </a:lnTo>
                  <a:lnTo>
                    <a:pt x="12" y="38"/>
                  </a:lnTo>
                  <a:lnTo>
                    <a:pt x="10" y="42"/>
                  </a:lnTo>
                  <a:lnTo>
                    <a:pt x="6" y="42"/>
                  </a:lnTo>
                  <a:lnTo>
                    <a:pt x="4" y="44"/>
                  </a:lnTo>
                  <a:lnTo>
                    <a:pt x="0" y="50"/>
                  </a:lnTo>
                  <a:lnTo>
                    <a:pt x="0" y="58"/>
                  </a:lnTo>
                  <a:lnTo>
                    <a:pt x="0" y="60"/>
                  </a:lnTo>
                  <a:lnTo>
                    <a:pt x="4" y="62"/>
                  </a:lnTo>
                  <a:lnTo>
                    <a:pt x="0" y="66"/>
                  </a:lnTo>
                  <a:lnTo>
                    <a:pt x="0" y="72"/>
                  </a:lnTo>
                  <a:lnTo>
                    <a:pt x="4" y="76"/>
                  </a:lnTo>
                  <a:lnTo>
                    <a:pt x="8" y="84"/>
                  </a:lnTo>
                  <a:lnTo>
                    <a:pt x="8" y="90"/>
                  </a:lnTo>
                  <a:lnTo>
                    <a:pt x="8" y="92"/>
                  </a:lnTo>
                  <a:lnTo>
                    <a:pt x="18" y="94"/>
                  </a:lnTo>
                  <a:lnTo>
                    <a:pt x="20" y="96"/>
                  </a:lnTo>
                  <a:lnTo>
                    <a:pt x="20" y="100"/>
                  </a:lnTo>
                  <a:lnTo>
                    <a:pt x="8" y="114"/>
                  </a:lnTo>
                  <a:lnTo>
                    <a:pt x="20" y="122"/>
                  </a:lnTo>
                  <a:lnTo>
                    <a:pt x="24" y="120"/>
                  </a:lnTo>
                  <a:lnTo>
                    <a:pt x="28" y="120"/>
                  </a:lnTo>
                  <a:lnTo>
                    <a:pt x="40" y="120"/>
                  </a:lnTo>
                  <a:lnTo>
                    <a:pt x="46" y="122"/>
                  </a:lnTo>
                  <a:lnTo>
                    <a:pt x="46" y="116"/>
                  </a:lnTo>
                  <a:lnTo>
                    <a:pt x="52" y="116"/>
                  </a:lnTo>
                  <a:lnTo>
                    <a:pt x="54" y="110"/>
                  </a:lnTo>
                  <a:lnTo>
                    <a:pt x="56" y="106"/>
                  </a:lnTo>
                  <a:lnTo>
                    <a:pt x="60" y="102"/>
                  </a:lnTo>
                  <a:lnTo>
                    <a:pt x="68" y="92"/>
                  </a:lnTo>
                  <a:lnTo>
                    <a:pt x="72" y="94"/>
                  </a:lnTo>
                  <a:lnTo>
                    <a:pt x="74" y="92"/>
                  </a:lnTo>
                  <a:lnTo>
                    <a:pt x="76" y="88"/>
                  </a:lnTo>
                  <a:lnTo>
                    <a:pt x="72" y="84"/>
                  </a:lnTo>
                  <a:lnTo>
                    <a:pt x="78" y="80"/>
                  </a:lnTo>
                  <a:lnTo>
                    <a:pt x="80" y="76"/>
                  </a:lnTo>
                  <a:lnTo>
                    <a:pt x="84" y="80"/>
                  </a:lnTo>
                  <a:lnTo>
                    <a:pt x="88" y="82"/>
                  </a:lnTo>
                  <a:lnTo>
                    <a:pt x="92" y="80"/>
                  </a:lnTo>
                  <a:lnTo>
                    <a:pt x="94" y="76"/>
                  </a:lnTo>
                  <a:lnTo>
                    <a:pt x="94" y="70"/>
                  </a:lnTo>
                  <a:lnTo>
                    <a:pt x="98" y="66"/>
                  </a:lnTo>
                  <a:lnTo>
                    <a:pt x="98" y="60"/>
                  </a:lnTo>
                  <a:lnTo>
                    <a:pt x="94" y="56"/>
                  </a:lnTo>
                  <a:lnTo>
                    <a:pt x="96" y="52"/>
                  </a:lnTo>
                  <a:lnTo>
                    <a:pt x="102" y="52"/>
                  </a:lnTo>
                  <a:lnTo>
                    <a:pt x="108" y="52"/>
                  </a:lnTo>
                  <a:lnTo>
                    <a:pt x="110" y="44"/>
                  </a:lnTo>
                  <a:lnTo>
                    <a:pt x="106" y="40"/>
                  </a:lnTo>
                  <a:lnTo>
                    <a:pt x="110" y="38"/>
                  </a:lnTo>
                  <a:lnTo>
                    <a:pt x="110" y="30"/>
                  </a:lnTo>
                  <a:lnTo>
                    <a:pt x="124" y="22"/>
                  </a:lnTo>
                  <a:lnTo>
                    <a:pt x="130" y="22"/>
                  </a:lnTo>
                  <a:lnTo>
                    <a:pt x="138" y="18"/>
                  </a:lnTo>
                  <a:lnTo>
                    <a:pt x="144" y="18"/>
                  </a:lnTo>
                  <a:lnTo>
                    <a:pt x="148" y="18"/>
                  </a:lnTo>
                  <a:lnTo>
                    <a:pt x="152" y="16"/>
                  </a:lnTo>
                  <a:lnTo>
                    <a:pt x="152" y="12"/>
                  </a:lnTo>
                  <a:lnTo>
                    <a:pt x="144" y="12"/>
                  </a:lnTo>
                  <a:lnTo>
                    <a:pt x="134" y="10"/>
                  </a:lnTo>
                  <a:lnTo>
                    <a:pt x="130" y="12"/>
                  </a:lnTo>
                  <a:lnTo>
                    <a:pt x="122" y="16"/>
                  </a:lnTo>
                  <a:lnTo>
                    <a:pt x="118" y="16"/>
                  </a:lnTo>
                  <a:lnTo>
                    <a:pt x="116" y="22"/>
                  </a:lnTo>
                  <a:lnTo>
                    <a:pt x="110" y="26"/>
                  </a:lnTo>
                  <a:lnTo>
                    <a:pt x="104" y="28"/>
                  </a:lnTo>
                  <a:lnTo>
                    <a:pt x="100" y="22"/>
                  </a:lnTo>
                  <a:lnTo>
                    <a:pt x="102" y="14"/>
                  </a:lnTo>
                  <a:lnTo>
                    <a:pt x="104" y="10"/>
                  </a:lnTo>
                  <a:lnTo>
                    <a:pt x="100" y="6"/>
                  </a:lnTo>
                  <a:lnTo>
                    <a:pt x="98" y="2"/>
                  </a:lnTo>
                  <a:lnTo>
                    <a:pt x="94" y="0"/>
                  </a:lnTo>
                  <a:lnTo>
                    <a:pt x="92" y="4"/>
                  </a:lnTo>
                  <a:lnTo>
                    <a:pt x="90" y="6"/>
                  </a:lnTo>
                  <a:lnTo>
                    <a:pt x="84" y="8"/>
                  </a:lnTo>
                  <a:lnTo>
                    <a:pt x="80" y="8"/>
                  </a:lnTo>
                  <a:lnTo>
                    <a:pt x="78"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8" name="Google Shape;448;p60"/>
            <p:cNvSpPr/>
            <p:nvPr/>
          </p:nvSpPr>
          <p:spPr>
            <a:xfrm>
              <a:off x="6416993" y="5449216"/>
              <a:ext cx="8389" cy="14337"/>
            </a:xfrm>
            <a:custGeom>
              <a:rect b="b" l="l" r="r" t="t"/>
              <a:pathLst>
                <a:path extrusionOk="0" h="10" w="6">
                  <a:moveTo>
                    <a:pt x="0" y="0"/>
                  </a:moveTo>
                  <a:lnTo>
                    <a:pt x="0" y="8"/>
                  </a:lnTo>
                  <a:lnTo>
                    <a:pt x="2" y="8"/>
                  </a:lnTo>
                  <a:lnTo>
                    <a:pt x="6" y="10"/>
                  </a:lnTo>
                  <a:lnTo>
                    <a:pt x="6" y="4"/>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49" name="Google Shape;449;p60"/>
            <p:cNvSpPr/>
            <p:nvPr/>
          </p:nvSpPr>
          <p:spPr>
            <a:xfrm>
              <a:off x="9644662" y="4513704"/>
              <a:ext cx="18875" cy="5377"/>
            </a:xfrm>
            <a:custGeom>
              <a:rect b="b" l="l" r="r" t="t"/>
              <a:pathLst>
                <a:path extrusionOk="0" h="4" w="12">
                  <a:moveTo>
                    <a:pt x="0" y="4"/>
                  </a:moveTo>
                  <a:lnTo>
                    <a:pt x="4" y="0"/>
                  </a:lnTo>
                  <a:lnTo>
                    <a:pt x="12" y="2"/>
                  </a:lnTo>
                  <a:lnTo>
                    <a:pt x="6" y="4"/>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0" name="Google Shape;450;p60"/>
            <p:cNvSpPr/>
            <p:nvPr/>
          </p:nvSpPr>
          <p:spPr>
            <a:xfrm>
              <a:off x="7985737" y="3382847"/>
              <a:ext cx="201336" cy="141581"/>
            </a:xfrm>
            <a:custGeom>
              <a:rect b="b" l="l" r="r" t="t"/>
              <a:pathLst>
                <a:path extrusionOk="0" h="100" w="122">
                  <a:moveTo>
                    <a:pt x="62" y="6"/>
                  </a:moveTo>
                  <a:lnTo>
                    <a:pt x="62" y="6"/>
                  </a:lnTo>
                  <a:lnTo>
                    <a:pt x="60" y="6"/>
                  </a:lnTo>
                  <a:lnTo>
                    <a:pt x="60" y="4"/>
                  </a:lnTo>
                  <a:lnTo>
                    <a:pt x="58" y="4"/>
                  </a:lnTo>
                  <a:lnTo>
                    <a:pt x="54" y="6"/>
                  </a:lnTo>
                  <a:lnTo>
                    <a:pt x="50" y="8"/>
                  </a:lnTo>
                  <a:lnTo>
                    <a:pt x="48" y="4"/>
                  </a:lnTo>
                  <a:lnTo>
                    <a:pt x="50" y="4"/>
                  </a:lnTo>
                  <a:lnTo>
                    <a:pt x="50" y="2"/>
                  </a:lnTo>
                  <a:lnTo>
                    <a:pt x="48" y="0"/>
                  </a:lnTo>
                  <a:lnTo>
                    <a:pt x="44" y="0"/>
                  </a:lnTo>
                  <a:lnTo>
                    <a:pt x="36" y="2"/>
                  </a:lnTo>
                  <a:lnTo>
                    <a:pt x="28" y="6"/>
                  </a:lnTo>
                  <a:lnTo>
                    <a:pt x="18" y="12"/>
                  </a:lnTo>
                  <a:lnTo>
                    <a:pt x="8" y="14"/>
                  </a:lnTo>
                  <a:lnTo>
                    <a:pt x="2" y="14"/>
                  </a:lnTo>
                  <a:lnTo>
                    <a:pt x="2" y="18"/>
                  </a:lnTo>
                  <a:lnTo>
                    <a:pt x="0" y="24"/>
                  </a:lnTo>
                  <a:lnTo>
                    <a:pt x="0" y="26"/>
                  </a:lnTo>
                  <a:lnTo>
                    <a:pt x="2" y="30"/>
                  </a:lnTo>
                  <a:lnTo>
                    <a:pt x="2" y="32"/>
                  </a:lnTo>
                  <a:lnTo>
                    <a:pt x="2" y="40"/>
                  </a:lnTo>
                  <a:lnTo>
                    <a:pt x="4" y="44"/>
                  </a:lnTo>
                  <a:lnTo>
                    <a:pt x="4" y="46"/>
                  </a:lnTo>
                  <a:lnTo>
                    <a:pt x="6" y="62"/>
                  </a:lnTo>
                  <a:lnTo>
                    <a:pt x="8" y="64"/>
                  </a:lnTo>
                  <a:lnTo>
                    <a:pt x="14" y="64"/>
                  </a:lnTo>
                  <a:lnTo>
                    <a:pt x="18" y="66"/>
                  </a:lnTo>
                  <a:lnTo>
                    <a:pt x="18" y="68"/>
                  </a:lnTo>
                  <a:lnTo>
                    <a:pt x="20" y="68"/>
                  </a:lnTo>
                  <a:lnTo>
                    <a:pt x="22" y="66"/>
                  </a:lnTo>
                  <a:lnTo>
                    <a:pt x="24" y="68"/>
                  </a:lnTo>
                  <a:lnTo>
                    <a:pt x="28" y="72"/>
                  </a:lnTo>
                  <a:lnTo>
                    <a:pt x="32" y="74"/>
                  </a:lnTo>
                  <a:lnTo>
                    <a:pt x="36" y="72"/>
                  </a:lnTo>
                  <a:lnTo>
                    <a:pt x="38" y="74"/>
                  </a:lnTo>
                  <a:lnTo>
                    <a:pt x="38" y="76"/>
                  </a:lnTo>
                  <a:lnTo>
                    <a:pt x="40" y="78"/>
                  </a:lnTo>
                  <a:lnTo>
                    <a:pt x="42" y="78"/>
                  </a:lnTo>
                  <a:lnTo>
                    <a:pt x="44" y="82"/>
                  </a:lnTo>
                  <a:lnTo>
                    <a:pt x="46" y="84"/>
                  </a:lnTo>
                  <a:lnTo>
                    <a:pt x="50" y="86"/>
                  </a:lnTo>
                  <a:lnTo>
                    <a:pt x="54" y="84"/>
                  </a:lnTo>
                  <a:lnTo>
                    <a:pt x="58" y="86"/>
                  </a:lnTo>
                  <a:lnTo>
                    <a:pt x="64" y="88"/>
                  </a:lnTo>
                  <a:lnTo>
                    <a:pt x="68" y="90"/>
                  </a:lnTo>
                  <a:lnTo>
                    <a:pt x="70" y="90"/>
                  </a:lnTo>
                  <a:lnTo>
                    <a:pt x="72" y="88"/>
                  </a:lnTo>
                  <a:lnTo>
                    <a:pt x="74" y="86"/>
                  </a:lnTo>
                  <a:lnTo>
                    <a:pt x="78" y="86"/>
                  </a:lnTo>
                  <a:lnTo>
                    <a:pt x="84" y="82"/>
                  </a:lnTo>
                  <a:lnTo>
                    <a:pt x="86" y="80"/>
                  </a:lnTo>
                  <a:lnTo>
                    <a:pt x="90" y="82"/>
                  </a:lnTo>
                  <a:lnTo>
                    <a:pt x="94" y="84"/>
                  </a:lnTo>
                  <a:lnTo>
                    <a:pt x="98" y="86"/>
                  </a:lnTo>
                  <a:lnTo>
                    <a:pt x="100" y="88"/>
                  </a:lnTo>
                  <a:lnTo>
                    <a:pt x="102" y="90"/>
                  </a:lnTo>
                  <a:lnTo>
                    <a:pt x="104" y="92"/>
                  </a:lnTo>
                  <a:lnTo>
                    <a:pt x="106" y="96"/>
                  </a:lnTo>
                  <a:lnTo>
                    <a:pt x="108" y="100"/>
                  </a:lnTo>
                  <a:lnTo>
                    <a:pt x="110" y="100"/>
                  </a:lnTo>
                  <a:lnTo>
                    <a:pt x="114" y="100"/>
                  </a:lnTo>
                  <a:lnTo>
                    <a:pt x="116" y="98"/>
                  </a:lnTo>
                  <a:lnTo>
                    <a:pt x="118" y="96"/>
                  </a:lnTo>
                  <a:lnTo>
                    <a:pt x="116" y="92"/>
                  </a:lnTo>
                  <a:lnTo>
                    <a:pt x="116" y="88"/>
                  </a:lnTo>
                  <a:lnTo>
                    <a:pt x="118" y="82"/>
                  </a:lnTo>
                  <a:lnTo>
                    <a:pt x="122" y="74"/>
                  </a:lnTo>
                  <a:lnTo>
                    <a:pt x="120" y="70"/>
                  </a:lnTo>
                  <a:lnTo>
                    <a:pt x="118" y="68"/>
                  </a:lnTo>
                  <a:lnTo>
                    <a:pt x="118" y="66"/>
                  </a:lnTo>
                  <a:lnTo>
                    <a:pt x="120" y="62"/>
                  </a:lnTo>
                  <a:lnTo>
                    <a:pt x="120" y="58"/>
                  </a:lnTo>
                  <a:lnTo>
                    <a:pt x="120" y="56"/>
                  </a:lnTo>
                  <a:lnTo>
                    <a:pt x="120" y="54"/>
                  </a:lnTo>
                  <a:lnTo>
                    <a:pt x="118" y="48"/>
                  </a:lnTo>
                  <a:lnTo>
                    <a:pt x="118" y="46"/>
                  </a:lnTo>
                  <a:lnTo>
                    <a:pt x="120" y="46"/>
                  </a:lnTo>
                  <a:lnTo>
                    <a:pt x="120" y="36"/>
                  </a:lnTo>
                  <a:lnTo>
                    <a:pt x="122" y="32"/>
                  </a:lnTo>
                  <a:lnTo>
                    <a:pt x="122" y="28"/>
                  </a:lnTo>
                  <a:lnTo>
                    <a:pt x="122" y="26"/>
                  </a:lnTo>
                  <a:lnTo>
                    <a:pt x="120" y="20"/>
                  </a:lnTo>
                  <a:lnTo>
                    <a:pt x="118" y="16"/>
                  </a:lnTo>
                  <a:lnTo>
                    <a:pt x="120" y="16"/>
                  </a:lnTo>
                  <a:lnTo>
                    <a:pt x="116" y="14"/>
                  </a:lnTo>
                  <a:lnTo>
                    <a:pt x="108" y="12"/>
                  </a:lnTo>
                  <a:lnTo>
                    <a:pt x="102" y="12"/>
                  </a:lnTo>
                  <a:lnTo>
                    <a:pt x="96" y="14"/>
                  </a:lnTo>
                  <a:lnTo>
                    <a:pt x="90" y="14"/>
                  </a:lnTo>
                  <a:lnTo>
                    <a:pt x="84" y="12"/>
                  </a:lnTo>
                  <a:lnTo>
                    <a:pt x="76" y="12"/>
                  </a:lnTo>
                  <a:lnTo>
                    <a:pt x="66" y="8"/>
                  </a:lnTo>
                  <a:lnTo>
                    <a:pt x="62" y="4"/>
                  </a:lnTo>
                  <a:lnTo>
                    <a:pt x="62" y="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1" name="Google Shape;451;p60"/>
            <p:cNvSpPr/>
            <p:nvPr/>
          </p:nvSpPr>
          <p:spPr>
            <a:xfrm>
              <a:off x="6551217" y="4931279"/>
              <a:ext cx="148905" cy="168464"/>
            </a:xfrm>
            <a:custGeom>
              <a:rect b="b" l="l" r="r" t="t"/>
              <a:pathLst>
                <a:path extrusionOk="0" h="120" w="90">
                  <a:moveTo>
                    <a:pt x="46" y="8"/>
                  </a:moveTo>
                  <a:lnTo>
                    <a:pt x="42" y="2"/>
                  </a:lnTo>
                  <a:lnTo>
                    <a:pt x="32" y="0"/>
                  </a:lnTo>
                  <a:lnTo>
                    <a:pt x="18" y="2"/>
                  </a:lnTo>
                  <a:lnTo>
                    <a:pt x="14" y="6"/>
                  </a:lnTo>
                  <a:lnTo>
                    <a:pt x="12" y="12"/>
                  </a:lnTo>
                  <a:lnTo>
                    <a:pt x="10" y="16"/>
                  </a:lnTo>
                  <a:lnTo>
                    <a:pt x="8" y="20"/>
                  </a:lnTo>
                  <a:lnTo>
                    <a:pt x="8" y="24"/>
                  </a:lnTo>
                  <a:lnTo>
                    <a:pt x="0" y="40"/>
                  </a:lnTo>
                  <a:lnTo>
                    <a:pt x="8" y="44"/>
                  </a:lnTo>
                  <a:lnTo>
                    <a:pt x="10" y="50"/>
                  </a:lnTo>
                  <a:lnTo>
                    <a:pt x="12" y="52"/>
                  </a:lnTo>
                  <a:lnTo>
                    <a:pt x="14" y="54"/>
                  </a:lnTo>
                  <a:lnTo>
                    <a:pt x="18" y="56"/>
                  </a:lnTo>
                  <a:lnTo>
                    <a:pt x="20" y="60"/>
                  </a:lnTo>
                  <a:lnTo>
                    <a:pt x="22" y="64"/>
                  </a:lnTo>
                  <a:lnTo>
                    <a:pt x="22" y="66"/>
                  </a:lnTo>
                  <a:lnTo>
                    <a:pt x="24" y="68"/>
                  </a:lnTo>
                  <a:lnTo>
                    <a:pt x="28" y="70"/>
                  </a:lnTo>
                  <a:lnTo>
                    <a:pt x="32" y="74"/>
                  </a:lnTo>
                  <a:lnTo>
                    <a:pt x="34" y="76"/>
                  </a:lnTo>
                  <a:lnTo>
                    <a:pt x="36" y="76"/>
                  </a:lnTo>
                  <a:lnTo>
                    <a:pt x="38" y="76"/>
                  </a:lnTo>
                  <a:lnTo>
                    <a:pt x="44" y="80"/>
                  </a:lnTo>
                  <a:lnTo>
                    <a:pt x="46" y="84"/>
                  </a:lnTo>
                  <a:lnTo>
                    <a:pt x="50" y="88"/>
                  </a:lnTo>
                  <a:lnTo>
                    <a:pt x="52" y="90"/>
                  </a:lnTo>
                  <a:lnTo>
                    <a:pt x="52" y="92"/>
                  </a:lnTo>
                  <a:lnTo>
                    <a:pt x="52" y="98"/>
                  </a:lnTo>
                  <a:lnTo>
                    <a:pt x="50" y="104"/>
                  </a:lnTo>
                  <a:lnTo>
                    <a:pt x="46" y="108"/>
                  </a:lnTo>
                  <a:lnTo>
                    <a:pt x="42" y="116"/>
                  </a:lnTo>
                  <a:lnTo>
                    <a:pt x="42" y="118"/>
                  </a:lnTo>
                  <a:lnTo>
                    <a:pt x="46" y="118"/>
                  </a:lnTo>
                  <a:lnTo>
                    <a:pt x="50" y="118"/>
                  </a:lnTo>
                  <a:lnTo>
                    <a:pt x="54" y="118"/>
                  </a:lnTo>
                  <a:lnTo>
                    <a:pt x="58" y="120"/>
                  </a:lnTo>
                  <a:lnTo>
                    <a:pt x="62" y="120"/>
                  </a:lnTo>
                  <a:lnTo>
                    <a:pt x="72" y="120"/>
                  </a:lnTo>
                  <a:lnTo>
                    <a:pt x="76" y="120"/>
                  </a:lnTo>
                  <a:lnTo>
                    <a:pt x="78" y="120"/>
                  </a:lnTo>
                  <a:lnTo>
                    <a:pt x="80" y="118"/>
                  </a:lnTo>
                  <a:lnTo>
                    <a:pt x="82" y="114"/>
                  </a:lnTo>
                  <a:lnTo>
                    <a:pt x="84" y="110"/>
                  </a:lnTo>
                  <a:lnTo>
                    <a:pt x="86" y="106"/>
                  </a:lnTo>
                  <a:lnTo>
                    <a:pt x="86" y="100"/>
                  </a:lnTo>
                  <a:lnTo>
                    <a:pt x="86" y="96"/>
                  </a:lnTo>
                  <a:lnTo>
                    <a:pt x="88" y="94"/>
                  </a:lnTo>
                  <a:lnTo>
                    <a:pt x="88" y="88"/>
                  </a:lnTo>
                  <a:lnTo>
                    <a:pt x="88" y="80"/>
                  </a:lnTo>
                  <a:lnTo>
                    <a:pt x="90" y="74"/>
                  </a:lnTo>
                  <a:lnTo>
                    <a:pt x="90" y="68"/>
                  </a:lnTo>
                  <a:lnTo>
                    <a:pt x="88" y="68"/>
                  </a:lnTo>
                  <a:lnTo>
                    <a:pt x="84" y="70"/>
                  </a:lnTo>
                  <a:lnTo>
                    <a:pt x="82" y="70"/>
                  </a:lnTo>
                  <a:lnTo>
                    <a:pt x="82" y="68"/>
                  </a:lnTo>
                  <a:lnTo>
                    <a:pt x="82" y="64"/>
                  </a:lnTo>
                  <a:lnTo>
                    <a:pt x="82" y="50"/>
                  </a:lnTo>
                  <a:lnTo>
                    <a:pt x="80" y="46"/>
                  </a:lnTo>
                  <a:lnTo>
                    <a:pt x="76" y="44"/>
                  </a:lnTo>
                  <a:lnTo>
                    <a:pt x="74" y="44"/>
                  </a:lnTo>
                  <a:lnTo>
                    <a:pt x="72" y="42"/>
                  </a:lnTo>
                  <a:lnTo>
                    <a:pt x="72" y="40"/>
                  </a:lnTo>
                  <a:lnTo>
                    <a:pt x="70" y="38"/>
                  </a:lnTo>
                  <a:lnTo>
                    <a:pt x="68" y="40"/>
                  </a:lnTo>
                  <a:lnTo>
                    <a:pt x="60" y="40"/>
                  </a:lnTo>
                  <a:lnTo>
                    <a:pt x="56" y="38"/>
                  </a:lnTo>
                  <a:lnTo>
                    <a:pt x="54" y="36"/>
                  </a:lnTo>
                  <a:lnTo>
                    <a:pt x="54" y="32"/>
                  </a:lnTo>
                  <a:lnTo>
                    <a:pt x="52" y="26"/>
                  </a:lnTo>
                  <a:lnTo>
                    <a:pt x="54" y="20"/>
                  </a:lnTo>
                  <a:lnTo>
                    <a:pt x="52" y="16"/>
                  </a:lnTo>
                  <a:lnTo>
                    <a:pt x="50" y="12"/>
                  </a:lnTo>
                  <a:lnTo>
                    <a:pt x="46"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2" name="Google Shape;452;p60"/>
            <p:cNvSpPr/>
            <p:nvPr/>
          </p:nvSpPr>
          <p:spPr>
            <a:xfrm>
              <a:off x="6094017" y="4252048"/>
              <a:ext cx="75501" cy="75271"/>
            </a:xfrm>
            <a:custGeom>
              <a:rect b="b" l="l" r="r" t="t"/>
              <a:pathLst>
                <a:path extrusionOk="0" h="54" w="46">
                  <a:moveTo>
                    <a:pt x="18" y="48"/>
                  </a:moveTo>
                  <a:lnTo>
                    <a:pt x="18" y="48"/>
                  </a:lnTo>
                  <a:lnTo>
                    <a:pt x="16" y="42"/>
                  </a:lnTo>
                  <a:lnTo>
                    <a:pt x="16" y="40"/>
                  </a:lnTo>
                  <a:lnTo>
                    <a:pt x="18" y="40"/>
                  </a:lnTo>
                  <a:lnTo>
                    <a:pt x="22" y="42"/>
                  </a:lnTo>
                  <a:lnTo>
                    <a:pt x="24" y="44"/>
                  </a:lnTo>
                  <a:lnTo>
                    <a:pt x="28" y="52"/>
                  </a:lnTo>
                  <a:lnTo>
                    <a:pt x="32" y="52"/>
                  </a:lnTo>
                  <a:lnTo>
                    <a:pt x="34" y="54"/>
                  </a:lnTo>
                  <a:lnTo>
                    <a:pt x="36" y="54"/>
                  </a:lnTo>
                  <a:lnTo>
                    <a:pt x="38" y="54"/>
                  </a:lnTo>
                  <a:lnTo>
                    <a:pt x="38" y="52"/>
                  </a:lnTo>
                  <a:lnTo>
                    <a:pt x="46" y="0"/>
                  </a:lnTo>
                  <a:lnTo>
                    <a:pt x="38" y="2"/>
                  </a:lnTo>
                  <a:lnTo>
                    <a:pt x="34" y="4"/>
                  </a:lnTo>
                  <a:lnTo>
                    <a:pt x="32" y="6"/>
                  </a:lnTo>
                  <a:lnTo>
                    <a:pt x="30" y="8"/>
                  </a:lnTo>
                  <a:lnTo>
                    <a:pt x="24" y="10"/>
                  </a:lnTo>
                  <a:lnTo>
                    <a:pt x="22" y="10"/>
                  </a:lnTo>
                  <a:lnTo>
                    <a:pt x="18" y="10"/>
                  </a:lnTo>
                  <a:lnTo>
                    <a:pt x="16" y="8"/>
                  </a:lnTo>
                  <a:lnTo>
                    <a:pt x="12" y="8"/>
                  </a:lnTo>
                  <a:lnTo>
                    <a:pt x="4" y="12"/>
                  </a:lnTo>
                  <a:lnTo>
                    <a:pt x="4" y="16"/>
                  </a:lnTo>
                  <a:lnTo>
                    <a:pt x="4" y="22"/>
                  </a:lnTo>
                  <a:lnTo>
                    <a:pt x="2" y="24"/>
                  </a:lnTo>
                  <a:lnTo>
                    <a:pt x="0" y="24"/>
                  </a:lnTo>
                  <a:lnTo>
                    <a:pt x="0" y="26"/>
                  </a:lnTo>
                  <a:lnTo>
                    <a:pt x="0" y="30"/>
                  </a:lnTo>
                  <a:lnTo>
                    <a:pt x="2" y="32"/>
                  </a:lnTo>
                  <a:lnTo>
                    <a:pt x="6" y="34"/>
                  </a:lnTo>
                  <a:lnTo>
                    <a:pt x="8" y="40"/>
                  </a:lnTo>
                  <a:lnTo>
                    <a:pt x="10" y="44"/>
                  </a:lnTo>
                  <a:lnTo>
                    <a:pt x="12" y="46"/>
                  </a:lnTo>
                  <a:lnTo>
                    <a:pt x="14" y="48"/>
                  </a:lnTo>
                  <a:lnTo>
                    <a:pt x="18" y="48"/>
                  </a:lnTo>
                  <a:close/>
                  <a:moveTo>
                    <a:pt x="10" y="32"/>
                  </a:moveTo>
                  <a:lnTo>
                    <a:pt x="10" y="32"/>
                  </a:lnTo>
                  <a:lnTo>
                    <a:pt x="12" y="34"/>
                  </a:lnTo>
                  <a:lnTo>
                    <a:pt x="14" y="34"/>
                  </a:lnTo>
                  <a:lnTo>
                    <a:pt x="12" y="36"/>
                  </a:lnTo>
                  <a:lnTo>
                    <a:pt x="10" y="36"/>
                  </a:lnTo>
                  <a:lnTo>
                    <a:pt x="8" y="34"/>
                  </a:lnTo>
                  <a:lnTo>
                    <a:pt x="10" y="3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3" name="Google Shape;453;p60"/>
            <p:cNvSpPr/>
            <p:nvPr/>
          </p:nvSpPr>
          <p:spPr>
            <a:xfrm>
              <a:off x="7830540" y="3493961"/>
              <a:ext cx="10486" cy="19714"/>
            </a:xfrm>
            <a:custGeom>
              <a:rect b="b" l="l" r="r" t="t"/>
              <a:pathLst>
                <a:path extrusionOk="0" h="14" w="6">
                  <a:moveTo>
                    <a:pt x="0" y="8"/>
                  </a:moveTo>
                  <a:lnTo>
                    <a:pt x="0" y="8"/>
                  </a:lnTo>
                  <a:lnTo>
                    <a:pt x="0" y="6"/>
                  </a:lnTo>
                  <a:lnTo>
                    <a:pt x="0" y="4"/>
                  </a:lnTo>
                  <a:lnTo>
                    <a:pt x="0" y="2"/>
                  </a:lnTo>
                  <a:lnTo>
                    <a:pt x="0" y="0"/>
                  </a:lnTo>
                  <a:lnTo>
                    <a:pt x="2" y="0"/>
                  </a:lnTo>
                  <a:lnTo>
                    <a:pt x="4" y="4"/>
                  </a:lnTo>
                  <a:lnTo>
                    <a:pt x="6" y="4"/>
                  </a:lnTo>
                  <a:lnTo>
                    <a:pt x="6" y="6"/>
                  </a:lnTo>
                  <a:lnTo>
                    <a:pt x="6" y="8"/>
                  </a:lnTo>
                  <a:lnTo>
                    <a:pt x="4" y="12"/>
                  </a:lnTo>
                  <a:lnTo>
                    <a:pt x="6" y="14"/>
                  </a:lnTo>
                  <a:lnTo>
                    <a:pt x="2" y="12"/>
                  </a:lnTo>
                  <a:lnTo>
                    <a:pt x="0" y="12"/>
                  </a:lnTo>
                  <a:lnTo>
                    <a:pt x="0" y="10"/>
                  </a:lnTo>
                  <a:lnTo>
                    <a:pt x="0"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4" name="Google Shape;454;p60"/>
            <p:cNvSpPr/>
            <p:nvPr/>
          </p:nvSpPr>
          <p:spPr>
            <a:xfrm>
              <a:off x="8579259" y="3933042"/>
              <a:ext cx="46140" cy="34051"/>
            </a:xfrm>
            <a:custGeom>
              <a:rect b="b" l="l" r="r" t="t"/>
              <a:pathLst>
                <a:path extrusionOk="0" h="24" w="28">
                  <a:moveTo>
                    <a:pt x="28" y="22"/>
                  </a:moveTo>
                  <a:lnTo>
                    <a:pt x="28" y="22"/>
                  </a:lnTo>
                  <a:lnTo>
                    <a:pt x="24" y="18"/>
                  </a:lnTo>
                  <a:lnTo>
                    <a:pt x="20" y="14"/>
                  </a:lnTo>
                  <a:lnTo>
                    <a:pt x="22" y="10"/>
                  </a:lnTo>
                  <a:lnTo>
                    <a:pt x="22" y="6"/>
                  </a:lnTo>
                  <a:lnTo>
                    <a:pt x="28" y="6"/>
                  </a:lnTo>
                  <a:lnTo>
                    <a:pt x="24" y="0"/>
                  </a:lnTo>
                  <a:lnTo>
                    <a:pt x="22" y="0"/>
                  </a:lnTo>
                  <a:lnTo>
                    <a:pt x="18" y="0"/>
                  </a:lnTo>
                  <a:lnTo>
                    <a:pt x="16" y="0"/>
                  </a:lnTo>
                  <a:lnTo>
                    <a:pt x="14" y="2"/>
                  </a:lnTo>
                  <a:lnTo>
                    <a:pt x="10" y="8"/>
                  </a:lnTo>
                  <a:lnTo>
                    <a:pt x="4" y="14"/>
                  </a:lnTo>
                  <a:lnTo>
                    <a:pt x="0" y="16"/>
                  </a:lnTo>
                  <a:lnTo>
                    <a:pt x="14" y="20"/>
                  </a:lnTo>
                  <a:lnTo>
                    <a:pt x="16" y="24"/>
                  </a:lnTo>
                  <a:lnTo>
                    <a:pt x="28" y="2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5" name="Google Shape;455;p60"/>
            <p:cNvSpPr/>
            <p:nvPr/>
          </p:nvSpPr>
          <p:spPr>
            <a:xfrm>
              <a:off x="8354853" y="4454563"/>
              <a:ext cx="161488" cy="186385"/>
            </a:xfrm>
            <a:custGeom>
              <a:rect b="b" l="l" r="r" t="t"/>
              <a:pathLst>
                <a:path extrusionOk="0" h="132" w="98">
                  <a:moveTo>
                    <a:pt x="2" y="78"/>
                  </a:moveTo>
                  <a:lnTo>
                    <a:pt x="2" y="78"/>
                  </a:lnTo>
                  <a:lnTo>
                    <a:pt x="4" y="78"/>
                  </a:lnTo>
                  <a:lnTo>
                    <a:pt x="6" y="76"/>
                  </a:lnTo>
                  <a:lnTo>
                    <a:pt x="8" y="78"/>
                  </a:lnTo>
                  <a:lnTo>
                    <a:pt x="6" y="84"/>
                  </a:lnTo>
                  <a:lnTo>
                    <a:pt x="4" y="92"/>
                  </a:lnTo>
                  <a:lnTo>
                    <a:pt x="42" y="110"/>
                  </a:lnTo>
                  <a:lnTo>
                    <a:pt x="42" y="112"/>
                  </a:lnTo>
                  <a:lnTo>
                    <a:pt x="42" y="116"/>
                  </a:lnTo>
                  <a:lnTo>
                    <a:pt x="42" y="120"/>
                  </a:lnTo>
                  <a:lnTo>
                    <a:pt x="46" y="122"/>
                  </a:lnTo>
                  <a:lnTo>
                    <a:pt x="48" y="122"/>
                  </a:lnTo>
                  <a:lnTo>
                    <a:pt x="48" y="124"/>
                  </a:lnTo>
                  <a:lnTo>
                    <a:pt x="60" y="132"/>
                  </a:lnTo>
                  <a:lnTo>
                    <a:pt x="60" y="124"/>
                  </a:lnTo>
                  <a:lnTo>
                    <a:pt x="60" y="118"/>
                  </a:lnTo>
                  <a:lnTo>
                    <a:pt x="64" y="118"/>
                  </a:lnTo>
                  <a:lnTo>
                    <a:pt x="66" y="112"/>
                  </a:lnTo>
                  <a:lnTo>
                    <a:pt x="70" y="108"/>
                  </a:lnTo>
                  <a:lnTo>
                    <a:pt x="74" y="108"/>
                  </a:lnTo>
                  <a:lnTo>
                    <a:pt x="76" y="104"/>
                  </a:lnTo>
                  <a:lnTo>
                    <a:pt x="78" y="100"/>
                  </a:lnTo>
                  <a:lnTo>
                    <a:pt x="82" y="100"/>
                  </a:lnTo>
                  <a:lnTo>
                    <a:pt x="84" y="98"/>
                  </a:lnTo>
                  <a:lnTo>
                    <a:pt x="86" y="94"/>
                  </a:lnTo>
                  <a:lnTo>
                    <a:pt x="84" y="90"/>
                  </a:lnTo>
                  <a:lnTo>
                    <a:pt x="90" y="86"/>
                  </a:lnTo>
                  <a:lnTo>
                    <a:pt x="92" y="80"/>
                  </a:lnTo>
                  <a:lnTo>
                    <a:pt x="92" y="78"/>
                  </a:lnTo>
                  <a:lnTo>
                    <a:pt x="86" y="70"/>
                  </a:lnTo>
                  <a:lnTo>
                    <a:pt x="86" y="24"/>
                  </a:lnTo>
                  <a:lnTo>
                    <a:pt x="92" y="20"/>
                  </a:lnTo>
                  <a:lnTo>
                    <a:pt x="98" y="4"/>
                  </a:lnTo>
                  <a:lnTo>
                    <a:pt x="92" y="6"/>
                  </a:lnTo>
                  <a:lnTo>
                    <a:pt x="86" y="6"/>
                  </a:lnTo>
                  <a:lnTo>
                    <a:pt x="82" y="2"/>
                  </a:lnTo>
                  <a:lnTo>
                    <a:pt x="82" y="0"/>
                  </a:lnTo>
                  <a:lnTo>
                    <a:pt x="80" y="4"/>
                  </a:lnTo>
                  <a:lnTo>
                    <a:pt x="78" y="4"/>
                  </a:lnTo>
                  <a:lnTo>
                    <a:pt x="74" y="4"/>
                  </a:lnTo>
                  <a:lnTo>
                    <a:pt x="72" y="4"/>
                  </a:lnTo>
                  <a:lnTo>
                    <a:pt x="72" y="6"/>
                  </a:lnTo>
                  <a:lnTo>
                    <a:pt x="70" y="8"/>
                  </a:lnTo>
                  <a:lnTo>
                    <a:pt x="64" y="8"/>
                  </a:lnTo>
                  <a:lnTo>
                    <a:pt x="60" y="8"/>
                  </a:lnTo>
                  <a:lnTo>
                    <a:pt x="58" y="8"/>
                  </a:lnTo>
                  <a:lnTo>
                    <a:pt x="52" y="6"/>
                  </a:lnTo>
                  <a:lnTo>
                    <a:pt x="48" y="6"/>
                  </a:lnTo>
                  <a:lnTo>
                    <a:pt x="46" y="8"/>
                  </a:lnTo>
                  <a:lnTo>
                    <a:pt x="42" y="8"/>
                  </a:lnTo>
                  <a:lnTo>
                    <a:pt x="40" y="6"/>
                  </a:lnTo>
                  <a:lnTo>
                    <a:pt x="38" y="6"/>
                  </a:lnTo>
                  <a:lnTo>
                    <a:pt x="36" y="6"/>
                  </a:lnTo>
                  <a:lnTo>
                    <a:pt x="32" y="8"/>
                  </a:lnTo>
                  <a:lnTo>
                    <a:pt x="24" y="6"/>
                  </a:lnTo>
                  <a:lnTo>
                    <a:pt x="18" y="2"/>
                  </a:lnTo>
                  <a:lnTo>
                    <a:pt x="12" y="2"/>
                  </a:lnTo>
                  <a:lnTo>
                    <a:pt x="8" y="2"/>
                  </a:lnTo>
                  <a:lnTo>
                    <a:pt x="4" y="6"/>
                  </a:lnTo>
                  <a:lnTo>
                    <a:pt x="0" y="6"/>
                  </a:lnTo>
                  <a:lnTo>
                    <a:pt x="0" y="10"/>
                  </a:lnTo>
                  <a:lnTo>
                    <a:pt x="2" y="12"/>
                  </a:lnTo>
                  <a:lnTo>
                    <a:pt x="4" y="14"/>
                  </a:lnTo>
                  <a:lnTo>
                    <a:pt x="4" y="16"/>
                  </a:lnTo>
                  <a:lnTo>
                    <a:pt x="6" y="18"/>
                  </a:lnTo>
                  <a:lnTo>
                    <a:pt x="4" y="22"/>
                  </a:lnTo>
                  <a:lnTo>
                    <a:pt x="4" y="28"/>
                  </a:lnTo>
                  <a:lnTo>
                    <a:pt x="6" y="30"/>
                  </a:lnTo>
                  <a:lnTo>
                    <a:pt x="8" y="34"/>
                  </a:lnTo>
                  <a:lnTo>
                    <a:pt x="8" y="38"/>
                  </a:lnTo>
                  <a:lnTo>
                    <a:pt x="6" y="44"/>
                  </a:lnTo>
                  <a:lnTo>
                    <a:pt x="4" y="46"/>
                  </a:lnTo>
                  <a:lnTo>
                    <a:pt x="2" y="50"/>
                  </a:lnTo>
                  <a:lnTo>
                    <a:pt x="2" y="54"/>
                  </a:lnTo>
                  <a:lnTo>
                    <a:pt x="2" y="58"/>
                  </a:lnTo>
                  <a:lnTo>
                    <a:pt x="0" y="60"/>
                  </a:lnTo>
                  <a:lnTo>
                    <a:pt x="2" y="64"/>
                  </a:lnTo>
                  <a:lnTo>
                    <a:pt x="2" y="68"/>
                  </a:lnTo>
                  <a:lnTo>
                    <a:pt x="2" y="72"/>
                  </a:lnTo>
                  <a:lnTo>
                    <a:pt x="2" y="78"/>
                  </a:lnTo>
                  <a:close/>
                  <a:moveTo>
                    <a:pt x="24" y="8"/>
                  </a:moveTo>
                  <a:lnTo>
                    <a:pt x="24" y="8"/>
                  </a:lnTo>
                  <a:lnTo>
                    <a:pt x="24" y="16"/>
                  </a:lnTo>
                  <a:lnTo>
                    <a:pt x="26" y="24"/>
                  </a:lnTo>
                  <a:lnTo>
                    <a:pt x="30" y="30"/>
                  </a:lnTo>
                  <a:lnTo>
                    <a:pt x="32" y="34"/>
                  </a:lnTo>
                  <a:lnTo>
                    <a:pt x="30" y="36"/>
                  </a:lnTo>
                  <a:lnTo>
                    <a:pt x="28" y="32"/>
                  </a:lnTo>
                  <a:lnTo>
                    <a:pt x="20" y="22"/>
                  </a:lnTo>
                  <a:lnTo>
                    <a:pt x="20" y="18"/>
                  </a:lnTo>
                  <a:lnTo>
                    <a:pt x="22" y="14"/>
                  </a:lnTo>
                  <a:lnTo>
                    <a:pt x="24" y="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6" name="Google Shape;456;p60"/>
            <p:cNvSpPr/>
            <p:nvPr/>
          </p:nvSpPr>
          <p:spPr>
            <a:xfrm>
              <a:off x="8661052" y="4017274"/>
              <a:ext cx="4195" cy="8961"/>
            </a:xfrm>
            <a:custGeom>
              <a:rect b="b" l="l" r="r" t="t"/>
              <a:pathLst>
                <a:path extrusionOk="0" h="6" w="2">
                  <a:moveTo>
                    <a:pt x="0" y="0"/>
                  </a:moveTo>
                  <a:lnTo>
                    <a:pt x="0" y="0"/>
                  </a:lnTo>
                  <a:close/>
                  <a:moveTo>
                    <a:pt x="2" y="0"/>
                  </a:moveTo>
                  <a:lnTo>
                    <a:pt x="2" y="0"/>
                  </a:lnTo>
                  <a:lnTo>
                    <a:pt x="0" y="0"/>
                  </a:lnTo>
                  <a:lnTo>
                    <a:pt x="0" y="2"/>
                  </a:lnTo>
                  <a:lnTo>
                    <a:pt x="0" y="4"/>
                  </a:lnTo>
                  <a:lnTo>
                    <a:pt x="2" y="6"/>
                  </a:lnTo>
                  <a:lnTo>
                    <a:pt x="2" y="4"/>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7" name="Google Shape;457;p60"/>
            <p:cNvSpPr/>
            <p:nvPr/>
          </p:nvSpPr>
          <p:spPr>
            <a:xfrm>
              <a:off x="7272672" y="3056672"/>
              <a:ext cx="195044" cy="84232"/>
            </a:xfrm>
            <a:custGeom>
              <a:rect b="b" l="l" r="r" t="t"/>
              <a:pathLst>
                <a:path extrusionOk="0" h="60" w="118">
                  <a:moveTo>
                    <a:pt x="88" y="2"/>
                  </a:moveTo>
                  <a:lnTo>
                    <a:pt x="88" y="2"/>
                  </a:lnTo>
                  <a:lnTo>
                    <a:pt x="88" y="8"/>
                  </a:lnTo>
                  <a:lnTo>
                    <a:pt x="82" y="8"/>
                  </a:lnTo>
                  <a:lnTo>
                    <a:pt x="78" y="6"/>
                  </a:lnTo>
                  <a:lnTo>
                    <a:pt x="78" y="10"/>
                  </a:lnTo>
                  <a:lnTo>
                    <a:pt x="72" y="12"/>
                  </a:lnTo>
                  <a:lnTo>
                    <a:pt x="70" y="10"/>
                  </a:lnTo>
                  <a:lnTo>
                    <a:pt x="66" y="8"/>
                  </a:lnTo>
                  <a:lnTo>
                    <a:pt x="68" y="16"/>
                  </a:lnTo>
                  <a:lnTo>
                    <a:pt x="62" y="14"/>
                  </a:lnTo>
                  <a:lnTo>
                    <a:pt x="60" y="6"/>
                  </a:lnTo>
                  <a:lnTo>
                    <a:pt x="60" y="8"/>
                  </a:lnTo>
                  <a:lnTo>
                    <a:pt x="56" y="8"/>
                  </a:lnTo>
                  <a:lnTo>
                    <a:pt x="54" y="8"/>
                  </a:lnTo>
                  <a:lnTo>
                    <a:pt x="54" y="10"/>
                  </a:lnTo>
                  <a:lnTo>
                    <a:pt x="52" y="12"/>
                  </a:lnTo>
                  <a:lnTo>
                    <a:pt x="52" y="16"/>
                  </a:lnTo>
                  <a:lnTo>
                    <a:pt x="48" y="16"/>
                  </a:lnTo>
                  <a:lnTo>
                    <a:pt x="48" y="12"/>
                  </a:lnTo>
                  <a:lnTo>
                    <a:pt x="46" y="8"/>
                  </a:lnTo>
                  <a:lnTo>
                    <a:pt x="44" y="8"/>
                  </a:lnTo>
                  <a:lnTo>
                    <a:pt x="44" y="14"/>
                  </a:lnTo>
                  <a:lnTo>
                    <a:pt x="44" y="20"/>
                  </a:lnTo>
                  <a:lnTo>
                    <a:pt x="36" y="20"/>
                  </a:lnTo>
                  <a:lnTo>
                    <a:pt x="38" y="22"/>
                  </a:lnTo>
                  <a:lnTo>
                    <a:pt x="36" y="24"/>
                  </a:lnTo>
                  <a:lnTo>
                    <a:pt x="32" y="26"/>
                  </a:lnTo>
                  <a:lnTo>
                    <a:pt x="32" y="22"/>
                  </a:lnTo>
                  <a:lnTo>
                    <a:pt x="32" y="20"/>
                  </a:lnTo>
                  <a:lnTo>
                    <a:pt x="32" y="18"/>
                  </a:lnTo>
                  <a:lnTo>
                    <a:pt x="32" y="12"/>
                  </a:lnTo>
                  <a:lnTo>
                    <a:pt x="30" y="12"/>
                  </a:lnTo>
                  <a:lnTo>
                    <a:pt x="26" y="6"/>
                  </a:lnTo>
                  <a:lnTo>
                    <a:pt x="18" y="6"/>
                  </a:lnTo>
                  <a:lnTo>
                    <a:pt x="24" y="12"/>
                  </a:lnTo>
                  <a:lnTo>
                    <a:pt x="24" y="14"/>
                  </a:lnTo>
                  <a:lnTo>
                    <a:pt x="24" y="16"/>
                  </a:lnTo>
                  <a:lnTo>
                    <a:pt x="22" y="16"/>
                  </a:lnTo>
                  <a:lnTo>
                    <a:pt x="18" y="12"/>
                  </a:lnTo>
                  <a:lnTo>
                    <a:pt x="14" y="12"/>
                  </a:lnTo>
                  <a:lnTo>
                    <a:pt x="12" y="14"/>
                  </a:lnTo>
                  <a:lnTo>
                    <a:pt x="10" y="14"/>
                  </a:lnTo>
                  <a:lnTo>
                    <a:pt x="12" y="18"/>
                  </a:lnTo>
                  <a:lnTo>
                    <a:pt x="8" y="20"/>
                  </a:lnTo>
                  <a:lnTo>
                    <a:pt x="4" y="20"/>
                  </a:lnTo>
                  <a:lnTo>
                    <a:pt x="2" y="22"/>
                  </a:lnTo>
                  <a:lnTo>
                    <a:pt x="0" y="24"/>
                  </a:lnTo>
                  <a:lnTo>
                    <a:pt x="4" y="26"/>
                  </a:lnTo>
                  <a:lnTo>
                    <a:pt x="8" y="26"/>
                  </a:lnTo>
                  <a:lnTo>
                    <a:pt x="14" y="22"/>
                  </a:lnTo>
                  <a:lnTo>
                    <a:pt x="18" y="18"/>
                  </a:lnTo>
                  <a:lnTo>
                    <a:pt x="22" y="20"/>
                  </a:lnTo>
                  <a:lnTo>
                    <a:pt x="20" y="22"/>
                  </a:lnTo>
                  <a:lnTo>
                    <a:pt x="20" y="26"/>
                  </a:lnTo>
                  <a:lnTo>
                    <a:pt x="20" y="28"/>
                  </a:lnTo>
                  <a:lnTo>
                    <a:pt x="24" y="30"/>
                  </a:lnTo>
                  <a:lnTo>
                    <a:pt x="14" y="30"/>
                  </a:lnTo>
                  <a:lnTo>
                    <a:pt x="12" y="32"/>
                  </a:lnTo>
                  <a:lnTo>
                    <a:pt x="4" y="34"/>
                  </a:lnTo>
                  <a:lnTo>
                    <a:pt x="4" y="38"/>
                  </a:lnTo>
                  <a:lnTo>
                    <a:pt x="12" y="36"/>
                  </a:lnTo>
                  <a:lnTo>
                    <a:pt x="16" y="36"/>
                  </a:lnTo>
                  <a:lnTo>
                    <a:pt x="20" y="36"/>
                  </a:lnTo>
                  <a:lnTo>
                    <a:pt x="26" y="40"/>
                  </a:lnTo>
                  <a:lnTo>
                    <a:pt x="30" y="46"/>
                  </a:lnTo>
                  <a:lnTo>
                    <a:pt x="18" y="48"/>
                  </a:lnTo>
                  <a:lnTo>
                    <a:pt x="20" y="54"/>
                  </a:lnTo>
                  <a:lnTo>
                    <a:pt x="24" y="52"/>
                  </a:lnTo>
                  <a:lnTo>
                    <a:pt x="28" y="52"/>
                  </a:lnTo>
                  <a:lnTo>
                    <a:pt x="30" y="50"/>
                  </a:lnTo>
                  <a:lnTo>
                    <a:pt x="34" y="50"/>
                  </a:lnTo>
                  <a:lnTo>
                    <a:pt x="46" y="54"/>
                  </a:lnTo>
                  <a:lnTo>
                    <a:pt x="46" y="56"/>
                  </a:lnTo>
                  <a:lnTo>
                    <a:pt x="46" y="58"/>
                  </a:lnTo>
                  <a:lnTo>
                    <a:pt x="44" y="60"/>
                  </a:lnTo>
                  <a:lnTo>
                    <a:pt x="68" y="60"/>
                  </a:lnTo>
                  <a:lnTo>
                    <a:pt x="70" y="58"/>
                  </a:lnTo>
                  <a:lnTo>
                    <a:pt x="72" y="56"/>
                  </a:lnTo>
                  <a:lnTo>
                    <a:pt x="70" y="56"/>
                  </a:lnTo>
                  <a:lnTo>
                    <a:pt x="68" y="50"/>
                  </a:lnTo>
                  <a:lnTo>
                    <a:pt x="72" y="52"/>
                  </a:lnTo>
                  <a:lnTo>
                    <a:pt x="78" y="54"/>
                  </a:lnTo>
                  <a:lnTo>
                    <a:pt x="80" y="52"/>
                  </a:lnTo>
                  <a:lnTo>
                    <a:pt x="84" y="50"/>
                  </a:lnTo>
                  <a:lnTo>
                    <a:pt x="84" y="52"/>
                  </a:lnTo>
                  <a:lnTo>
                    <a:pt x="86" y="52"/>
                  </a:lnTo>
                  <a:lnTo>
                    <a:pt x="92" y="48"/>
                  </a:lnTo>
                  <a:lnTo>
                    <a:pt x="96" y="46"/>
                  </a:lnTo>
                  <a:lnTo>
                    <a:pt x="100" y="46"/>
                  </a:lnTo>
                  <a:lnTo>
                    <a:pt x="108" y="38"/>
                  </a:lnTo>
                  <a:lnTo>
                    <a:pt x="114" y="32"/>
                  </a:lnTo>
                  <a:lnTo>
                    <a:pt x="112" y="32"/>
                  </a:lnTo>
                  <a:lnTo>
                    <a:pt x="114" y="32"/>
                  </a:lnTo>
                  <a:lnTo>
                    <a:pt x="114" y="34"/>
                  </a:lnTo>
                  <a:lnTo>
                    <a:pt x="116" y="34"/>
                  </a:lnTo>
                  <a:lnTo>
                    <a:pt x="118" y="32"/>
                  </a:lnTo>
                  <a:lnTo>
                    <a:pt x="116" y="20"/>
                  </a:lnTo>
                  <a:lnTo>
                    <a:pt x="112" y="18"/>
                  </a:lnTo>
                  <a:lnTo>
                    <a:pt x="110" y="18"/>
                  </a:lnTo>
                  <a:lnTo>
                    <a:pt x="106" y="20"/>
                  </a:lnTo>
                  <a:lnTo>
                    <a:pt x="104" y="20"/>
                  </a:lnTo>
                  <a:lnTo>
                    <a:pt x="104" y="18"/>
                  </a:lnTo>
                  <a:lnTo>
                    <a:pt x="106" y="16"/>
                  </a:lnTo>
                  <a:lnTo>
                    <a:pt x="106" y="14"/>
                  </a:lnTo>
                  <a:lnTo>
                    <a:pt x="106" y="12"/>
                  </a:lnTo>
                  <a:lnTo>
                    <a:pt x="102" y="10"/>
                  </a:lnTo>
                  <a:lnTo>
                    <a:pt x="108" y="6"/>
                  </a:lnTo>
                  <a:lnTo>
                    <a:pt x="108" y="4"/>
                  </a:lnTo>
                  <a:lnTo>
                    <a:pt x="100" y="6"/>
                  </a:lnTo>
                  <a:lnTo>
                    <a:pt x="102" y="8"/>
                  </a:lnTo>
                  <a:lnTo>
                    <a:pt x="100" y="8"/>
                  </a:lnTo>
                  <a:lnTo>
                    <a:pt x="96" y="6"/>
                  </a:lnTo>
                  <a:lnTo>
                    <a:pt x="96" y="4"/>
                  </a:lnTo>
                  <a:lnTo>
                    <a:pt x="94" y="2"/>
                  </a:lnTo>
                  <a:lnTo>
                    <a:pt x="88" y="2"/>
                  </a:lnTo>
                  <a:close/>
                  <a:moveTo>
                    <a:pt x="14" y="0"/>
                  </a:moveTo>
                  <a:lnTo>
                    <a:pt x="14" y="4"/>
                  </a:lnTo>
                  <a:lnTo>
                    <a:pt x="24" y="4"/>
                  </a:lnTo>
                  <a:lnTo>
                    <a:pt x="22" y="0"/>
                  </a:lnTo>
                  <a:lnTo>
                    <a:pt x="1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8" name="Google Shape;458;p60"/>
            <p:cNvSpPr/>
            <p:nvPr/>
          </p:nvSpPr>
          <p:spPr>
            <a:xfrm>
              <a:off x="11022556" y="4886475"/>
              <a:ext cx="46140" cy="41220"/>
            </a:xfrm>
            <a:custGeom>
              <a:rect b="b" l="l" r="r" t="t"/>
              <a:pathLst>
                <a:path extrusionOk="0" h="30" w="28">
                  <a:moveTo>
                    <a:pt x="8" y="20"/>
                  </a:moveTo>
                  <a:lnTo>
                    <a:pt x="8" y="20"/>
                  </a:lnTo>
                  <a:lnTo>
                    <a:pt x="2" y="24"/>
                  </a:lnTo>
                  <a:lnTo>
                    <a:pt x="0" y="26"/>
                  </a:lnTo>
                  <a:lnTo>
                    <a:pt x="0" y="28"/>
                  </a:lnTo>
                  <a:lnTo>
                    <a:pt x="4" y="28"/>
                  </a:lnTo>
                  <a:lnTo>
                    <a:pt x="14" y="30"/>
                  </a:lnTo>
                  <a:lnTo>
                    <a:pt x="14" y="22"/>
                  </a:lnTo>
                  <a:lnTo>
                    <a:pt x="8" y="20"/>
                  </a:lnTo>
                  <a:close/>
                  <a:moveTo>
                    <a:pt x="22" y="2"/>
                  </a:moveTo>
                  <a:lnTo>
                    <a:pt x="22" y="2"/>
                  </a:lnTo>
                  <a:lnTo>
                    <a:pt x="14" y="8"/>
                  </a:lnTo>
                  <a:lnTo>
                    <a:pt x="12" y="12"/>
                  </a:lnTo>
                  <a:lnTo>
                    <a:pt x="16" y="12"/>
                  </a:lnTo>
                  <a:lnTo>
                    <a:pt x="26" y="4"/>
                  </a:lnTo>
                  <a:lnTo>
                    <a:pt x="28" y="2"/>
                  </a:lnTo>
                  <a:lnTo>
                    <a:pt x="26" y="0"/>
                  </a:lnTo>
                  <a:lnTo>
                    <a:pt x="2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59" name="Google Shape;459;p60"/>
            <p:cNvSpPr/>
            <p:nvPr/>
          </p:nvSpPr>
          <p:spPr>
            <a:xfrm>
              <a:off x="8136739" y="3259187"/>
              <a:ext cx="14681" cy="14337"/>
            </a:xfrm>
            <a:custGeom>
              <a:rect b="b" l="l" r="r" t="t"/>
              <a:pathLst>
                <a:path extrusionOk="0" h="10" w="8">
                  <a:moveTo>
                    <a:pt x="4" y="0"/>
                  </a:moveTo>
                  <a:lnTo>
                    <a:pt x="4" y="0"/>
                  </a:lnTo>
                  <a:lnTo>
                    <a:pt x="4" y="2"/>
                  </a:lnTo>
                  <a:lnTo>
                    <a:pt x="0" y="2"/>
                  </a:lnTo>
                  <a:lnTo>
                    <a:pt x="2" y="6"/>
                  </a:lnTo>
                  <a:lnTo>
                    <a:pt x="4" y="10"/>
                  </a:lnTo>
                  <a:lnTo>
                    <a:pt x="6" y="8"/>
                  </a:lnTo>
                  <a:lnTo>
                    <a:pt x="8" y="8"/>
                  </a:lnTo>
                  <a:lnTo>
                    <a:pt x="8" y="0"/>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0" name="Google Shape;460;p60"/>
            <p:cNvSpPr/>
            <p:nvPr/>
          </p:nvSpPr>
          <p:spPr>
            <a:xfrm>
              <a:off x="8134642" y="3277109"/>
              <a:ext cx="23070" cy="12545"/>
            </a:xfrm>
            <a:custGeom>
              <a:rect b="b" l="l" r="r" t="t"/>
              <a:pathLst>
                <a:path extrusionOk="0" h="10" w="14">
                  <a:moveTo>
                    <a:pt x="4" y="0"/>
                  </a:moveTo>
                  <a:lnTo>
                    <a:pt x="4" y="0"/>
                  </a:lnTo>
                  <a:lnTo>
                    <a:pt x="2" y="2"/>
                  </a:lnTo>
                  <a:lnTo>
                    <a:pt x="0" y="4"/>
                  </a:lnTo>
                  <a:lnTo>
                    <a:pt x="0" y="8"/>
                  </a:lnTo>
                  <a:lnTo>
                    <a:pt x="4" y="10"/>
                  </a:lnTo>
                  <a:lnTo>
                    <a:pt x="8" y="10"/>
                  </a:lnTo>
                  <a:lnTo>
                    <a:pt x="12" y="10"/>
                  </a:lnTo>
                  <a:lnTo>
                    <a:pt x="12" y="6"/>
                  </a:lnTo>
                  <a:lnTo>
                    <a:pt x="14" y="6"/>
                  </a:lnTo>
                  <a:lnTo>
                    <a:pt x="14" y="2"/>
                  </a:lnTo>
                  <a:lnTo>
                    <a:pt x="12" y="2"/>
                  </a:lnTo>
                  <a:lnTo>
                    <a:pt x="4"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1" name="Google Shape;461;p60"/>
            <p:cNvSpPr/>
            <p:nvPr/>
          </p:nvSpPr>
          <p:spPr>
            <a:xfrm>
              <a:off x="5991251" y="4522665"/>
              <a:ext cx="316685" cy="129036"/>
            </a:xfrm>
            <a:custGeom>
              <a:rect b="b" l="l" r="r" t="t"/>
              <a:pathLst>
                <a:path extrusionOk="0" h="92" w="192">
                  <a:moveTo>
                    <a:pt x="136" y="74"/>
                  </a:moveTo>
                  <a:lnTo>
                    <a:pt x="136" y="78"/>
                  </a:lnTo>
                  <a:lnTo>
                    <a:pt x="138" y="80"/>
                  </a:lnTo>
                  <a:lnTo>
                    <a:pt x="134" y="82"/>
                  </a:lnTo>
                  <a:lnTo>
                    <a:pt x="134" y="84"/>
                  </a:lnTo>
                  <a:lnTo>
                    <a:pt x="138" y="86"/>
                  </a:lnTo>
                  <a:lnTo>
                    <a:pt x="142" y="84"/>
                  </a:lnTo>
                  <a:lnTo>
                    <a:pt x="146" y="90"/>
                  </a:lnTo>
                  <a:lnTo>
                    <a:pt x="148" y="92"/>
                  </a:lnTo>
                  <a:lnTo>
                    <a:pt x="150" y="92"/>
                  </a:lnTo>
                  <a:lnTo>
                    <a:pt x="152" y="90"/>
                  </a:lnTo>
                  <a:lnTo>
                    <a:pt x="156" y="86"/>
                  </a:lnTo>
                  <a:lnTo>
                    <a:pt x="158" y="78"/>
                  </a:lnTo>
                  <a:lnTo>
                    <a:pt x="162" y="74"/>
                  </a:lnTo>
                  <a:lnTo>
                    <a:pt x="168" y="68"/>
                  </a:lnTo>
                  <a:lnTo>
                    <a:pt x="172" y="64"/>
                  </a:lnTo>
                  <a:lnTo>
                    <a:pt x="182" y="58"/>
                  </a:lnTo>
                  <a:lnTo>
                    <a:pt x="186" y="54"/>
                  </a:lnTo>
                  <a:lnTo>
                    <a:pt x="190" y="48"/>
                  </a:lnTo>
                  <a:lnTo>
                    <a:pt x="190" y="44"/>
                  </a:lnTo>
                  <a:lnTo>
                    <a:pt x="192" y="44"/>
                  </a:lnTo>
                  <a:lnTo>
                    <a:pt x="192" y="36"/>
                  </a:lnTo>
                  <a:lnTo>
                    <a:pt x="190" y="28"/>
                  </a:lnTo>
                  <a:lnTo>
                    <a:pt x="186" y="26"/>
                  </a:lnTo>
                  <a:lnTo>
                    <a:pt x="192" y="22"/>
                  </a:lnTo>
                  <a:lnTo>
                    <a:pt x="188" y="22"/>
                  </a:lnTo>
                  <a:lnTo>
                    <a:pt x="184" y="18"/>
                  </a:lnTo>
                  <a:lnTo>
                    <a:pt x="182" y="16"/>
                  </a:lnTo>
                  <a:lnTo>
                    <a:pt x="180" y="18"/>
                  </a:lnTo>
                  <a:lnTo>
                    <a:pt x="170" y="16"/>
                  </a:lnTo>
                  <a:lnTo>
                    <a:pt x="168" y="16"/>
                  </a:lnTo>
                  <a:lnTo>
                    <a:pt x="166" y="12"/>
                  </a:lnTo>
                  <a:lnTo>
                    <a:pt x="164" y="8"/>
                  </a:lnTo>
                  <a:lnTo>
                    <a:pt x="156" y="4"/>
                  </a:lnTo>
                  <a:lnTo>
                    <a:pt x="154" y="2"/>
                  </a:lnTo>
                  <a:lnTo>
                    <a:pt x="154" y="0"/>
                  </a:lnTo>
                  <a:lnTo>
                    <a:pt x="142" y="8"/>
                  </a:lnTo>
                  <a:lnTo>
                    <a:pt x="144" y="10"/>
                  </a:lnTo>
                  <a:lnTo>
                    <a:pt x="144" y="14"/>
                  </a:lnTo>
                  <a:lnTo>
                    <a:pt x="142" y="18"/>
                  </a:lnTo>
                  <a:lnTo>
                    <a:pt x="138" y="24"/>
                  </a:lnTo>
                  <a:lnTo>
                    <a:pt x="138" y="28"/>
                  </a:lnTo>
                  <a:lnTo>
                    <a:pt x="138" y="30"/>
                  </a:lnTo>
                  <a:lnTo>
                    <a:pt x="140" y="32"/>
                  </a:lnTo>
                  <a:lnTo>
                    <a:pt x="140" y="34"/>
                  </a:lnTo>
                  <a:lnTo>
                    <a:pt x="136" y="36"/>
                  </a:lnTo>
                  <a:lnTo>
                    <a:pt x="132" y="40"/>
                  </a:lnTo>
                  <a:lnTo>
                    <a:pt x="134" y="42"/>
                  </a:lnTo>
                  <a:lnTo>
                    <a:pt x="136" y="42"/>
                  </a:lnTo>
                  <a:lnTo>
                    <a:pt x="134" y="46"/>
                  </a:lnTo>
                  <a:lnTo>
                    <a:pt x="134" y="50"/>
                  </a:lnTo>
                  <a:lnTo>
                    <a:pt x="134" y="52"/>
                  </a:lnTo>
                  <a:lnTo>
                    <a:pt x="136" y="54"/>
                  </a:lnTo>
                  <a:lnTo>
                    <a:pt x="132" y="60"/>
                  </a:lnTo>
                  <a:lnTo>
                    <a:pt x="138" y="62"/>
                  </a:lnTo>
                  <a:lnTo>
                    <a:pt x="142" y="64"/>
                  </a:lnTo>
                  <a:lnTo>
                    <a:pt x="140" y="66"/>
                  </a:lnTo>
                  <a:lnTo>
                    <a:pt x="142" y="70"/>
                  </a:lnTo>
                  <a:lnTo>
                    <a:pt x="136" y="74"/>
                  </a:lnTo>
                  <a:close/>
                  <a:moveTo>
                    <a:pt x="144" y="60"/>
                  </a:moveTo>
                  <a:lnTo>
                    <a:pt x="144" y="64"/>
                  </a:lnTo>
                  <a:lnTo>
                    <a:pt x="142" y="64"/>
                  </a:lnTo>
                  <a:lnTo>
                    <a:pt x="142" y="62"/>
                  </a:lnTo>
                  <a:lnTo>
                    <a:pt x="144" y="60"/>
                  </a:lnTo>
                  <a:close/>
                  <a:moveTo>
                    <a:pt x="0" y="18"/>
                  </a:moveTo>
                  <a:lnTo>
                    <a:pt x="0" y="18"/>
                  </a:lnTo>
                  <a:lnTo>
                    <a:pt x="2" y="30"/>
                  </a:lnTo>
                  <a:lnTo>
                    <a:pt x="2" y="32"/>
                  </a:lnTo>
                  <a:lnTo>
                    <a:pt x="2" y="34"/>
                  </a:lnTo>
                  <a:lnTo>
                    <a:pt x="0" y="32"/>
                  </a:lnTo>
                  <a:lnTo>
                    <a:pt x="0" y="34"/>
                  </a:lnTo>
                  <a:lnTo>
                    <a:pt x="2" y="36"/>
                  </a:lnTo>
                  <a:lnTo>
                    <a:pt x="6" y="32"/>
                  </a:lnTo>
                  <a:lnTo>
                    <a:pt x="6" y="28"/>
                  </a:lnTo>
                  <a:lnTo>
                    <a:pt x="0" y="1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2" name="Google Shape;462;p60"/>
            <p:cNvSpPr/>
            <p:nvPr/>
          </p:nvSpPr>
          <p:spPr>
            <a:xfrm>
              <a:off x="7870388" y="3296822"/>
              <a:ext cx="85987" cy="91401"/>
            </a:xfrm>
            <a:custGeom>
              <a:rect b="b" l="l" r="r" t="t"/>
              <a:pathLst>
                <a:path extrusionOk="0" h="66" w="52">
                  <a:moveTo>
                    <a:pt x="10" y="54"/>
                  </a:moveTo>
                  <a:lnTo>
                    <a:pt x="20" y="54"/>
                  </a:lnTo>
                  <a:lnTo>
                    <a:pt x="22" y="50"/>
                  </a:lnTo>
                  <a:lnTo>
                    <a:pt x="24" y="48"/>
                  </a:lnTo>
                  <a:lnTo>
                    <a:pt x="24" y="52"/>
                  </a:lnTo>
                  <a:lnTo>
                    <a:pt x="26" y="54"/>
                  </a:lnTo>
                  <a:lnTo>
                    <a:pt x="30" y="54"/>
                  </a:lnTo>
                  <a:lnTo>
                    <a:pt x="34" y="64"/>
                  </a:lnTo>
                  <a:lnTo>
                    <a:pt x="30" y="46"/>
                  </a:lnTo>
                  <a:lnTo>
                    <a:pt x="28" y="46"/>
                  </a:lnTo>
                  <a:lnTo>
                    <a:pt x="24" y="46"/>
                  </a:lnTo>
                  <a:lnTo>
                    <a:pt x="28" y="32"/>
                  </a:lnTo>
                  <a:lnTo>
                    <a:pt x="30" y="34"/>
                  </a:lnTo>
                  <a:lnTo>
                    <a:pt x="32" y="34"/>
                  </a:lnTo>
                  <a:lnTo>
                    <a:pt x="34" y="34"/>
                  </a:lnTo>
                  <a:lnTo>
                    <a:pt x="34" y="28"/>
                  </a:lnTo>
                  <a:lnTo>
                    <a:pt x="28" y="28"/>
                  </a:lnTo>
                  <a:lnTo>
                    <a:pt x="28" y="22"/>
                  </a:lnTo>
                  <a:lnTo>
                    <a:pt x="28" y="16"/>
                  </a:lnTo>
                  <a:lnTo>
                    <a:pt x="24" y="16"/>
                  </a:lnTo>
                  <a:lnTo>
                    <a:pt x="22" y="14"/>
                  </a:lnTo>
                  <a:lnTo>
                    <a:pt x="26" y="14"/>
                  </a:lnTo>
                  <a:lnTo>
                    <a:pt x="28" y="14"/>
                  </a:lnTo>
                  <a:lnTo>
                    <a:pt x="30" y="12"/>
                  </a:lnTo>
                  <a:lnTo>
                    <a:pt x="32" y="6"/>
                  </a:lnTo>
                  <a:lnTo>
                    <a:pt x="30" y="0"/>
                  </a:lnTo>
                  <a:lnTo>
                    <a:pt x="22" y="6"/>
                  </a:lnTo>
                  <a:lnTo>
                    <a:pt x="20" y="10"/>
                  </a:lnTo>
                  <a:lnTo>
                    <a:pt x="18" y="12"/>
                  </a:lnTo>
                  <a:lnTo>
                    <a:pt x="14" y="14"/>
                  </a:lnTo>
                  <a:lnTo>
                    <a:pt x="10" y="12"/>
                  </a:lnTo>
                  <a:lnTo>
                    <a:pt x="6" y="16"/>
                  </a:lnTo>
                  <a:lnTo>
                    <a:pt x="2" y="20"/>
                  </a:lnTo>
                  <a:lnTo>
                    <a:pt x="4" y="22"/>
                  </a:lnTo>
                  <a:lnTo>
                    <a:pt x="4" y="24"/>
                  </a:lnTo>
                  <a:lnTo>
                    <a:pt x="6" y="24"/>
                  </a:lnTo>
                  <a:lnTo>
                    <a:pt x="8" y="18"/>
                  </a:lnTo>
                  <a:lnTo>
                    <a:pt x="10" y="18"/>
                  </a:lnTo>
                  <a:lnTo>
                    <a:pt x="10" y="22"/>
                  </a:lnTo>
                  <a:lnTo>
                    <a:pt x="10" y="24"/>
                  </a:lnTo>
                  <a:lnTo>
                    <a:pt x="12" y="20"/>
                  </a:lnTo>
                  <a:lnTo>
                    <a:pt x="12" y="18"/>
                  </a:lnTo>
                  <a:lnTo>
                    <a:pt x="10" y="16"/>
                  </a:lnTo>
                  <a:lnTo>
                    <a:pt x="18" y="16"/>
                  </a:lnTo>
                  <a:lnTo>
                    <a:pt x="18" y="20"/>
                  </a:lnTo>
                  <a:lnTo>
                    <a:pt x="18" y="24"/>
                  </a:lnTo>
                  <a:lnTo>
                    <a:pt x="16" y="24"/>
                  </a:lnTo>
                  <a:lnTo>
                    <a:pt x="16" y="22"/>
                  </a:lnTo>
                  <a:lnTo>
                    <a:pt x="14" y="22"/>
                  </a:lnTo>
                  <a:lnTo>
                    <a:pt x="10" y="28"/>
                  </a:lnTo>
                  <a:lnTo>
                    <a:pt x="0" y="28"/>
                  </a:lnTo>
                  <a:lnTo>
                    <a:pt x="2" y="30"/>
                  </a:lnTo>
                  <a:lnTo>
                    <a:pt x="2" y="32"/>
                  </a:lnTo>
                  <a:lnTo>
                    <a:pt x="0" y="36"/>
                  </a:lnTo>
                  <a:lnTo>
                    <a:pt x="4" y="36"/>
                  </a:lnTo>
                  <a:lnTo>
                    <a:pt x="6" y="38"/>
                  </a:lnTo>
                  <a:lnTo>
                    <a:pt x="6" y="40"/>
                  </a:lnTo>
                  <a:lnTo>
                    <a:pt x="4" y="50"/>
                  </a:lnTo>
                  <a:lnTo>
                    <a:pt x="10" y="52"/>
                  </a:lnTo>
                  <a:lnTo>
                    <a:pt x="10" y="54"/>
                  </a:lnTo>
                  <a:close/>
                  <a:moveTo>
                    <a:pt x="46" y="58"/>
                  </a:moveTo>
                  <a:lnTo>
                    <a:pt x="46" y="58"/>
                  </a:lnTo>
                  <a:lnTo>
                    <a:pt x="38" y="60"/>
                  </a:lnTo>
                  <a:lnTo>
                    <a:pt x="38" y="62"/>
                  </a:lnTo>
                  <a:lnTo>
                    <a:pt x="38" y="64"/>
                  </a:lnTo>
                  <a:lnTo>
                    <a:pt x="38" y="66"/>
                  </a:lnTo>
                  <a:lnTo>
                    <a:pt x="42" y="66"/>
                  </a:lnTo>
                  <a:lnTo>
                    <a:pt x="50" y="62"/>
                  </a:lnTo>
                  <a:lnTo>
                    <a:pt x="52" y="58"/>
                  </a:lnTo>
                  <a:lnTo>
                    <a:pt x="46" y="58"/>
                  </a:lnTo>
                  <a:close/>
                  <a:moveTo>
                    <a:pt x="46" y="34"/>
                  </a:moveTo>
                  <a:lnTo>
                    <a:pt x="42" y="40"/>
                  </a:lnTo>
                  <a:lnTo>
                    <a:pt x="44" y="40"/>
                  </a:lnTo>
                  <a:lnTo>
                    <a:pt x="44" y="42"/>
                  </a:lnTo>
                  <a:lnTo>
                    <a:pt x="38" y="40"/>
                  </a:lnTo>
                  <a:lnTo>
                    <a:pt x="36" y="42"/>
                  </a:lnTo>
                  <a:lnTo>
                    <a:pt x="34" y="44"/>
                  </a:lnTo>
                  <a:lnTo>
                    <a:pt x="38" y="50"/>
                  </a:lnTo>
                  <a:lnTo>
                    <a:pt x="38" y="54"/>
                  </a:lnTo>
                  <a:lnTo>
                    <a:pt x="40" y="52"/>
                  </a:lnTo>
                  <a:lnTo>
                    <a:pt x="42" y="52"/>
                  </a:lnTo>
                  <a:lnTo>
                    <a:pt x="44" y="54"/>
                  </a:lnTo>
                  <a:lnTo>
                    <a:pt x="42" y="54"/>
                  </a:lnTo>
                  <a:lnTo>
                    <a:pt x="44" y="54"/>
                  </a:lnTo>
                  <a:lnTo>
                    <a:pt x="48" y="54"/>
                  </a:lnTo>
                  <a:lnTo>
                    <a:pt x="46" y="54"/>
                  </a:lnTo>
                  <a:lnTo>
                    <a:pt x="52" y="52"/>
                  </a:lnTo>
                  <a:lnTo>
                    <a:pt x="52" y="34"/>
                  </a:lnTo>
                  <a:lnTo>
                    <a:pt x="46" y="3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3" name="Google Shape;463;p60"/>
            <p:cNvSpPr/>
            <p:nvPr/>
          </p:nvSpPr>
          <p:spPr>
            <a:xfrm>
              <a:off x="8321297" y="3825512"/>
              <a:ext cx="44042" cy="23298"/>
            </a:xfrm>
            <a:custGeom>
              <a:rect b="b" l="l" r="r" t="t"/>
              <a:pathLst>
                <a:path extrusionOk="0" h="16" w="26">
                  <a:moveTo>
                    <a:pt x="18" y="12"/>
                  </a:moveTo>
                  <a:lnTo>
                    <a:pt x="18" y="12"/>
                  </a:lnTo>
                  <a:lnTo>
                    <a:pt x="14" y="16"/>
                  </a:lnTo>
                  <a:lnTo>
                    <a:pt x="4" y="16"/>
                  </a:lnTo>
                  <a:lnTo>
                    <a:pt x="4" y="14"/>
                  </a:lnTo>
                  <a:lnTo>
                    <a:pt x="2" y="14"/>
                  </a:lnTo>
                  <a:lnTo>
                    <a:pt x="0" y="12"/>
                  </a:lnTo>
                  <a:lnTo>
                    <a:pt x="2" y="10"/>
                  </a:lnTo>
                  <a:lnTo>
                    <a:pt x="4" y="12"/>
                  </a:lnTo>
                  <a:lnTo>
                    <a:pt x="8" y="12"/>
                  </a:lnTo>
                  <a:lnTo>
                    <a:pt x="10" y="10"/>
                  </a:lnTo>
                  <a:lnTo>
                    <a:pt x="14" y="10"/>
                  </a:lnTo>
                  <a:lnTo>
                    <a:pt x="18" y="12"/>
                  </a:lnTo>
                  <a:close/>
                  <a:moveTo>
                    <a:pt x="18" y="12"/>
                  </a:moveTo>
                  <a:lnTo>
                    <a:pt x="18" y="12"/>
                  </a:lnTo>
                  <a:lnTo>
                    <a:pt x="26" y="0"/>
                  </a:lnTo>
                  <a:lnTo>
                    <a:pt x="20" y="4"/>
                  </a:lnTo>
                  <a:lnTo>
                    <a:pt x="10" y="6"/>
                  </a:lnTo>
                  <a:lnTo>
                    <a:pt x="2" y="8"/>
                  </a:lnTo>
                  <a:lnTo>
                    <a:pt x="2" y="10"/>
                  </a:lnTo>
                  <a:lnTo>
                    <a:pt x="4" y="12"/>
                  </a:lnTo>
                  <a:lnTo>
                    <a:pt x="8" y="12"/>
                  </a:lnTo>
                  <a:lnTo>
                    <a:pt x="10" y="10"/>
                  </a:lnTo>
                  <a:lnTo>
                    <a:pt x="14" y="10"/>
                  </a:lnTo>
                  <a:lnTo>
                    <a:pt x="18" y="1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4" name="Google Shape;464;p60"/>
            <p:cNvSpPr/>
            <p:nvPr/>
          </p:nvSpPr>
          <p:spPr>
            <a:xfrm>
              <a:off x="7973153" y="3572816"/>
              <a:ext cx="115349" cy="105738"/>
            </a:xfrm>
            <a:custGeom>
              <a:rect b="b" l="l" r="r" t="t"/>
              <a:pathLst>
                <a:path extrusionOk="0" h="76" w="70">
                  <a:moveTo>
                    <a:pt x="56" y="76"/>
                  </a:moveTo>
                  <a:lnTo>
                    <a:pt x="58" y="76"/>
                  </a:lnTo>
                  <a:lnTo>
                    <a:pt x="58" y="74"/>
                  </a:lnTo>
                  <a:lnTo>
                    <a:pt x="56" y="70"/>
                  </a:lnTo>
                  <a:lnTo>
                    <a:pt x="52" y="66"/>
                  </a:lnTo>
                  <a:lnTo>
                    <a:pt x="50" y="66"/>
                  </a:lnTo>
                  <a:lnTo>
                    <a:pt x="48" y="66"/>
                  </a:lnTo>
                  <a:lnTo>
                    <a:pt x="48" y="64"/>
                  </a:lnTo>
                  <a:lnTo>
                    <a:pt x="46" y="62"/>
                  </a:lnTo>
                  <a:lnTo>
                    <a:pt x="44" y="58"/>
                  </a:lnTo>
                  <a:lnTo>
                    <a:pt x="38" y="54"/>
                  </a:lnTo>
                  <a:lnTo>
                    <a:pt x="32" y="46"/>
                  </a:lnTo>
                  <a:lnTo>
                    <a:pt x="32" y="44"/>
                  </a:lnTo>
                  <a:lnTo>
                    <a:pt x="30" y="36"/>
                  </a:lnTo>
                  <a:lnTo>
                    <a:pt x="26" y="34"/>
                  </a:lnTo>
                  <a:lnTo>
                    <a:pt x="26" y="30"/>
                  </a:lnTo>
                  <a:lnTo>
                    <a:pt x="28" y="28"/>
                  </a:lnTo>
                  <a:lnTo>
                    <a:pt x="30" y="28"/>
                  </a:lnTo>
                  <a:lnTo>
                    <a:pt x="32" y="30"/>
                  </a:lnTo>
                  <a:lnTo>
                    <a:pt x="34" y="32"/>
                  </a:lnTo>
                  <a:lnTo>
                    <a:pt x="34" y="30"/>
                  </a:lnTo>
                  <a:lnTo>
                    <a:pt x="36" y="30"/>
                  </a:lnTo>
                  <a:lnTo>
                    <a:pt x="38" y="30"/>
                  </a:lnTo>
                  <a:lnTo>
                    <a:pt x="40" y="32"/>
                  </a:lnTo>
                  <a:lnTo>
                    <a:pt x="42" y="34"/>
                  </a:lnTo>
                  <a:lnTo>
                    <a:pt x="44" y="32"/>
                  </a:lnTo>
                  <a:lnTo>
                    <a:pt x="48" y="30"/>
                  </a:lnTo>
                  <a:lnTo>
                    <a:pt x="50" y="30"/>
                  </a:lnTo>
                  <a:lnTo>
                    <a:pt x="56" y="34"/>
                  </a:lnTo>
                  <a:lnTo>
                    <a:pt x="58" y="36"/>
                  </a:lnTo>
                  <a:lnTo>
                    <a:pt x="60" y="36"/>
                  </a:lnTo>
                  <a:lnTo>
                    <a:pt x="62" y="36"/>
                  </a:lnTo>
                  <a:lnTo>
                    <a:pt x="68" y="36"/>
                  </a:lnTo>
                  <a:lnTo>
                    <a:pt x="70" y="34"/>
                  </a:lnTo>
                  <a:lnTo>
                    <a:pt x="70" y="32"/>
                  </a:lnTo>
                  <a:lnTo>
                    <a:pt x="68" y="30"/>
                  </a:lnTo>
                  <a:lnTo>
                    <a:pt x="68" y="28"/>
                  </a:lnTo>
                  <a:lnTo>
                    <a:pt x="68" y="26"/>
                  </a:lnTo>
                  <a:lnTo>
                    <a:pt x="68" y="24"/>
                  </a:lnTo>
                  <a:lnTo>
                    <a:pt x="64" y="26"/>
                  </a:lnTo>
                  <a:lnTo>
                    <a:pt x="60" y="24"/>
                  </a:lnTo>
                  <a:lnTo>
                    <a:pt x="50" y="18"/>
                  </a:lnTo>
                  <a:lnTo>
                    <a:pt x="44" y="12"/>
                  </a:lnTo>
                  <a:lnTo>
                    <a:pt x="42" y="8"/>
                  </a:lnTo>
                  <a:lnTo>
                    <a:pt x="40" y="4"/>
                  </a:lnTo>
                  <a:lnTo>
                    <a:pt x="38" y="2"/>
                  </a:lnTo>
                  <a:lnTo>
                    <a:pt x="34" y="0"/>
                  </a:lnTo>
                  <a:lnTo>
                    <a:pt x="32" y="0"/>
                  </a:lnTo>
                  <a:lnTo>
                    <a:pt x="32" y="4"/>
                  </a:lnTo>
                  <a:lnTo>
                    <a:pt x="30" y="6"/>
                  </a:lnTo>
                  <a:lnTo>
                    <a:pt x="26" y="6"/>
                  </a:lnTo>
                  <a:lnTo>
                    <a:pt x="24" y="6"/>
                  </a:lnTo>
                  <a:lnTo>
                    <a:pt x="24" y="8"/>
                  </a:lnTo>
                  <a:lnTo>
                    <a:pt x="22" y="14"/>
                  </a:lnTo>
                  <a:lnTo>
                    <a:pt x="20" y="18"/>
                  </a:lnTo>
                  <a:lnTo>
                    <a:pt x="18" y="18"/>
                  </a:lnTo>
                  <a:lnTo>
                    <a:pt x="16" y="18"/>
                  </a:lnTo>
                  <a:lnTo>
                    <a:pt x="14" y="16"/>
                  </a:lnTo>
                  <a:lnTo>
                    <a:pt x="14" y="14"/>
                  </a:lnTo>
                  <a:lnTo>
                    <a:pt x="14" y="16"/>
                  </a:lnTo>
                  <a:lnTo>
                    <a:pt x="14" y="20"/>
                  </a:lnTo>
                  <a:lnTo>
                    <a:pt x="14" y="24"/>
                  </a:lnTo>
                  <a:lnTo>
                    <a:pt x="10" y="24"/>
                  </a:lnTo>
                  <a:lnTo>
                    <a:pt x="6" y="26"/>
                  </a:lnTo>
                  <a:lnTo>
                    <a:pt x="0" y="28"/>
                  </a:lnTo>
                  <a:lnTo>
                    <a:pt x="0" y="30"/>
                  </a:lnTo>
                  <a:lnTo>
                    <a:pt x="0" y="32"/>
                  </a:lnTo>
                  <a:lnTo>
                    <a:pt x="0" y="36"/>
                  </a:lnTo>
                  <a:lnTo>
                    <a:pt x="2" y="38"/>
                  </a:lnTo>
                  <a:lnTo>
                    <a:pt x="4" y="38"/>
                  </a:lnTo>
                  <a:lnTo>
                    <a:pt x="6" y="36"/>
                  </a:lnTo>
                  <a:lnTo>
                    <a:pt x="4" y="34"/>
                  </a:lnTo>
                  <a:lnTo>
                    <a:pt x="6" y="34"/>
                  </a:lnTo>
                  <a:lnTo>
                    <a:pt x="10" y="34"/>
                  </a:lnTo>
                  <a:lnTo>
                    <a:pt x="12" y="26"/>
                  </a:lnTo>
                  <a:lnTo>
                    <a:pt x="14" y="28"/>
                  </a:lnTo>
                  <a:lnTo>
                    <a:pt x="16" y="30"/>
                  </a:lnTo>
                  <a:lnTo>
                    <a:pt x="14" y="34"/>
                  </a:lnTo>
                  <a:lnTo>
                    <a:pt x="14" y="40"/>
                  </a:lnTo>
                  <a:lnTo>
                    <a:pt x="20" y="46"/>
                  </a:lnTo>
                  <a:lnTo>
                    <a:pt x="20" y="48"/>
                  </a:lnTo>
                  <a:lnTo>
                    <a:pt x="18" y="50"/>
                  </a:lnTo>
                  <a:lnTo>
                    <a:pt x="30" y="58"/>
                  </a:lnTo>
                  <a:lnTo>
                    <a:pt x="32" y="58"/>
                  </a:lnTo>
                  <a:lnTo>
                    <a:pt x="36" y="58"/>
                  </a:lnTo>
                  <a:lnTo>
                    <a:pt x="40" y="62"/>
                  </a:lnTo>
                  <a:lnTo>
                    <a:pt x="44" y="66"/>
                  </a:lnTo>
                  <a:lnTo>
                    <a:pt x="48" y="68"/>
                  </a:lnTo>
                  <a:lnTo>
                    <a:pt x="54" y="70"/>
                  </a:lnTo>
                  <a:lnTo>
                    <a:pt x="56" y="7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5" name="Google Shape;465;p60"/>
            <p:cNvSpPr/>
            <p:nvPr/>
          </p:nvSpPr>
          <p:spPr>
            <a:xfrm>
              <a:off x="9845999" y="4105090"/>
              <a:ext cx="8389" cy="5377"/>
            </a:xfrm>
            <a:custGeom>
              <a:rect b="b" l="l" r="r" t="t"/>
              <a:pathLst>
                <a:path extrusionOk="0" h="4" w="6">
                  <a:moveTo>
                    <a:pt x="6" y="0"/>
                  </a:moveTo>
                  <a:lnTo>
                    <a:pt x="6" y="0"/>
                  </a:lnTo>
                  <a:lnTo>
                    <a:pt x="4" y="0"/>
                  </a:lnTo>
                  <a:lnTo>
                    <a:pt x="2" y="0"/>
                  </a:lnTo>
                  <a:lnTo>
                    <a:pt x="4" y="2"/>
                  </a:lnTo>
                  <a:lnTo>
                    <a:pt x="6" y="2"/>
                  </a:lnTo>
                  <a:lnTo>
                    <a:pt x="6" y="0"/>
                  </a:lnTo>
                  <a:close/>
                  <a:moveTo>
                    <a:pt x="6" y="4"/>
                  </a:moveTo>
                  <a:lnTo>
                    <a:pt x="6" y="4"/>
                  </a:lnTo>
                  <a:lnTo>
                    <a:pt x="4" y="4"/>
                  </a:lnTo>
                  <a:lnTo>
                    <a:pt x="6" y="4"/>
                  </a:lnTo>
                  <a:close/>
                  <a:moveTo>
                    <a:pt x="2" y="2"/>
                  </a:moveTo>
                  <a:lnTo>
                    <a:pt x="2" y="2"/>
                  </a:lnTo>
                  <a:lnTo>
                    <a:pt x="2" y="4"/>
                  </a:lnTo>
                  <a:lnTo>
                    <a:pt x="0" y="4"/>
                  </a:lnTo>
                  <a:lnTo>
                    <a:pt x="2" y="4"/>
                  </a:lnTo>
                  <a:lnTo>
                    <a:pt x="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6" name="Google Shape;466;p60"/>
            <p:cNvSpPr/>
            <p:nvPr/>
          </p:nvSpPr>
          <p:spPr>
            <a:xfrm>
              <a:off x="7761331" y="3461702"/>
              <a:ext cx="75501" cy="43012"/>
            </a:xfrm>
            <a:custGeom>
              <a:rect b="b" l="l" r="r" t="t"/>
              <a:pathLst>
                <a:path extrusionOk="0" h="30" w="46">
                  <a:moveTo>
                    <a:pt x="0" y="4"/>
                  </a:moveTo>
                  <a:lnTo>
                    <a:pt x="4" y="6"/>
                  </a:lnTo>
                  <a:lnTo>
                    <a:pt x="6" y="8"/>
                  </a:lnTo>
                  <a:lnTo>
                    <a:pt x="8" y="12"/>
                  </a:lnTo>
                  <a:lnTo>
                    <a:pt x="12" y="16"/>
                  </a:lnTo>
                  <a:lnTo>
                    <a:pt x="14" y="18"/>
                  </a:lnTo>
                  <a:lnTo>
                    <a:pt x="16" y="18"/>
                  </a:lnTo>
                  <a:lnTo>
                    <a:pt x="18" y="16"/>
                  </a:lnTo>
                  <a:lnTo>
                    <a:pt x="18" y="18"/>
                  </a:lnTo>
                  <a:lnTo>
                    <a:pt x="20" y="22"/>
                  </a:lnTo>
                  <a:lnTo>
                    <a:pt x="24" y="24"/>
                  </a:lnTo>
                  <a:lnTo>
                    <a:pt x="26" y="24"/>
                  </a:lnTo>
                  <a:lnTo>
                    <a:pt x="28" y="24"/>
                  </a:lnTo>
                  <a:lnTo>
                    <a:pt x="30" y="24"/>
                  </a:lnTo>
                  <a:lnTo>
                    <a:pt x="30" y="28"/>
                  </a:lnTo>
                  <a:lnTo>
                    <a:pt x="34" y="30"/>
                  </a:lnTo>
                  <a:lnTo>
                    <a:pt x="36" y="30"/>
                  </a:lnTo>
                  <a:lnTo>
                    <a:pt x="42" y="28"/>
                  </a:lnTo>
                  <a:lnTo>
                    <a:pt x="42" y="26"/>
                  </a:lnTo>
                  <a:lnTo>
                    <a:pt x="42" y="24"/>
                  </a:lnTo>
                  <a:lnTo>
                    <a:pt x="42" y="22"/>
                  </a:lnTo>
                  <a:lnTo>
                    <a:pt x="44" y="22"/>
                  </a:lnTo>
                  <a:lnTo>
                    <a:pt x="46" y="18"/>
                  </a:lnTo>
                  <a:lnTo>
                    <a:pt x="46" y="16"/>
                  </a:lnTo>
                  <a:lnTo>
                    <a:pt x="44" y="14"/>
                  </a:lnTo>
                  <a:lnTo>
                    <a:pt x="42" y="12"/>
                  </a:lnTo>
                  <a:lnTo>
                    <a:pt x="44" y="12"/>
                  </a:lnTo>
                  <a:lnTo>
                    <a:pt x="44" y="10"/>
                  </a:lnTo>
                  <a:lnTo>
                    <a:pt x="42" y="8"/>
                  </a:lnTo>
                  <a:lnTo>
                    <a:pt x="40" y="8"/>
                  </a:lnTo>
                  <a:lnTo>
                    <a:pt x="38" y="8"/>
                  </a:lnTo>
                  <a:lnTo>
                    <a:pt x="36" y="6"/>
                  </a:lnTo>
                  <a:lnTo>
                    <a:pt x="34" y="4"/>
                  </a:lnTo>
                  <a:lnTo>
                    <a:pt x="30" y="4"/>
                  </a:lnTo>
                  <a:lnTo>
                    <a:pt x="26" y="4"/>
                  </a:lnTo>
                  <a:lnTo>
                    <a:pt x="22" y="6"/>
                  </a:lnTo>
                  <a:lnTo>
                    <a:pt x="18" y="4"/>
                  </a:lnTo>
                  <a:lnTo>
                    <a:pt x="16" y="2"/>
                  </a:lnTo>
                  <a:lnTo>
                    <a:pt x="16" y="0"/>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7" name="Google Shape;467;p60"/>
            <p:cNvSpPr/>
            <p:nvPr/>
          </p:nvSpPr>
          <p:spPr>
            <a:xfrm>
              <a:off x="7910236" y="3515467"/>
              <a:ext cx="132127" cy="59142"/>
            </a:xfrm>
            <a:custGeom>
              <a:rect b="b" l="l" r="r" t="t"/>
              <a:pathLst>
                <a:path extrusionOk="0" h="42" w="80">
                  <a:moveTo>
                    <a:pt x="4" y="38"/>
                  </a:moveTo>
                  <a:lnTo>
                    <a:pt x="4" y="38"/>
                  </a:lnTo>
                  <a:lnTo>
                    <a:pt x="2" y="36"/>
                  </a:lnTo>
                  <a:lnTo>
                    <a:pt x="0" y="34"/>
                  </a:lnTo>
                  <a:lnTo>
                    <a:pt x="0" y="32"/>
                  </a:lnTo>
                  <a:lnTo>
                    <a:pt x="2" y="30"/>
                  </a:lnTo>
                  <a:lnTo>
                    <a:pt x="4" y="28"/>
                  </a:lnTo>
                  <a:lnTo>
                    <a:pt x="6" y="26"/>
                  </a:lnTo>
                  <a:lnTo>
                    <a:pt x="12" y="24"/>
                  </a:lnTo>
                  <a:lnTo>
                    <a:pt x="14" y="24"/>
                  </a:lnTo>
                  <a:lnTo>
                    <a:pt x="16" y="22"/>
                  </a:lnTo>
                  <a:lnTo>
                    <a:pt x="20" y="22"/>
                  </a:lnTo>
                  <a:lnTo>
                    <a:pt x="24" y="22"/>
                  </a:lnTo>
                  <a:lnTo>
                    <a:pt x="26" y="22"/>
                  </a:lnTo>
                  <a:lnTo>
                    <a:pt x="30" y="24"/>
                  </a:lnTo>
                  <a:lnTo>
                    <a:pt x="32" y="24"/>
                  </a:lnTo>
                  <a:lnTo>
                    <a:pt x="32" y="22"/>
                  </a:lnTo>
                  <a:lnTo>
                    <a:pt x="30" y="18"/>
                  </a:lnTo>
                  <a:lnTo>
                    <a:pt x="28" y="16"/>
                  </a:lnTo>
                  <a:lnTo>
                    <a:pt x="30" y="16"/>
                  </a:lnTo>
                  <a:lnTo>
                    <a:pt x="32" y="14"/>
                  </a:lnTo>
                  <a:lnTo>
                    <a:pt x="36" y="12"/>
                  </a:lnTo>
                  <a:lnTo>
                    <a:pt x="36" y="10"/>
                  </a:lnTo>
                  <a:lnTo>
                    <a:pt x="38" y="6"/>
                  </a:lnTo>
                  <a:lnTo>
                    <a:pt x="38" y="4"/>
                  </a:lnTo>
                  <a:lnTo>
                    <a:pt x="42" y="4"/>
                  </a:lnTo>
                  <a:lnTo>
                    <a:pt x="46" y="6"/>
                  </a:lnTo>
                  <a:lnTo>
                    <a:pt x="48" y="8"/>
                  </a:lnTo>
                  <a:lnTo>
                    <a:pt x="50" y="6"/>
                  </a:lnTo>
                  <a:lnTo>
                    <a:pt x="52" y="2"/>
                  </a:lnTo>
                  <a:lnTo>
                    <a:pt x="54" y="0"/>
                  </a:lnTo>
                  <a:lnTo>
                    <a:pt x="56" y="0"/>
                  </a:lnTo>
                  <a:lnTo>
                    <a:pt x="58" y="0"/>
                  </a:lnTo>
                  <a:lnTo>
                    <a:pt x="62" y="2"/>
                  </a:lnTo>
                  <a:lnTo>
                    <a:pt x="66" y="4"/>
                  </a:lnTo>
                  <a:lnTo>
                    <a:pt x="70" y="4"/>
                  </a:lnTo>
                  <a:lnTo>
                    <a:pt x="78" y="4"/>
                  </a:lnTo>
                  <a:lnTo>
                    <a:pt x="76" y="6"/>
                  </a:lnTo>
                  <a:lnTo>
                    <a:pt x="76" y="10"/>
                  </a:lnTo>
                  <a:lnTo>
                    <a:pt x="78" y="10"/>
                  </a:lnTo>
                  <a:lnTo>
                    <a:pt x="80" y="16"/>
                  </a:lnTo>
                  <a:lnTo>
                    <a:pt x="78" y="16"/>
                  </a:lnTo>
                  <a:lnTo>
                    <a:pt x="78" y="18"/>
                  </a:lnTo>
                  <a:lnTo>
                    <a:pt x="78" y="20"/>
                  </a:lnTo>
                  <a:lnTo>
                    <a:pt x="78" y="24"/>
                  </a:lnTo>
                  <a:lnTo>
                    <a:pt x="76" y="28"/>
                  </a:lnTo>
                  <a:lnTo>
                    <a:pt x="74" y="28"/>
                  </a:lnTo>
                  <a:lnTo>
                    <a:pt x="72" y="28"/>
                  </a:lnTo>
                  <a:lnTo>
                    <a:pt x="70" y="32"/>
                  </a:lnTo>
                  <a:lnTo>
                    <a:pt x="66" y="34"/>
                  </a:lnTo>
                  <a:lnTo>
                    <a:pt x="62" y="34"/>
                  </a:lnTo>
                  <a:lnTo>
                    <a:pt x="58" y="34"/>
                  </a:lnTo>
                  <a:lnTo>
                    <a:pt x="56" y="34"/>
                  </a:lnTo>
                  <a:lnTo>
                    <a:pt x="54" y="36"/>
                  </a:lnTo>
                  <a:lnTo>
                    <a:pt x="50" y="38"/>
                  </a:lnTo>
                  <a:lnTo>
                    <a:pt x="46" y="38"/>
                  </a:lnTo>
                  <a:lnTo>
                    <a:pt x="42" y="38"/>
                  </a:lnTo>
                  <a:lnTo>
                    <a:pt x="40" y="40"/>
                  </a:lnTo>
                  <a:lnTo>
                    <a:pt x="38" y="42"/>
                  </a:lnTo>
                  <a:lnTo>
                    <a:pt x="36" y="42"/>
                  </a:lnTo>
                  <a:lnTo>
                    <a:pt x="28" y="42"/>
                  </a:lnTo>
                  <a:lnTo>
                    <a:pt x="26" y="42"/>
                  </a:lnTo>
                  <a:lnTo>
                    <a:pt x="24" y="42"/>
                  </a:lnTo>
                  <a:lnTo>
                    <a:pt x="22" y="40"/>
                  </a:lnTo>
                  <a:lnTo>
                    <a:pt x="18" y="40"/>
                  </a:lnTo>
                  <a:lnTo>
                    <a:pt x="16" y="40"/>
                  </a:lnTo>
                  <a:lnTo>
                    <a:pt x="14" y="38"/>
                  </a:lnTo>
                  <a:lnTo>
                    <a:pt x="12" y="36"/>
                  </a:lnTo>
                  <a:lnTo>
                    <a:pt x="12" y="38"/>
                  </a:lnTo>
                  <a:lnTo>
                    <a:pt x="10" y="40"/>
                  </a:lnTo>
                  <a:lnTo>
                    <a:pt x="8" y="38"/>
                  </a:lnTo>
                  <a:lnTo>
                    <a:pt x="6" y="38"/>
                  </a:lnTo>
                  <a:lnTo>
                    <a:pt x="4" y="38"/>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8" name="Google Shape;468;p60"/>
            <p:cNvSpPr/>
            <p:nvPr/>
          </p:nvSpPr>
          <p:spPr>
            <a:xfrm>
              <a:off x="7679538" y="3508298"/>
              <a:ext cx="2097" cy="0"/>
            </a:xfrm>
            <a:custGeom>
              <a:rect b="b" l="l" r="r" t="t"/>
              <a:pathLst>
                <a:path extrusionOk="0" h="120000" w="2">
                  <a:moveTo>
                    <a:pt x="2" y="0"/>
                  </a:moveTo>
                  <a:lnTo>
                    <a:pt x="2" y="0"/>
                  </a:lnTo>
                  <a:lnTo>
                    <a:pt x="0"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69" name="Google Shape;469;p60"/>
            <p:cNvSpPr/>
            <p:nvPr/>
          </p:nvSpPr>
          <p:spPr>
            <a:xfrm>
              <a:off x="7679538" y="3508298"/>
              <a:ext cx="2097" cy="0"/>
            </a:xfrm>
            <a:custGeom>
              <a:rect b="b" l="l" r="r" t="t"/>
              <a:pathLst>
                <a:path extrusionOk="0" h="120000" w="2">
                  <a:moveTo>
                    <a:pt x="2" y="0"/>
                  </a:moveTo>
                  <a:lnTo>
                    <a:pt x="2" y="0"/>
                  </a:lnTo>
                  <a:lnTo>
                    <a:pt x="0" y="0"/>
                  </a:lnTo>
                  <a:lnTo>
                    <a:pt x="2"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0" name="Google Shape;470;p60"/>
            <p:cNvSpPr/>
            <p:nvPr/>
          </p:nvSpPr>
          <p:spPr>
            <a:xfrm>
              <a:off x="6540731" y="4187530"/>
              <a:ext cx="4195" cy="1792"/>
            </a:xfrm>
            <a:custGeom>
              <a:rect b="b" l="l" r="r" t="t"/>
              <a:pathLst>
                <a:path extrusionOk="0" h="2" w="2">
                  <a:moveTo>
                    <a:pt x="0" y="2"/>
                  </a:moveTo>
                  <a:lnTo>
                    <a:pt x="0" y="0"/>
                  </a:lnTo>
                  <a:lnTo>
                    <a:pt x="2" y="2"/>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1" name="Google Shape;471;p60"/>
            <p:cNvSpPr/>
            <p:nvPr/>
          </p:nvSpPr>
          <p:spPr>
            <a:xfrm>
              <a:off x="6540731" y="4187530"/>
              <a:ext cx="4195" cy="1792"/>
            </a:xfrm>
            <a:custGeom>
              <a:rect b="b" l="l" r="r" t="t"/>
              <a:pathLst>
                <a:path extrusionOk="0" h="2" w="2">
                  <a:moveTo>
                    <a:pt x="0" y="2"/>
                  </a:moveTo>
                  <a:lnTo>
                    <a:pt x="0" y="0"/>
                  </a:lnTo>
                  <a:lnTo>
                    <a:pt x="2" y="2"/>
                  </a:lnTo>
                  <a:lnTo>
                    <a:pt x="0"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2" name="Google Shape;472;p60"/>
            <p:cNvSpPr/>
            <p:nvPr/>
          </p:nvSpPr>
          <p:spPr>
            <a:xfrm>
              <a:off x="6544926" y="4189322"/>
              <a:ext cx="2100" cy="3600"/>
            </a:xfrm>
            <a:prstGeom prst="rect">
              <a:avLst/>
            </a:pr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3" name="Google Shape;473;p60"/>
            <p:cNvSpPr/>
            <p:nvPr/>
          </p:nvSpPr>
          <p:spPr>
            <a:xfrm>
              <a:off x="6544926" y="4189322"/>
              <a:ext cx="0" cy="3584"/>
            </a:xfrm>
            <a:custGeom>
              <a:rect b="b" l="l" r="r" t="t"/>
              <a:pathLst>
                <a:path extrusionOk="0" h="2" w="120000">
                  <a:moveTo>
                    <a:pt x="0" y="0"/>
                  </a:moveTo>
                  <a:lnTo>
                    <a:pt x="0" y="2"/>
                  </a:lnTo>
                  <a:lnTo>
                    <a:pt x="0"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4" name="Google Shape;474;p60"/>
            <p:cNvSpPr/>
            <p:nvPr/>
          </p:nvSpPr>
          <p:spPr>
            <a:xfrm>
              <a:off x="6607843" y="4280723"/>
              <a:ext cx="2097" cy="7169"/>
            </a:xfrm>
            <a:custGeom>
              <a:rect b="b" l="l" r="r" t="t"/>
              <a:pathLst>
                <a:path extrusionOk="0" h="6" w="2">
                  <a:moveTo>
                    <a:pt x="0" y="6"/>
                  </a:moveTo>
                  <a:lnTo>
                    <a:pt x="0" y="2"/>
                  </a:lnTo>
                  <a:lnTo>
                    <a:pt x="0" y="0"/>
                  </a:lnTo>
                  <a:lnTo>
                    <a:pt x="0" y="2"/>
                  </a:lnTo>
                  <a:lnTo>
                    <a:pt x="2" y="2"/>
                  </a:lnTo>
                  <a:lnTo>
                    <a:pt x="2" y="4"/>
                  </a:lnTo>
                  <a:lnTo>
                    <a:pt x="2" y="6"/>
                  </a:lnTo>
                  <a:lnTo>
                    <a:pt x="0" y="6"/>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5" name="Google Shape;475;p60"/>
            <p:cNvSpPr/>
            <p:nvPr/>
          </p:nvSpPr>
          <p:spPr>
            <a:xfrm>
              <a:off x="6607843" y="4280723"/>
              <a:ext cx="2097" cy="7169"/>
            </a:xfrm>
            <a:custGeom>
              <a:rect b="b" l="l" r="r" t="t"/>
              <a:pathLst>
                <a:path extrusionOk="0" h="6" w="2">
                  <a:moveTo>
                    <a:pt x="0" y="6"/>
                  </a:moveTo>
                  <a:lnTo>
                    <a:pt x="0" y="2"/>
                  </a:lnTo>
                  <a:lnTo>
                    <a:pt x="0" y="0"/>
                  </a:lnTo>
                  <a:lnTo>
                    <a:pt x="0" y="2"/>
                  </a:lnTo>
                  <a:lnTo>
                    <a:pt x="2" y="2"/>
                  </a:lnTo>
                  <a:lnTo>
                    <a:pt x="2" y="4"/>
                  </a:lnTo>
                  <a:lnTo>
                    <a:pt x="2" y="6"/>
                  </a:lnTo>
                  <a:lnTo>
                    <a:pt x="0" y="6"/>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6" name="Google Shape;476;p60"/>
            <p:cNvSpPr/>
            <p:nvPr/>
          </p:nvSpPr>
          <p:spPr>
            <a:xfrm>
              <a:off x="6580579" y="4268177"/>
              <a:ext cx="4195" cy="5377"/>
            </a:xfrm>
            <a:custGeom>
              <a:rect b="b" l="l" r="r" t="t"/>
              <a:pathLst>
                <a:path extrusionOk="0" h="4" w="2">
                  <a:moveTo>
                    <a:pt x="0" y="4"/>
                  </a:moveTo>
                  <a:lnTo>
                    <a:pt x="0" y="0"/>
                  </a:lnTo>
                  <a:lnTo>
                    <a:pt x="2" y="0"/>
                  </a:lnTo>
                  <a:lnTo>
                    <a:pt x="2" y="2"/>
                  </a:lnTo>
                  <a:lnTo>
                    <a:pt x="2" y="4"/>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7" name="Google Shape;477;p60"/>
            <p:cNvSpPr/>
            <p:nvPr/>
          </p:nvSpPr>
          <p:spPr>
            <a:xfrm>
              <a:off x="6580579" y="4268177"/>
              <a:ext cx="4195" cy="5377"/>
            </a:xfrm>
            <a:custGeom>
              <a:rect b="b" l="l" r="r" t="t"/>
              <a:pathLst>
                <a:path extrusionOk="0" h="4" w="2">
                  <a:moveTo>
                    <a:pt x="0" y="4"/>
                  </a:moveTo>
                  <a:lnTo>
                    <a:pt x="0" y="0"/>
                  </a:lnTo>
                  <a:lnTo>
                    <a:pt x="2" y="0"/>
                  </a:lnTo>
                  <a:lnTo>
                    <a:pt x="2" y="2"/>
                  </a:lnTo>
                  <a:lnTo>
                    <a:pt x="2" y="4"/>
                  </a:lnTo>
                  <a:lnTo>
                    <a:pt x="0" y="4"/>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8" name="Google Shape;478;p60"/>
            <p:cNvSpPr/>
            <p:nvPr/>
          </p:nvSpPr>
          <p:spPr>
            <a:xfrm>
              <a:off x="6567995" y="4305813"/>
              <a:ext cx="6292" cy="5377"/>
            </a:xfrm>
            <a:custGeom>
              <a:rect b="b" l="l" r="r" t="t"/>
              <a:pathLst>
                <a:path extrusionOk="0" h="4" w="4">
                  <a:moveTo>
                    <a:pt x="0" y="2"/>
                  </a:moveTo>
                  <a:lnTo>
                    <a:pt x="0" y="0"/>
                  </a:lnTo>
                  <a:lnTo>
                    <a:pt x="2" y="0"/>
                  </a:lnTo>
                  <a:lnTo>
                    <a:pt x="4" y="0"/>
                  </a:lnTo>
                  <a:lnTo>
                    <a:pt x="4" y="2"/>
                  </a:lnTo>
                  <a:lnTo>
                    <a:pt x="2" y="2"/>
                  </a:lnTo>
                  <a:lnTo>
                    <a:pt x="2" y="4"/>
                  </a:lnTo>
                  <a:lnTo>
                    <a:pt x="0" y="4"/>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79" name="Google Shape;479;p60"/>
            <p:cNvSpPr/>
            <p:nvPr/>
          </p:nvSpPr>
          <p:spPr>
            <a:xfrm>
              <a:off x="6567995" y="4305813"/>
              <a:ext cx="6292" cy="5377"/>
            </a:xfrm>
            <a:custGeom>
              <a:rect b="b" l="l" r="r" t="t"/>
              <a:pathLst>
                <a:path extrusionOk="0" h="4" w="4">
                  <a:moveTo>
                    <a:pt x="0" y="2"/>
                  </a:moveTo>
                  <a:lnTo>
                    <a:pt x="0" y="0"/>
                  </a:lnTo>
                  <a:lnTo>
                    <a:pt x="2" y="0"/>
                  </a:lnTo>
                  <a:lnTo>
                    <a:pt x="4" y="0"/>
                  </a:lnTo>
                  <a:lnTo>
                    <a:pt x="4" y="2"/>
                  </a:lnTo>
                  <a:lnTo>
                    <a:pt x="2" y="2"/>
                  </a:lnTo>
                  <a:lnTo>
                    <a:pt x="2" y="4"/>
                  </a:lnTo>
                  <a:lnTo>
                    <a:pt x="0" y="4"/>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0" name="Google Shape;480;p60"/>
            <p:cNvSpPr/>
            <p:nvPr/>
          </p:nvSpPr>
          <p:spPr>
            <a:xfrm>
              <a:off x="6544926" y="4200075"/>
              <a:ext cx="4195" cy="7169"/>
            </a:xfrm>
            <a:custGeom>
              <a:rect b="b" l="l" r="r" t="t"/>
              <a:pathLst>
                <a:path extrusionOk="0" h="4" w="2">
                  <a:moveTo>
                    <a:pt x="0" y="0"/>
                  </a:moveTo>
                  <a:lnTo>
                    <a:pt x="2" y="0"/>
                  </a:lnTo>
                  <a:lnTo>
                    <a:pt x="2" y="2"/>
                  </a:lnTo>
                  <a:lnTo>
                    <a:pt x="2" y="4"/>
                  </a:lnTo>
                  <a:lnTo>
                    <a:pt x="0"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1" name="Google Shape;481;p60"/>
            <p:cNvSpPr/>
            <p:nvPr/>
          </p:nvSpPr>
          <p:spPr>
            <a:xfrm>
              <a:off x="6544926" y="4200075"/>
              <a:ext cx="4195" cy="7169"/>
            </a:xfrm>
            <a:custGeom>
              <a:rect b="b" l="l" r="r" t="t"/>
              <a:pathLst>
                <a:path extrusionOk="0" h="4" w="2">
                  <a:moveTo>
                    <a:pt x="0" y="0"/>
                  </a:moveTo>
                  <a:lnTo>
                    <a:pt x="2" y="0"/>
                  </a:lnTo>
                  <a:lnTo>
                    <a:pt x="2" y="2"/>
                  </a:lnTo>
                  <a:lnTo>
                    <a:pt x="2" y="4"/>
                  </a:lnTo>
                  <a:lnTo>
                    <a:pt x="0"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2" name="Google Shape;482;p60"/>
            <p:cNvSpPr/>
            <p:nvPr/>
          </p:nvSpPr>
          <p:spPr>
            <a:xfrm>
              <a:off x="6549120" y="4207244"/>
              <a:ext cx="2097" cy="1792"/>
            </a:xfrm>
            <a:custGeom>
              <a:rect b="b" l="l" r="r" t="t"/>
              <a:pathLst>
                <a:path extrusionOk="0" h="2" w="2">
                  <a:moveTo>
                    <a:pt x="2" y="0"/>
                  </a:moveTo>
                  <a:lnTo>
                    <a:pt x="2" y="0"/>
                  </a:lnTo>
                  <a:lnTo>
                    <a:pt x="2" y="2"/>
                  </a:lnTo>
                  <a:lnTo>
                    <a:pt x="0" y="0"/>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3" name="Google Shape;483;p60"/>
            <p:cNvSpPr/>
            <p:nvPr/>
          </p:nvSpPr>
          <p:spPr>
            <a:xfrm>
              <a:off x="6549120" y="4207244"/>
              <a:ext cx="2097" cy="1792"/>
            </a:xfrm>
            <a:custGeom>
              <a:rect b="b" l="l" r="r" t="t"/>
              <a:pathLst>
                <a:path extrusionOk="0" h="2" w="2">
                  <a:moveTo>
                    <a:pt x="2" y="0"/>
                  </a:moveTo>
                  <a:lnTo>
                    <a:pt x="2" y="0"/>
                  </a:lnTo>
                  <a:lnTo>
                    <a:pt x="2" y="2"/>
                  </a:lnTo>
                  <a:lnTo>
                    <a:pt x="0"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4" name="Google Shape;484;p60"/>
            <p:cNvSpPr/>
            <p:nvPr/>
          </p:nvSpPr>
          <p:spPr>
            <a:xfrm>
              <a:off x="6572190" y="4237711"/>
              <a:ext cx="6292" cy="8961"/>
            </a:xfrm>
            <a:custGeom>
              <a:rect b="b" l="l" r="r" t="t"/>
              <a:pathLst>
                <a:path extrusionOk="0" h="6" w="4">
                  <a:moveTo>
                    <a:pt x="0" y="4"/>
                  </a:moveTo>
                  <a:lnTo>
                    <a:pt x="0" y="2"/>
                  </a:lnTo>
                  <a:lnTo>
                    <a:pt x="0" y="0"/>
                  </a:lnTo>
                  <a:lnTo>
                    <a:pt x="2" y="0"/>
                  </a:lnTo>
                  <a:lnTo>
                    <a:pt x="4" y="2"/>
                  </a:lnTo>
                  <a:lnTo>
                    <a:pt x="2" y="4"/>
                  </a:lnTo>
                  <a:lnTo>
                    <a:pt x="2" y="6"/>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5" name="Google Shape;485;p60"/>
            <p:cNvSpPr/>
            <p:nvPr/>
          </p:nvSpPr>
          <p:spPr>
            <a:xfrm>
              <a:off x="6572190" y="4237711"/>
              <a:ext cx="6292" cy="8961"/>
            </a:xfrm>
            <a:custGeom>
              <a:rect b="b" l="l" r="r" t="t"/>
              <a:pathLst>
                <a:path extrusionOk="0" h="6" w="4">
                  <a:moveTo>
                    <a:pt x="0" y="4"/>
                  </a:moveTo>
                  <a:lnTo>
                    <a:pt x="0" y="2"/>
                  </a:lnTo>
                  <a:lnTo>
                    <a:pt x="0" y="0"/>
                  </a:lnTo>
                  <a:lnTo>
                    <a:pt x="2" y="0"/>
                  </a:lnTo>
                  <a:lnTo>
                    <a:pt x="4" y="2"/>
                  </a:lnTo>
                  <a:lnTo>
                    <a:pt x="2" y="4"/>
                  </a:lnTo>
                  <a:lnTo>
                    <a:pt x="2" y="6"/>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6" name="Google Shape;486;p60"/>
            <p:cNvSpPr/>
            <p:nvPr/>
          </p:nvSpPr>
          <p:spPr>
            <a:xfrm>
              <a:off x="6578482" y="4280723"/>
              <a:ext cx="2097" cy="7169"/>
            </a:xfrm>
            <a:custGeom>
              <a:rect b="b" l="l" r="r" t="t"/>
              <a:pathLst>
                <a:path extrusionOk="0" h="6" w="2">
                  <a:moveTo>
                    <a:pt x="0" y="2"/>
                  </a:moveTo>
                  <a:lnTo>
                    <a:pt x="0" y="2"/>
                  </a:lnTo>
                  <a:lnTo>
                    <a:pt x="0" y="4"/>
                  </a:lnTo>
                  <a:lnTo>
                    <a:pt x="0" y="6"/>
                  </a:lnTo>
                  <a:lnTo>
                    <a:pt x="2" y="4"/>
                  </a:lnTo>
                  <a:lnTo>
                    <a:pt x="2" y="2"/>
                  </a:lnTo>
                  <a:lnTo>
                    <a:pt x="2" y="0"/>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7" name="Google Shape;487;p60"/>
            <p:cNvSpPr/>
            <p:nvPr/>
          </p:nvSpPr>
          <p:spPr>
            <a:xfrm>
              <a:off x="6578482" y="4280723"/>
              <a:ext cx="2097" cy="7169"/>
            </a:xfrm>
            <a:custGeom>
              <a:rect b="b" l="l" r="r" t="t"/>
              <a:pathLst>
                <a:path extrusionOk="0" h="6" w="2">
                  <a:moveTo>
                    <a:pt x="0" y="2"/>
                  </a:moveTo>
                  <a:lnTo>
                    <a:pt x="0" y="2"/>
                  </a:lnTo>
                  <a:lnTo>
                    <a:pt x="0" y="4"/>
                  </a:lnTo>
                  <a:lnTo>
                    <a:pt x="0" y="6"/>
                  </a:lnTo>
                  <a:lnTo>
                    <a:pt x="2" y="4"/>
                  </a:lnTo>
                  <a:lnTo>
                    <a:pt x="2" y="2"/>
                  </a:lnTo>
                  <a:lnTo>
                    <a:pt x="2"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8" name="Google Shape;488;p60"/>
            <p:cNvSpPr/>
            <p:nvPr/>
          </p:nvSpPr>
          <p:spPr>
            <a:xfrm>
              <a:off x="6561704" y="4194699"/>
              <a:ext cx="2097" cy="3584"/>
            </a:xfrm>
            <a:custGeom>
              <a:rect b="b" l="l" r="r" t="t"/>
              <a:pathLst>
                <a:path extrusionOk="0" h="2" w="2">
                  <a:moveTo>
                    <a:pt x="2" y="2"/>
                  </a:moveTo>
                  <a:lnTo>
                    <a:pt x="2" y="2"/>
                  </a:lnTo>
                  <a:lnTo>
                    <a:pt x="0" y="2"/>
                  </a:lnTo>
                  <a:lnTo>
                    <a:pt x="0" y="0"/>
                  </a:lnTo>
                  <a:lnTo>
                    <a:pt x="2" y="0"/>
                  </a:lnTo>
                  <a:lnTo>
                    <a:pt x="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89" name="Google Shape;489;p60"/>
            <p:cNvSpPr/>
            <p:nvPr/>
          </p:nvSpPr>
          <p:spPr>
            <a:xfrm>
              <a:off x="6561704" y="4194699"/>
              <a:ext cx="2097" cy="3584"/>
            </a:xfrm>
            <a:custGeom>
              <a:rect b="b" l="l" r="r" t="t"/>
              <a:pathLst>
                <a:path extrusionOk="0" h="2" w="2">
                  <a:moveTo>
                    <a:pt x="2" y="2"/>
                  </a:moveTo>
                  <a:lnTo>
                    <a:pt x="2" y="2"/>
                  </a:lnTo>
                  <a:lnTo>
                    <a:pt x="0" y="2"/>
                  </a:lnTo>
                  <a:lnTo>
                    <a:pt x="0" y="0"/>
                  </a:lnTo>
                  <a:lnTo>
                    <a:pt x="2" y="0"/>
                  </a:lnTo>
                  <a:lnTo>
                    <a:pt x="2"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0" name="Google Shape;490;p60"/>
            <p:cNvSpPr/>
            <p:nvPr/>
          </p:nvSpPr>
          <p:spPr>
            <a:xfrm>
              <a:off x="6538634" y="4183946"/>
              <a:ext cx="6292" cy="3584"/>
            </a:xfrm>
            <a:custGeom>
              <a:rect b="b" l="l" r="r" t="t"/>
              <a:pathLst>
                <a:path extrusionOk="0" h="2" w="4">
                  <a:moveTo>
                    <a:pt x="2" y="0"/>
                  </a:moveTo>
                  <a:lnTo>
                    <a:pt x="2" y="0"/>
                  </a:lnTo>
                  <a:lnTo>
                    <a:pt x="0" y="2"/>
                  </a:lnTo>
                  <a:lnTo>
                    <a:pt x="2" y="2"/>
                  </a:lnTo>
                  <a:lnTo>
                    <a:pt x="4" y="2"/>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1" name="Google Shape;491;p60"/>
            <p:cNvSpPr/>
            <p:nvPr/>
          </p:nvSpPr>
          <p:spPr>
            <a:xfrm>
              <a:off x="6538634" y="4183946"/>
              <a:ext cx="6292" cy="3584"/>
            </a:xfrm>
            <a:custGeom>
              <a:rect b="b" l="l" r="r" t="t"/>
              <a:pathLst>
                <a:path extrusionOk="0" h="2" w="4">
                  <a:moveTo>
                    <a:pt x="2" y="0"/>
                  </a:moveTo>
                  <a:lnTo>
                    <a:pt x="2" y="0"/>
                  </a:lnTo>
                  <a:lnTo>
                    <a:pt x="0" y="2"/>
                  </a:lnTo>
                  <a:lnTo>
                    <a:pt x="2" y="2"/>
                  </a:lnTo>
                  <a:lnTo>
                    <a:pt x="4" y="2"/>
                  </a:lnTo>
                  <a:lnTo>
                    <a:pt x="2"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2" name="Google Shape;492;p60"/>
            <p:cNvSpPr/>
            <p:nvPr/>
          </p:nvSpPr>
          <p:spPr>
            <a:xfrm>
              <a:off x="6532342" y="3897199"/>
              <a:ext cx="8389" cy="5377"/>
            </a:xfrm>
            <a:custGeom>
              <a:rect b="b" l="l" r="r" t="t"/>
              <a:pathLst>
                <a:path extrusionOk="0" h="4" w="6">
                  <a:moveTo>
                    <a:pt x="0" y="4"/>
                  </a:moveTo>
                  <a:lnTo>
                    <a:pt x="0" y="4"/>
                  </a:lnTo>
                  <a:lnTo>
                    <a:pt x="2" y="4"/>
                  </a:lnTo>
                  <a:lnTo>
                    <a:pt x="4" y="2"/>
                  </a:lnTo>
                  <a:lnTo>
                    <a:pt x="6" y="2"/>
                  </a:lnTo>
                  <a:lnTo>
                    <a:pt x="4" y="0"/>
                  </a:lnTo>
                  <a:lnTo>
                    <a:pt x="2" y="2"/>
                  </a:lnTo>
                  <a:lnTo>
                    <a:pt x="0"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3" name="Google Shape;493;p60"/>
            <p:cNvSpPr/>
            <p:nvPr/>
          </p:nvSpPr>
          <p:spPr>
            <a:xfrm>
              <a:off x="6532342" y="3897199"/>
              <a:ext cx="8389" cy="5377"/>
            </a:xfrm>
            <a:custGeom>
              <a:rect b="b" l="l" r="r" t="t"/>
              <a:pathLst>
                <a:path extrusionOk="0" h="4" w="6">
                  <a:moveTo>
                    <a:pt x="0" y="4"/>
                  </a:moveTo>
                  <a:lnTo>
                    <a:pt x="0" y="4"/>
                  </a:lnTo>
                  <a:lnTo>
                    <a:pt x="2" y="4"/>
                  </a:lnTo>
                  <a:lnTo>
                    <a:pt x="4" y="2"/>
                  </a:lnTo>
                  <a:lnTo>
                    <a:pt x="6" y="2"/>
                  </a:lnTo>
                  <a:lnTo>
                    <a:pt x="4" y="0"/>
                  </a:lnTo>
                  <a:lnTo>
                    <a:pt x="2" y="2"/>
                  </a:lnTo>
                  <a:lnTo>
                    <a:pt x="0" y="4"/>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4" name="Google Shape;494;p60"/>
            <p:cNvSpPr/>
            <p:nvPr/>
          </p:nvSpPr>
          <p:spPr>
            <a:xfrm>
              <a:off x="6366659" y="4105090"/>
              <a:ext cx="16778" cy="8961"/>
            </a:xfrm>
            <a:custGeom>
              <a:rect b="b" l="l" r="r" t="t"/>
              <a:pathLst>
                <a:path extrusionOk="0" h="6" w="10">
                  <a:moveTo>
                    <a:pt x="0" y="2"/>
                  </a:moveTo>
                  <a:lnTo>
                    <a:pt x="0" y="0"/>
                  </a:lnTo>
                  <a:lnTo>
                    <a:pt x="2" y="2"/>
                  </a:lnTo>
                  <a:lnTo>
                    <a:pt x="4" y="0"/>
                  </a:lnTo>
                  <a:lnTo>
                    <a:pt x="6" y="2"/>
                  </a:lnTo>
                  <a:lnTo>
                    <a:pt x="8" y="2"/>
                  </a:lnTo>
                  <a:lnTo>
                    <a:pt x="10" y="2"/>
                  </a:lnTo>
                  <a:lnTo>
                    <a:pt x="10" y="4"/>
                  </a:lnTo>
                  <a:lnTo>
                    <a:pt x="10" y="6"/>
                  </a:lnTo>
                  <a:lnTo>
                    <a:pt x="8" y="4"/>
                  </a:lnTo>
                  <a:lnTo>
                    <a:pt x="8" y="2"/>
                  </a:lnTo>
                  <a:lnTo>
                    <a:pt x="4" y="2"/>
                  </a:lnTo>
                  <a:lnTo>
                    <a:pt x="2" y="2"/>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5" name="Google Shape;495;p60"/>
            <p:cNvSpPr/>
            <p:nvPr/>
          </p:nvSpPr>
          <p:spPr>
            <a:xfrm>
              <a:off x="6366659" y="4105090"/>
              <a:ext cx="16778" cy="8961"/>
            </a:xfrm>
            <a:custGeom>
              <a:rect b="b" l="l" r="r" t="t"/>
              <a:pathLst>
                <a:path extrusionOk="0" h="6" w="10">
                  <a:moveTo>
                    <a:pt x="0" y="2"/>
                  </a:moveTo>
                  <a:lnTo>
                    <a:pt x="0" y="0"/>
                  </a:lnTo>
                  <a:lnTo>
                    <a:pt x="2" y="2"/>
                  </a:lnTo>
                  <a:lnTo>
                    <a:pt x="4" y="0"/>
                  </a:lnTo>
                  <a:lnTo>
                    <a:pt x="6" y="2"/>
                  </a:lnTo>
                  <a:lnTo>
                    <a:pt x="8" y="2"/>
                  </a:lnTo>
                  <a:lnTo>
                    <a:pt x="10" y="2"/>
                  </a:lnTo>
                  <a:lnTo>
                    <a:pt x="10" y="4"/>
                  </a:lnTo>
                  <a:lnTo>
                    <a:pt x="10" y="6"/>
                  </a:lnTo>
                  <a:lnTo>
                    <a:pt x="8" y="4"/>
                  </a:lnTo>
                  <a:lnTo>
                    <a:pt x="8" y="2"/>
                  </a:lnTo>
                  <a:lnTo>
                    <a:pt x="4" y="2"/>
                  </a:lnTo>
                  <a:lnTo>
                    <a:pt x="2"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6" name="Google Shape;496;p60"/>
            <p:cNvSpPr/>
            <p:nvPr/>
          </p:nvSpPr>
          <p:spPr>
            <a:xfrm>
              <a:off x="6433771" y="4316566"/>
              <a:ext cx="6292" cy="5377"/>
            </a:xfrm>
            <a:custGeom>
              <a:rect b="b" l="l" r="r" t="t"/>
              <a:pathLst>
                <a:path extrusionOk="0" h="4" w="4">
                  <a:moveTo>
                    <a:pt x="2" y="0"/>
                  </a:moveTo>
                  <a:lnTo>
                    <a:pt x="2" y="2"/>
                  </a:lnTo>
                  <a:lnTo>
                    <a:pt x="4" y="0"/>
                  </a:lnTo>
                  <a:lnTo>
                    <a:pt x="4" y="2"/>
                  </a:lnTo>
                  <a:lnTo>
                    <a:pt x="4" y="4"/>
                  </a:lnTo>
                  <a:lnTo>
                    <a:pt x="2" y="4"/>
                  </a:lnTo>
                  <a:lnTo>
                    <a:pt x="2" y="2"/>
                  </a:lnTo>
                  <a:lnTo>
                    <a:pt x="0" y="2"/>
                  </a:lnTo>
                  <a:lnTo>
                    <a:pt x="2"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7" name="Google Shape;497;p60"/>
            <p:cNvSpPr/>
            <p:nvPr/>
          </p:nvSpPr>
          <p:spPr>
            <a:xfrm>
              <a:off x="6433771" y="4316566"/>
              <a:ext cx="6292" cy="5377"/>
            </a:xfrm>
            <a:custGeom>
              <a:rect b="b" l="l" r="r" t="t"/>
              <a:pathLst>
                <a:path extrusionOk="0" h="4" w="4">
                  <a:moveTo>
                    <a:pt x="2" y="0"/>
                  </a:moveTo>
                  <a:lnTo>
                    <a:pt x="2" y="2"/>
                  </a:lnTo>
                  <a:lnTo>
                    <a:pt x="4" y="0"/>
                  </a:lnTo>
                  <a:lnTo>
                    <a:pt x="4" y="2"/>
                  </a:lnTo>
                  <a:lnTo>
                    <a:pt x="4" y="4"/>
                  </a:lnTo>
                  <a:lnTo>
                    <a:pt x="2" y="4"/>
                  </a:lnTo>
                  <a:lnTo>
                    <a:pt x="2" y="2"/>
                  </a:lnTo>
                  <a:lnTo>
                    <a:pt x="0"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8" name="Google Shape;498;p60"/>
            <p:cNvSpPr/>
            <p:nvPr/>
          </p:nvSpPr>
          <p:spPr>
            <a:xfrm>
              <a:off x="6586871" y="4330903"/>
              <a:ext cx="4195" cy="1792"/>
            </a:xfrm>
            <a:custGeom>
              <a:rect b="b" l="l" r="r" t="t"/>
              <a:pathLst>
                <a:path extrusionOk="0" h="2" w="2">
                  <a:moveTo>
                    <a:pt x="0" y="2"/>
                  </a:moveTo>
                  <a:lnTo>
                    <a:pt x="0" y="0"/>
                  </a:lnTo>
                  <a:lnTo>
                    <a:pt x="2" y="0"/>
                  </a:lnTo>
                  <a:lnTo>
                    <a:pt x="0" y="0"/>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499" name="Google Shape;499;p60"/>
            <p:cNvSpPr/>
            <p:nvPr/>
          </p:nvSpPr>
          <p:spPr>
            <a:xfrm>
              <a:off x="6586871" y="4330903"/>
              <a:ext cx="4195" cy="1792"/>
            </a:xfrm>
            <a:custGeom>
              <a:rect b="b" l="l" r="r" t="t"/>
              <a:pathLst>
                <a:path extrusionOk="0" h="2" w="2">
                  <a:moveTo>
                    <a:pt x="0" y="2"/>
                  </a:moveTo>
                  <a:lnTo>
                    <a:pt x="0" y="0"/>
                  </a:lnTo>
                  <a:lnTo>
                    <a:pt x="2" y="0"/>
                  </a:lnTo>
                  <a:lnTo>
                    <a:pt x="0"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0" name="Google Shape;500;p60"/>
            <p:cNvSpPr/>
            <p:nvPr/>
          </p:nvSpPr>
          <p:spPr>
            <a:xfrm>
              <a:off x="6406507" y="4311189"/>
              <a:ext cx="4195" cy="1792"/>
            </a:xfrm>
            <a:custGeom>
              <a:rect b="b" l="l" r="r" t="t"/>
              <a:pathLst>
                <a:path extrusionOk="0" h="2" w="2">
                  <a:moveTo>
                    <a:pt x="2" y="2"/>
                  </a:moveTo>
                  <a:lnTo>
                    <a:pt x="0" y="0"/>
                  </a:lnTo>
                  <a:lnTo>
                    <a:pt x="2" y="0"/>
                  </a:lnTo>
                  <a:lnTo>
                    <a:pt x="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1" name="Google Shape;501;p60"/>
            <p:cNvSpPr/>
            <p:nvPr/>
          </p:nvSpPr>
          <p:spPr>
            <a:xfrm>
              <a:off x="6423285" y="4316566"/>
              <a:ext cx="2097" cy="3584"/>
            </a:xfrm>
            <a:custGeom>
              <a:rect b="b" l="l" r="r" t="t"/>
              <a:pathLst>
                <a:path extrusionOk="0" h="2" w="2">
                  <a:moveTo>
                    <a:pt x="2" y="2"/>
                  </a:moveTo>
                  <a:lnTo>
                    <a:pt x="2" y="2"/>
                  </a:lnTo>
                  <a:lnTo>
                    <a:pt x="0" y="0"/>
                  </a:lnTo>
                  <a:lnTo>
                    <a:pt x="2"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2" name="Google Shape;502;p60"/>
            <p:cNvSpPr/>
            <p:nvPr/>
          </p:nvSpPr>
          <p:spPr>
            <a:xfrm>
              <a:off x="6423285" y="4316566"/>
              <a:ext cx="2097" cy="3584"/>
            </a:xfrm>
            <a:custGeom>
              <a:rect b="b" l="l" r="r" t="t"/>
              <a:pathLst>
                <a:path extrusionOk="0" h="2" w="2">
                  <a:moveTo>
                    <a:pt x="2" y="2"/>
                  </a:moveTo>
                  <a:lnTo>
                    <a:pt x="2" y="2"/>
                  </a:lnTo>
                  <a:lnTo>
                    <a:pt x="0" y="0"/>
                  </a:lnTo>
                  <a:lnTo>
                    <a:pt x="2"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3" name="Google Shape;503;p60"/>
            <p:cNvSpPr/>
            <p:nvPr/>
          </p:nvSpPr>
          <p:spPr>
            <a:xfrm>
              <a:off x="6234532" y="4155271"/>
              <a:ext cx="4195" cy="3584"/>
            </a:xfrm>
            <a:custGeom>
              <a:rect b="b" l="l" r="r" t="t"/>
              <a:pathLst>
                <a:path extrusionOk="0" h="2" w="2">
                  <a:moveTo>
                    <a:pt x="0" y="0"/>
                  </a:moveTo>
                  <a:lnTo>
                    <a:pt x="2" y="0"/>
                  </a:lnTo>
                  <a:lnTo>
                    <a:pt x="0"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4" name="Google Shape;504;p60"/>
            <p:cNvSpPr/>
            <p:nvPr/>
          </p:nvSpPr>
          <p:spPr>
            <a:xfrm>
              <a:off x="6238727" y="4158855"/>
              <a:ext cx="2097" cy="1792"/>
            </a:xfrm>
            <a:custGeom>
              <a:rect b="b" l="l" r="r" t="t"/>
              <a:pathLst>
                <a:path extrusionOk="0" h="2" w="2">
                  <a:moveTo>
                    <a:pt x="0" y="0"/>
                  </a:moveTo>
                  <a:lnTo>
                    <a:pt x="0" y="0"/>
                  </a:lnTo>
                  <a:lnTo>
                    <a:pt x="2" y="0"/>
                  </a:lnTo>
                  <a:lnTo>
                    <a:pt x="2" y="2"/>
                  </a:lnTo>
                  <a:lnTo>
                    <a:pt x="0"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5" name="Google Shape;505;p60"/>
            <p:cNvSpPr/>
            <p:nvPr/>
          </p:nvSpPr>
          <p:spPr>
            <a:xfrm>
              <a:off x="6238727" y="4158855"/>
              <a:ext cx="2097" cy="1792"/>
            </a:xfrm>
            <a:custGeom>
              <a:rect b="b" l="l" r="r" t="t"/>
              <a:pathLst>
                <a:path extrusionOk="0" h="2" w="2">
                  <a:moveTo>
                    <a:pt x="0" y="0"/>
                  </a:moveTo>
                  <a:lnTo>
                    <a:pt x="0" y="0"/>
                  </a:lnTo>
                  <a:lnTo>
                    <a:pt x="2" y="0"/>
                  </a:lnTo>
                  <a:lnTo>
                    <a:pt x="2" y="2"/>
                  </a:lnTo>
                  <a:lnTo>
                    <a:pt x="0"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6" name="Google Shape;506;p60"/>
            <p:cNvSpPr/>
            <p:nvPr/>
          </p:nvSpPr>
          <p:spPr>
            <a:xfrm>
              <a:off x="6200976" y="4158855"/>
              <a:ext cx="10486" cy="5377"/>
            </a:xfrm>
            <a:custGeom>
              <a:rect b="b" l="l" r="r" t="t"/>
              <a:pathLst>
                <a:path extrusionOk="0" h="4" w="6">
                  <a:moveTo>
                    <a:pt x="6" y="2"/>
                  </a:moveTo>
                  <a:lnTo>
                    <a:pt x="6" y="2"/>
                  </a:lnTo>
                  <a:lnTo>
                    <a:pt x="4" y="0"/>
                  </a:lnTo>
                  <a:lnTo>
                    <a:pt x="2" y="2"/>
                  </a:lnTo>
                  <a:lnTo>
                    <a:pt x="0" y="2"/>
                  </a:lnTo>
                  <a:lnTo>
                    <a:pt x="2" y="2"/>
                  </a:lnTo>
                  <a:lnTo>
                    <a:pt x="4" y="4"/>
                  </a:lnTo>
                  <a:lnTo>
                    <a:pt x="6"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7" name="Google Shape;507;p60"/>
            <p:cNvSpPr/>
            <p:nvPr/>
          </p:nvSpPr>
          <p:spPr>
            <a:xfrm>
              <a:off x="6200976" y="4158855"/>
              <a:ext cx="10486" cy="5377"/>
            </a:xfrm>
            <a:custGeom>
              <a:rect b="b" l="l" r="r" t="t"/>
              <a:pathLst>
                <a:path extrusionOk="0" h="4" w="6">
                  <a:moveTo>
                    <a:pt x="6" y="2"/>
                  </a:moveTo>
                  <a:lnTo>
                    <a:pt x="6" y="2"/>
                  </a:lnTo>
                  <a:lnTo>
                    <a:pt x="4" y="0"/>
                  </a:lnTo>
                  <a:lnTo>
                    <a:pt x="2" y="2"/>
                  </a:lnTo>
                  <a:lnTo>
                    <a:pt x="0" y="2"/>
                  </a:lnTo>
                  <a:lnTo>
                    <a:pt x="2" y="2"/>
                  </a:lnTo>
                  <a:lnTo>
                    <a:pt x="4" y="4"/>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8" name="Google Shape;508;p60"/>
            <p:cNvSpPr/>
            <p:nvPr/>
          </p:nvSpPr>
          <p:spPr>
            <a:xfrm>
              <a:off x="6563801" y="4217997"/>
              <a:ext cx="14681" cy="10753"/>
            </a:xfrm>
            <a:custGeom>
              <a:rect b="b" l="l" r="r" t="t"/>
              <a:pathLst>
                <a:path extrusionOk="0" h="8" w="8">
                  <a:moveTo>
                    <a:pt x="4" y="4"/>
                  </a:moveTo>
                  <a:lnTo>
                    <a:pt x="4" y="2"/>
                  </a:lnTo>
                  <a:lnTo>
                    <a:pt x="4" y="0"/>
                  </a:lnTo>
                  <a:lnTo>
                    <a:pt x="6" y="2"/>
                  </a:lnTo>
                  <a:lnTo>
                    <a:pt x="8" y="4"/>
                  </a:lnTo>
                  <a:lnTo>
                    <a:pt x="6" y="4"/>
                  </a:lnTo>
                  <a:lnTo>
                    <a:pt x="4" y="4"/>
                  </a:lnTo>
                  <a:lnTo>
                    <a:pt x="2" y="6"/>
                  </a:lnTo>
                  <a:lnTo>
                    <a:pt x="4" y="6"/>
                  </a:lnTo>
                  <a:lnTo>
                    <a:pt x="4" y="8"/>
                  </a:lnTo>
                  <a:lnTo>
                    <a:pt x="2" y="8"/>
                  </a:lnTo>
                  <a:lnTo>
                    <a:pt x="2" y="6"/>
                  </a:lnTo>
                  <a:lnTo>
                    <a:pt x="2" y="4"/>
                  </a:lnTo>
                  <a:lnTo>
                    <a:pt x="0" y="4"/>
                  </a:lnTo>
                  <a:lnTo>
                    <a:pt x="0" y="2"/>
                  </a:lnTo>
                  <a:lnTo>
                    <a:pt x="2" y="2"/>
                  </a:lnTo>
                  <a:lnTo>
                    <a:pt x="2" y="4"/>
                  </a:lnTo>
                  <a:lnTo>
                    <a:pt x="4" y="4"/>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09" name="Google Shape;509;p60"/>
            <p:cNvSpPr/>
            <p:nvPr/>
          </p:nvSpPr>
          <p:spPr>
            <a:xfrm>
              <a:off x="6563801" y="4217997"/>
              <a:ext cx="14681" cy="10753"/>
            </a:xfrm>
            <a:custGeom>
              <a:rect b="b" l="l" r="r" t="t"/>
              <a:pathLst>
                <a:path extrusionOk="0" h="8" w="8">
                  <a:moveTo>
                    <a:pt x="4" y="4"/>
                  </a:moveTo>
                  <a:lnTo>
                    <a:pt x="4" y="2"/>
                  </a:lnTo>
                  <a:lnTo>
                    <a:pt x="4" y="0"/>
                  </a:lnTo>
                  <a:lnTo>
                    <a:pt x="6" y="2"/>
                  </a:lnTo>
                  <a:lnTo>
                    <a:pt x="8" y="4"/>
                  </a:lnTo>
                  <a:lnTo>
                    <a:pt x="6" y="4"/>
                  </a:lnTo>
                  <a:lnTo>
                    <a:pt x="4" y="4"/>
                  </a:lnTo>
                  <a:lnTo>
                    <a:pt x="2" y="6"/>
                  </a:lnTo>
                  <a:lnTo>
                    <a:pt x="4" y="6"/>
                  </a:lnTo>
                  <a:lnTo>
                    <a:pt x="4" y="8"/>
                  </a:lnTo>
                  <a:lnTo>
                    <a:pt x="2" y="8"/>
                  </a:lnTo>
                  <a:lnTo>
                    <a:pt x="2" y="6"/>
                  </a:lnTo>
                  <a:lnTo>
                    <a:pt x="2" y="4"/>
                  </a:lnTo>
                  <a:lnTo>
                    <a:pt x="0" y="4"/>
                  </a:lnTo>
                  <a:lnTo>
                    <a:pt x="0" y="2"/>
                  </a:lnTo>
                  <a:lnTo>
                    <a:pt x="2" y="2"/>
                  </a:lnTo>
                  <a:lnTo>
                    <a:pt x="2" y="4"/>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0" name="Google Shape;510;p60"/>
            <p:cNvSpPr/>
            <p:nvPr/>
          </p:nvSpPr>
          <p:spPr>
            <a:xfrm>
              <a:off x="6578482" y="4252048"/>
              <a:ext cx="6292" cy="8961"/>
            </a:xfrm>
            <a:custGeom>
              <a:rect b="b" l="l" r="r" t="t"/>
              <a:pathLst>
                <a:path extrusionOk="0" h="6" w="4">
                  <a:moveTo>
                    <a:pt x="0" y="0"/>
                  </a:moveTo>
                  <a:lnTo>
                    <a:pt x="0" y="0"/>
                  </a:lnTo>
                  <a:lnTo>
                    <a:pt x="2" y="0"/>
                  </a:lnTo>
                  <a:lnTo>
                    <a:pt x="4" y="2"/>
                  </a:lnTo>
                  <a:lnTo>
                    <a:pt x="4" y="4"/>
                  </a:lnTo>
                  <a:lnTo>
                    <a:pt x="4" y="6"/>
                  </a:lnTo>
                  <a:lnTo>
                    <a:pt x="2" y="6"/>
                  </a:lnTo>
                  <a:lnTo>
                    <a:pt x="0" y="4"/>
                  </a:lnTo>
                  <a:lnTo>
                    <a:pt x="2" y="4"/>
                  </a:lnTo>
                  <a:lnTo>
                    <a:pt x="0" y="4"/>
                  </a:lnTo>
                  <a:lnTo>
                    <a:pt x="0"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1" name="Google Shape;511;p60"/>
            <p:cNvSpPr/>
            <p:nvPr/>
          </p:nvSpPr>
          <p:spPr>
            <a:xfrm>
              <a:off x="6578482" y="4252048"/>
              <a:ext cx="6292" cy="8961"/>
            </a:xfrm>
            <a:custGeom>
              <a:rect b="b" l="l" r="r" t="t"/>
              <a:pathLst>
                <a:path extrusionOk="0" h="6" w="4">
                  <a:moveTo>
                    <a:pt x="0" y="0"/>
                  </a:moveTo>
                  <a:lnTo>
                    <a:pt x="0" y="0"/>
                  </a:lnTo>
                  <a:lnTo>
                    <a:pt x="2" y="0"/>
                  </a:lnTo>
                  <a:lnTo>
                    <a:pt x="4" y="2"/>
                  </a:lnTo>
                  <a:lnTo>
                    <a:pt x="4" y="4"/>
                  </a:lnTo>
                  <a:lnTo>
                    <a:pt x="4" y="6"/>
                  </a:lnTo>
                  <a:lnTo>
                    <a:pt x="2" y="6"/>
                  </a:lnTo>
                  <a:lnTo>
                    <a:pt x="0" y="4"/>
                  </a:lnTo>
                  <a:lnTo>
                    <a:pt x="2" y="4"/>
                  </a:lnTo>
                  <a:lnTo>
                    <a:pt x="0" y="4"/>
                  </a:lnTo>
                  <a:lnTo>
                    <a:pt x="0"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2" name="Google Shape;512;p60"/>
            <p:cNvSpPr/>
            <p:nvPr/>
          </p:nvSpPr>
          <p:spPr>
            <a:xfrm>
              <a:off x="6574287" y="4228750"/>
              <a:ext cx="4195" cy="3584"/>
            </a:xfrm>
            <a:custGeom>
              <a:rect b="b" l="l" r="r" t="t"/>
              <a:pathLst>
                <a:path extrusionOk="0" h="2" w="2">
                  <a:moveTo>
                    <a:pt x="0" y="0"/>
                  </a:moveTo>
                  <a:lnTo>
                    <a:pt x="0" y="0"/>
                  </a:lnTo>
                  <a:lnTo>
                    <a:pt x="2" y="0"/>
                  </a:lnTo>
                  <a:lnTo>
                    <a:pt x="0" y="2"/>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3" name="Google Shape;513;p60"/>
            <p:cNvSpPr/>
            <p:nvPr/>
          </p:nvSpPr>
          <p:spPr>
            <a:xfrm>
              <a:off x="6574287" y="4228750"/>
              <a:ext cx="4195" cy="3584"/>
            </a:xfrm>
            <a:custGeom>
              <a:rect b="b" l="l" r="r" t="t"/>
              <a:pathLst>
                <a:path extrusionOk="0" h="2" w="2">
                  <a:moveTo>
                    <a:pt x="0" y="0"/>
                  </a:moveTo>
                  <a:lnTo>
                    <a:pt x="0" y="0"/>
                  </a:lnTo>
                  <a:lnTo>
                    <a:pt x="2" y="0"/>
                  </a:lnTo>
                  <a:lnTo>
                    <a:pt x="0" y="2"/>
                  </a:lnTo>
                  <a:lnTo>
                    <a:pt x="0"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4" name="Google Shape;514;p60"/>
            <p:cNvSpPr/>
            <p:nvPr/>
          </p:nvSpPr>
          <p:spPr>
            <a:xfrm>
              <a:off x="6567995" y="4228750"/>
              <a:ext cx="4195" cy="3584"/>
            </a:xfrm>
            <a:custGeom>
              <a:rect b="b" l="l" r="r" t="t"/>
              <a:pathLst>
                <a:path extrusionOk="0" h="2" w="2">
                  <a:moveTo>
                    <a:pt x="0" y="2"/>
                  </a:moveTo>
                  <a:lnTo>
                    <a:pt x="2" y="0"/>
                  </a:lnTo>
                  <a:lnTo>
                    <a:pt x="2" y="2"/>
                  </a:lnTo>
                  <a:lnTo>
                    <a:pt x="0" y="2"/>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5" name="Google Shape;515;p60"/>
            <p:cNvSpPr/>
            <p:nvPr/>
          </p:nvSpPr>
          <p:spPr>
            <a:xfrm>
              <a:off x="6567995" y="4228750"/>
              <a:ext cx="4195" cy="3584"/>
            </a:xfrm>
            <a:custGeom>
              <a:rect b="b" l="l" r="r" t="t"/>
              <a:pathLst>
                <a:path extrusionOk="0" h="2" w="2">
                  <a:moveTo>
                    <a:pt x="0" y="2"/>
                  </a:moveTo>
                  <a:lnTo>
                    <a:pt x="2" y="0"/>
                  </a:lnTo>
                  <a:lnTo>
                    <a:pt x="2" y="2"/>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6" name="Google Shape;516;p60"/>
            <p:cNvSpPr/>
            <p:nvPr/>
          </p:nvSpPr>
          <p:spPr>
            <a:xfrm>
              <a:off x="6578482" y="4219789"/>
              <a:ext cx="2097" cy="0"/>
            </a:xfrm>
            <a:custGeom>
              <a:rect b="b" l="l" r="r" t="t"/>
              <a:pathLst>
                <a:path extrusionOk="0" h="120000" w="2">
                  <a:moveTo>
                    <a:pt x="0" y="0"/>
                  </a:moveTo>
                  <a:lnTo>
                    <a:pt x="2" y="0"/>
                  </a:lnTo>
                  <a:lnTo>
                    <a:pt x="0" y="0"/>
                  </a:lnTo>
                  <a:close/>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7" name="Google Shape;517;p60"/>
            <p:cNvSpPr/>
            <p:nvPr/>
          </p:nvSpPr>
          <p:spPr>
            <a:xfrm>
              <a:off x="6578482" y="4219789"/>
              <a:ext cx="2097" cy="0"/>
            </a:xfrm>
            <a:custGeom>
              <a:rect b="b" l="l" r="r" t="t"/>
              <a:pathLst>
                <a:path extrusionOk="0" h="120000" w="2">
                  <a:moveTo>
                    <a:pt x="0" y="0"/>
                  </a:moveTo>
                  <a:lnTo>
                    <a:pt x="2" y="0"/>
                  </a:lnTo>
                  <a:lnTo>
                    <a:pt x="0" y="0"/>
                  </a:lnTo>
                </a:path>
              </a:pathLst>
            </a:cu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sp>
          <p:nvSpPr>
            <p:cNvPr id="518" name="Google Shape;518;p60"/>
            <p:cNvSpPr/>
            <p:nvPr/>
          </p:nvSpPr>
          <p:spPr>
            <a:xfrm flipH="1" rot="10800000">
              <a:off x="7601940" y="3185622"/>
              <a:ext cx="10500" cy="19800"/>
            </a:xfrm>
            <a:prstGeom prst="triangle">
              <a:avLst>
                <a:gd fmla="val 50000" name="adj"/>
              </a:avLst>
            </a:prstGeom>
            <a:solidFill>
              <a:srgbClr val="F4F3EE"/>
            </a:solidFill>
            <a:ln cap="flat" cmpd="sng" w="9525">
              <a:solidFill>
                <a:schemeClr val="lt1"/>
              </a:solidFill>
              <a:prstDash val="solid"/>
              <a:round/>
              <a:headEnd len="sm" w="sm" type="none"/>
              <a:tailEnd len="sm" w="sm" type="none"/>
            </a:ln>
          </p:spPr>
          <p:txBody>
            <a:bodyPr anchorCtr="0" anchor="t" bIns="38075" lIns="76175" spcFirstLastPara="1" rIns="76175" wrap="square" tIns="3807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a:ea typeface="Roboto"/>
                <a:cs typeface="Roboto"/>
                <a:sym typeface="Roboto"/>
              </a:endParaRPr>
            </a:p>
          </p:txBody>
        </p:sp>
      </p:grpSp>
      <p:sp>
        <p:nvSpPr>
          <p:cNvPr id="519" name="Google Shape;519;p60"/>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Layout Slide">
  <p:cSld name="15_Layout Slide">
    <p:spTree>
      <p:nvGrpSpPr>
        <p:cNvPr id="520" name="Shape 520"/>
        <p:cNvGrpSpPr/>
        <p:nvPr/>
      </p:nvGrpSpPr>
      <p:grpSpPr>
        <a:xfrm>
          <a:off x="0" y="0"/>
          <a:ext cx="0" cy="0"/>
          <a:chOff x="0" y="0"/>
          <a:chExt cx="0" cy="0"/>
        </a:xfrm>
      </p:grpSpPr>
      <p:sp>
        <p:nvSpPr>
          <p:cNvPr id="521" name="Google Shape;521;p61"/>
          <p:cNvSpPr/>
          <p:nvPr>
            <p:ph idx="2" type="pic"/>
          </p:nvPr>
        </p:nvSpPr>
        <p:spPr>
          <a:xfrm>
            <a:off x="6661840" y="1357780"/>
            <a:ext cx="1660800" cy="5500200"/>
          </a:xfrm>
          <a:prstGeom prst="rect">
            <a:avLst/>
          </a:prstGeom>
          <a:solidFill>
            <a:schemeClr val="lt1"/>
          </a:solidFill>
          <a:ln>
            <a:noFill/>
          </a:ln>
        </p:spPr>
      </p:sp>
      <p:sp>
        <p:nvSpPr>
          <p:cNvPr id="522" name="Google Shape;522;p61"/>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_Layout Slide">
  <p:cSld name="50_Layout Slide">
    <p:spTree>
      <p:nvGrpSpPr>
        <p:cNvPr id="523" name="Shape 523"/>
        <p:cNvGrpSpPr/>
        <p:nvPr/>
      </p:nvGrpSpPr>
      <p:grpSpPr>
        <a:xfrm>
          <a:off x="0" y="0"/>
          <a:ext cx="0" cy="0"/>
          <a:chOff x="0" y="0"/>
          <a:chExt cx="0" cy="0"/>
        </a:xfrm>
      </p:grpSpPr>
      <p:pic>
        <p:nvPicPr>
          <p:cNvPr descr="Flat MacBook Pro Line.png" id="524" name="Google Shape;524;p62"/>
          <p:cNvPicPr preferRelativeResize="0"/>
          <p:nvPr/>
        </p:nvPicPr>
        <p:blipFill rotWithShape="1">
          <a:blip r:embed="rId2">
            <a:alphaModFix/>
          </a:blip>
          <a:srcRect b="0" l="0" r="0" t="0"/>
          <a:stretch/>
        </p:blipFill>
        <p:spPr>
          <a:xfrm>
            <a:off x="1180635" y="2474829"/>
            <a:ext cx="2909101" cy="1679188"/>
          </a:xfrm>
          <a:prstGeom prst="rect">
            <a:avLst/>
          </a:prstGeom>
          <a:noFill/>
          <a:ln>
            <a:noFill/>
          </a:ln>
        </p:spPr>
      </p:pic>
      <p:sp>
        <p:nvSpPr>
          <p:cNvPr id="525" name="Google Shape;525;p62"/>
          <p:cNvSpPr/>
          <p:nvPr>
            <p:ph idx="2" type="pic"/>
          </p:nvPr>
        </p:nvSpPr>
        <p:spPr>
          <a:xfrm>
            <a:off x="1523591" y="2604808"/>
            <a:ext cx="2223300" cy="1860600"/>
          </a:xfrm>
          <a:prstGeom prst="rect">
            <a:avLst/>
          </a:prstGeom>
          <a:solidFill>
            <a:schemeClr val="lt1"/>
          </a:solidFill>
          <a:ln>
            <a:noFill/>
          </a:ln>
        </p:spPr>
      </p:sp>
      <p:pic>
        <p:nvPicPr>
          <p:cNvPr descr="Phone.png" id="526" name="Google Shape;526;p62"/>
          <p:cNvPicPr preferRelativeResize="0"/>
          <p:nvPr/>
        </p:nvPicPr>
        <p:blipFill rotWithShape="1">
          <a:blip r:embed="rId3">
            <a:alphaModFix/>
          </a:blip>
          <a:srcRect b="0" l="0" r="0" t="0"/>
          <a:stretch/>
        </p:blipFill>
        <p:spPr>
          <a:xfrm>
            <a:off x="4572005" y="2091395"/>
            <a:ext cx="982367" cy="1966867"/>
          </a:xfrm>
          <a:prstGeom prst="rect">
            <a:avLst/>
          </a:prstGeom>
          <a:noFill/>
          <a:ln>
            <a:noFill/>
          </a:ln>
        </p:spPr>
      </p:pic>
      <p:sp>
        <p:nvSpPr>
          <p:cNvPr id="527" name="Google Shape;527;p62"/>
          <p:cNvSpPr/>
          <p:nvPr>
            <p:ph idx="3" type="pic"/>
          </p:nvPr>
        </p:nvSpPr>
        <p:spPr>
          <a:xfrm>
            <a:off x="4624458" y="2392566"/>
            <a:ext cx="877500" cy="1959000"/>
          </a:xfrm>
          <a:prstGeom prst="rect">
            <a:avLst/>
          </a:prstGeom>
          <a:solidFill>
            <a:schemeClr val="lt1"/>
          </a:solidFill>
          <a:ln>
            <a:noFill/>
          </a:ln>
        </p:spPr>
      </p:sp>
      <p:pic>
        <p:nvPicPr>
          <p:cNvPr descr="iPad.png" id="528" name="Google Shape;528;p62"/>
          <p:cNvPicPr preferRelativeResize="0"/>
          <p:nvPr/>
        </p:nvPicPr>
        <p:blipFill rotWithShape="1">
          <a:blip r:embed="rId4">
            <a:alphaModFix/>
          </a:blip>
          <a:srcRect b="0" l="0" r="0" t="0"/>
          <a:stretch/>
        </p:blipFill>
        <p:spPr>
          <a:xfrm rot="-5400000">
            <a:off x="5833174" y="2919731"/>
            <a:ext cx="2088592" cy="1497820"/>
          </a:xfrm>
          <a:prstGeom prst="rect">
            <a:avLst/>
          </a:prstGeom>
          <a:noFill/>
          <a:ln>
            <a:noFill/>
          </a:ln>
        </p:spPr>
      </p:pic>
      <p:sp>
        <p:nvSpPr>
          <p:cNvPr id="529" name="Google Shape;529;p62"/>
          <p:cNvSpPr/>
          <p:nvPr>
            <p:ph idx="4" type="pic"/>
          </p:nvPr>
        </p:nvSpPr>
        <p:spPr>
          <a:xfrm>
            <a:off x="6211881" y="2122856"/>
            <a:ext cx="1331400" cy="2371500"/>
          </a:xfrm>
          <a:prstGeom prst="rect">
            <a:avLst/>
          </a:prstGeom>
          <a:solidFill>
            <a:schemeClr val="lt1"/>
          </a:solidFill>
          <a:ln>
            <a:noFill/>
          </a:ln>
        </p:spPr>
      </p:sp>
      <p:sp>
        <p:nvSpPr>
          <p:cNvPr id="530" name="Google Shape;530;p62"/>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9_Layout Slide">
  <p:cSld name="49_Layout Slide">
    <p:spTree>
      <p:nvGrpSpPr>
        <p:cNvPr id="531" name="Shape 531"/>
        <p:cNvGrpSpPr/>
        <p:nvPr/>
      </p:nvGrpSpPr>
      <p:grpSpPr>
        <a:xfrm>
          <a:off x="0" y="0"/>
          <a:ext cx="0" cy="0"/>
          <a:chOff x="0" y="0"/>
          <a:chExt cx="0" cy="0"/>
        </a:xfrm>
      </p:grpSpPr>
      <p:pic>
        <p:nvPicPr>
          <p:cNvPr descr="Phone.png" id="532" name="Google Shape;532;p63"/>
          <p:cNvPicPr preferRelativeResize="0"/>
          <p:nvPr/>
        </p:nvPicPr>
        <p:blipFill rotWithShape="1">
          <a:blip r:embed="rId2">
            <a:alphaModFix/>
          </a:blip>
          <a:srcRect b="0" l="0" r="0" t="0"/>
          <a:stretch/>
        </p:blipFill>
        <p:spPr>
          <a:xfrm>
            <a:off x="2456917" y="2214839"/>
            <a:ext cx="1418476" cy="2840035"/>
          </a:xfrm>
          <a:prstGeom prst="rect">
            <a:avLst/>
          </a:prstGeom>
          <a:noFill/>
          <a:ln>
            <a:noFill/>
          </a:ln>
        </p:spPr>
      </p:pic>
      <p:sp>
        <p:nvSpPr>
          <p:cNvPr id="533" name="Google Shape;533;p63"/>
          <p:cNvSpPr/>
          <p:nvPr>
            <p:ph idx="2" type="pic"/>
          </p:nvPr>
        </p:nvSpPr>
        <p:spPr>
          <a:xfrm>
            <a:off x="2532656" y="2671639"/>
            <a:ext cx="1266900" cy="2828700"/>
          </a:xfrm>
          <a:prstGeom prst="rect">
            <a:avLst/>
          </a:prstGeom>
          <a:solidFill>
            <a:schemeClr val="lt1"/>
          </a:solidFill>
          <a:ln>
            <a:noFill/>
          </a:ln>
        </p:spPr>
      </p:sp>
      <p:pic>
        <p:nvPicPr>
          <p:cNvPr descr="Phone.png" id="534" name="Google Shape;534;p63"/>
          <p:cNvPicPr preferRelativeResize="0"/>
          <p:nvPr/>
        </p:nvPicPr>
        <p:blipFill rotWithShape="1">
          <a:blip r:embed="rId2">
            <a:alphaModFix/>
          </a:blip>
          <a:srcRect b="0" l="0" r="0" t="0"/>
          <a:stretch/>
        </p:blipFill>
        <p:spPr>
          <a:xfrm>
            <a:off x="4707509" y="2214839"/>
            <a:ext cx="1418476" cy="2840035"/>
          </a:xfrm>
          <a:prstGeom prst="rect">
            <a:avLst/>
          </a:prstGeom>
          <a:noFill/>
          <a:ln>
            <a:noFill/>
          </a:ln>
        </p:spPr>
      </p:pic>
      <p:sp>
        <p:nvSpPr>
          <p:cNvPr id="535" name="Google Shape;535;p63"/>
          <p:cNvSpPr/>
          <p:nvPr>
            <p:ph idx="3" type="pic"/>
          </p:nvPr>
        </p:nvSpPr>
        <p:spPr>
          <a:xfrm>
            <a:off x="4783249" y="2671639"/>
            <a:ext cx="1266900" cy="2828700"/>
          </a:xfrm>
          <a:prstGeom prst="rect">
            <a:avLst/>
          </a:prstGeom>
          <a:solidFill>
            <a:schemeClr val="lt1"/>
          </a:solidFill>
          <a:ln>
            <a:noFill/>
          </a:ln>
        </p:spPr>
      </p:sp>
      <p:pic>
        <p:nvPicPr>
          <p:cNvPr descr="Phone.png" id="536" name="Google Shape;536;p63"/>
          <p:cNvPicPr preferRelativeResize="0"/>
          <p:nvPr/>
        </p:nvPicPr>
        <p:blipFill rotWithShape="1">
          <a:blip r:embed="rId2">
            <a:alphaModFix/>
          </a:blip>
          <a:srcRect b="0" l="0" r="0" t="0"/>
          <a:stretch/>
        </p:blipFill>
        <p:spPr>
          <a:xfrm>
            <a:off x="6929768" y="2214839"/>
            <a:ext cx="1418476" cy="2840035"/>
          </a:xfrm>
          <a:prstGeom prst="rect">
            <a:avLst/>
          </a:prstGeom>
          <a:noFill/>
          <a:ln>
            <a:noFill/>
          </a:ln>
        </p:spPr>
      </p:pic>
      <p:sp>
        <p:nvSpPr>
          <p:cNvPr id="537" name="Google Shape;537;p63"/>
          <p:cNvSpPr/>
          <p:nvPr>
            <p:ph idx="4" type="pic"/>
          </p:nvPr>
        </p:nvSpPr>
        <p:spPr>
          <a:xfrm>
            <a:off x="7005508" y="2671639"/>
            <a:ext cx="1266900" cy="2828700"/>
          </a:xfrm>
          <a:prstGeom prst="rect">
            <a:avLst/>
          </a:prstGeom>
          <a:solidFill>
            <a:schemeClr val="lt1"/>
          </a:solidFill>
          <a:ln>
            <a:noFill/>
          </a:ln>
        </p:spPr>
      </p:sp>
      <p:sp>
        <p:nvSpPr>
          <p:cNvPr id="538" name="Google Shape;538;p63"/>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Layout Slide">
  <p:cSld name="14_Layout Slide">
    <p:spTree>
      <p:nvGrpSpPr>
        <p:cNvPr id="539" name="Shape 539"/>
        <p:cNvGrpSpPr/>
        <p:nvPr/>
      </p:nvGrpSpPr>
      <p:grpSpPr>
        <a:xfrm>
          <a:off x="0" y="0"/>
          <a:ext cx="0" cy="0"/>
          <a:chOff x="0" y="0"/>
          <a:chExt cx="0" cy="0"/>
        </a:xfrm>
      </p:grpSpPr>
      <p:sp>
        <p:nvSpPr>
          <p:cNvPr id="540" name="Google Shape;540;p64"/>
          <p:cNvSpPr/>
          <p:nvPr>
            <p:ph idx="2" type="pic"/>
          </p:nvPr>
        </p:nvSpPr>
        <p:spPr>
          <a:xfrm>
            <a:off x="6661840" y="1089544"/>
            <a:ext cx="1660800" cy="4678800"/>
          </a:xfrm>
          <a:prstGeom prst="rect">
            <a:avLst/>
          </a:prstGeom>
          <a:solidFill>
            <a:schemeClr val="lt1"/>
          </a:solidFill>
          <a:ln>
            <a:noFill/>
          </a:ln>
        </p:spPr>
      </p:sp>
      <p:sp>
        <p:nvSpPr>
          <p:cNvPr id="541" name="Google Shape;541;p64"/>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Layout Slide">
  <p:cSld name="40_Layout Slide">
    <p:spTree>
      <p:nvGrpSpPr>
        <p:cNvPr id="542" name="Shape 542"/>
        <p:cNvGrpSpPr/>
        <p:nvPr/>
      </p:nvGrpSpPr>
      <p:grpSpPr>
        <a:xfrm>
          <a:off x="0" y="0"/>
          <a:ext cx="0" cy="0"/>
          <a:chOff x="0" y="0"/>
          <a:chExt cx="0" cy="0"/>
        </a:xfrm>
      </p:grpSpPr>
      <p:sp>
        <p:nvSpPr>
          <p:cNvPr id="543" name="Google Shape;543;p65"/>
          <p:cNvSpPr/>
          <p:nvPr>
            <p:ph idx="2" type="pic"/>
          </p:nvPr>
        </p:nvSpPr>
        <p:spPr>
          <a:xfrm>
            <a:off x="981774" y="4500330"/>
            <a:ext cx="1232400" cy="1428600"/>
          </a:xfrm>
          <a:prstGeom prst="rect">
            <a:avLst/>
          </a:prstGeom>
          <a:solidFill>
            <a:schemeClr val="lt1"/>
          </a:solidFill>
          <a:ln>
            <a:noFill/>
          </a:ln>
        </p:spPr>
      </p:sp>
      <p:sp>
        <p:nvSpPr>
          <p:cNvPr id="544" name="Google Shape;544;p65"/>
          <p:cNvSpPr/>
          <p:nvPr>
            <p:ph idx="3" type="pic"/>
          </p:nvPr>
        </p:nvSpPr>
        <p:spPr>
          <a:xfrm>
            <a:off x="2321412" y="4500330"/>
            <a:ext cx="1232400" cy="1428600"/>
          </a:xfrm>
          <a:prstGeom prst="rect">
            <a:avLst/>
          </a:prstGeom>
          <a:solidFill>
            <a:schemeClr val="lt1"/>
          </a:solidFill>
          <a:ln>
            <a:noFill/>
          </a:ln>
        </p:spPr>
      </p:sp>
      <p:sp>
        <p:nvSpPr>
          <p:cNvPr id="545" name="Google Shape;545;p65"/>
          <p:cNvSpPr/>
          <p:nvPr>
            <p:ph idx="4" type="pic"/>
          </p:nvPr>
        </p:nvSpPr>
        <p:spPr>
          <a:xfrm>
            <a:off x="3661050" y="4500330"/>
            <a:ext cx="1232400" cy="1428600"/>
          </a:xfrm>
          <a:prstGeom prst="rect">
            <a:avLst/>
          </a:prstGeom>
          <a:solidFill>
            <a:schemeClr val="lt1"/>
          </a:solidFill>
          <a:ln>
            <a:noFill/>
          </a:ln>
        </p:spPr>
      </p:sp>
      <p:sp>
        <p:nvSpPr>
          <p:cNvPr id="546" name="Google Shape;546;p65"/>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_Layout Slide">
  <p:cSld name="43_Layout Slide">
    <p:spTree>
      <p:nvGrpSpPr>
        <p:cNvPr id="547" name="Shape 547"/>
        <p:cNvGrpSpPr/>
        <p:nvPr/>
      </p:nvGrpSpPr>
      <p:grpSpPr>
        <a:xfrm>
          <a:off x="0" y="0"/>
          <a:ext cx="0" cy="0"/>
          <a:chOff x="0" y="0"/>
          <a:chExt cx="0" cy="0"/>
        </a:xfrm>
      </p:grpSpPr>
      <p:sp>
        <p:nvSpPr>
          <p:cNvPr id="548" name="Google Shape;548;p66"/>
          <p:cNvSpPr/>
          <p:nvPr>
            <p:ph idx="2" type="pic"/>
          </p:nvPr>
        </p:nvSpPr>
        <p:spPr>
          <a:xfrm>
            <a:off x="6574391" y="4214644"/>
            <a:ext cx="1802400" cy="1731000"/>
          </a:xfrm>
          <a:prstGeom prst="rect">
            <a:avLst/>
          </a:prstGeom>
          <a:solidFill>
            <a:schemeClr val="lt1"/>
          </a:solidFill>
          <a:ln>
            <a:noFill/>
          </a:ln>
        </p:spPr>
      </p:sp>
      <p:sp>
        <p:nvSpPr>
          <p:cNvPr id="549" name="Google Shape;549;p66"/>
          <p:cNvSpPr/>
          <p:nvPr>
            <p:ph idx="3" type="pic"/>
          </p:nvPr>
        </p:nvSpPr>
        <p:spPr>
          <a:xfrm>
            <a:off x="4698897" y="4214644"/>
            <a:ext cx="1802400" cy="1731000"/>
          </a:xfrm>
          <a:prstGeom prst="rect">
            <a:avLst/>
          </a:prstGeom>
          <a:solidFill>
            <a:schemeClr val="lt1"/>
          </a:solidFill>
          <a:ln>
            <a:noFill/>
          </a:ln>
        </p:spPr>
      </p:sp>
      <p:sp>
        <p:nvSpPr>
          <p:cNvPr id="550" name="Google Shape;550;p66"/>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Layout Slide">
  <p:cSld name="34_Layout Slide">
    <p:spTree>
      <p:nvGrpSpPr>
        <p:cNvPr id="551" name="Shape 551"/>
        <p:cNvGrpSpPr/>
        <p:nvPr/>
      </p:nvGrpSpPr>
      <p:grpSpPr>
        <a:xfrm>
          <a:off x="0" y="0"/>
          <a:ext cx="0" cy="0"/>
          <a:chOff x="0" y="0"/>
          <a:chExt cx="0" cy="0"/>
        </a:xfrm>
      </p:grpSpPr>
      <p:sp>
        <p:nvSpPr>
          <p:cNvPr id="552" name="Google Shape;552;p67"/>
          <p:cNvSpPr/>
          <p:nvPr>
            <p:ph idx="2" type="pic"/>
          </p:nvPr>
        </p:nvSpPr>
        <p:spPr>
          <a:xfrm>
            <a:off x="3500294" y="1321259"/>
            <a:ext cx="1487100" cy="5536800"/>
          </a:xfrm>
          <a:prstGeom prst="rect">
            <a:avLst/>
          </a:prstGeom>
          <a:solidFill>
            <a:schemeClr val="lt1"/>
          </a:solidFill>
          <a:ln>
            <a:noFill/>
          </a:ln>
        </p:spPr>
      </p:sp>
      <p:sp>
        <p:nvSpPr>
          <p:cNvPr id="553" name="Google Shape;553;p67"/>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Layout Slide">
  <p:cSld name="7_Layout Slide">
    <p:spTree>
      <p:nvGrpSpPr>
        <p:cNvPr id="554" name="Shape 554"/>
        <p:cNvGrpSpPr/>
        <p:nvPr/>
      </p:nvGrpSpPr>
      <p:grpSpPr>
        <a:xfrm>
          <a:off x="0" y="0"/>
          <a:ext cx="0" cy="0"/>
          <a:chOff x="0" y="0"/>
          <a:chExt cx="0" cy="0"/>
        </a:xfrm>
      </p:grpSpPr>
      <p:sp>
        <p:nvSpPr>
          <p:cNvPr id="555" name="Google Shape;555;p68"/>
          <p:cNvSpPr/>
          <p:nvPr/>
        </p:nvSpPr>
        <p:spPr>
          <a:xfrm>
            <a:off x="-1" y="2429104"/>
            <a:ext cx="9144000" cy="44289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556" name="Google Shape;556;p68"/>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Layout Slide">
  <p:cSld name="9_Layout Slide">
    <p:spTree>
      <p:nvGrpSpPr>
        <p:cNvPr id="557" name="Shape 557"/>
        <p:cNvGrpSpPr/>
        <p:nvPr/>
      </p:nvGrpSpPr>
      <p:grpSpPr>
        <a:xfrm>
          <a:off x="0" y="0"/>
          <a:ext cx="0" cy="0"/>
          <a:chOff x="0" y="0"/>
          <a:chExt cx="0" cy="0"/>
        </a:xfrm>
      </p:grpSpPr>
      <p:sp>
        <p:nvSpPr>
          <p:cNvPr id="558" name="Google Shape;558;p69"/>
          <p:cNvSpPr/>
          <p:nvPr/>
        </p:nvSpPr>
        <p:spPr>
          <a:xfrm>
            <a:off x="3500294" y="1"/>
            <a:ext cx="56436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Roboto"/>
              <a:ea typeface="Roboto"/>
              <a:cs typeface="Roboto"/>
              <a:sym typeface="Roboto"/>
            </a:endParaRPr>
          </a:p>
        </p:txBody>
      </p:sp>
      <p:sp>
        <p:nvSpPr>
          <p:cNvPr id="559" name="Google Shape;559;p69"/>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Layout Slide">
  <p:cSld name="26_Layout Slide">
    <p:spTree>
      <p:nvGrpSpPr>
        <p:cNvPr id="560" name="Shape 560"/>
        <p:cNvGrpSpPr/>
        <p:nvPr/>
      </p:nvGrpSpPr>
      <p:grpSpPr>
        <a:xfrm>
          <a:off x="0" y="0"/>
          <a:ext cx="0" cy="0"/>
          <a:chOff x="0" y="0"/>
          <a:chExt cx="0" cy="0"/>
        </a:xfrm>
      </p:grpSpPr>
      <p:sp>
        <p:nvSpPr>
          <p:cNvPr id="561" name="Google Shape;561;p70"/>
          <p:cNvSpPr/>
          <p:nvPr>
            <p:ph idx="2" type="pic"/>
          </p:nvPr>
        </p:nvSpPr>
        <p:spPr>
          <a:xfrm>
            <a:off x="5643715" y="2429104"/>
            <a:ext cx="3500400" cy="1785600"/>
          </a:xfrm>
          <a:prstGeom prst="rect">
            <a:avLst/>
          </a:prstGeom>
          <a:solidFill>
            <a:schemeClr val="lt1"/>
          </a:solidFill>
          <a:ln>
            <a:noFill/>
          </a:ln>
        </p:spPr>
      </p:sp>
      <p:sp>
        <p:nvSpPr>
          <p:cNvPr id="562" name="Google Shape;562;p70"/>
          <p:cNvSpPr/>
          <p:nvPr>
            <p:ph idx="3" type="pic"/>
          </p:nvPr>
        </p:nvSpPr>
        <p:spPr>
          <a:xfrm>
            <a:off x="0" y="4428909"/>
            <a:ext cx="3500400" cy="1785600"/>
          </a:xfrm>
          <a:prstGeom prst="rect">
            <a:avLst/>
          </a:prstGeom>
          <a:solidFill>
            <a:schemeClr val="lt1"/>
          </a:solidFill>
          <a:ln>
            <a:noFill/>
          </a:ln>
        </p:spPr>
      </p:sp>
      <p:sp>
        <p:nvSpPr>
          <p:cNvPr id="563" name="Google Shape;563;p70"/>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Layout Slide">
  <p:cSld name="21_Layout Slide">
    <p:spTree>
      <p:nvGrpSpPr>
        <p:cNvPr id="564" name="Shape 564"/>
        <p:cNvGrpSpPr/>
        <p:nvPr/>
      </p:nvGrpSpPr>
      <p:grpSpPr>
        <a:xfrm>
          <a:off x="0" y="0"/>
          <a:ext cx="0" cy="0"/>
          <a:chOff x="0" y="0"/>
          <a:chExt cx="0" cy="0"/>
        </a:xfrm>
      </p:grpSpPr>
      <p:sp>
        <p:nvSpPr>
          <p:cNvPr id="565" name="Google Shape;565;p71"/>
          <p:cNvSpPr/>
          <p:nvPr/>
        </p:nvSpPr>
        <p:spPr>
          <a:xfrm>
            <a:off x="1999900" y="714601"/>
            <a:ext cx="7143900" cy="54288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566" name="Google Shape;566;p71"/>
          <p:cNvSpPr/>
          <p:nvPr>
            <p:ph idx="2" type="pic"/>
          </p:nvPr>
        </p:nvSpPr>
        <p:spPr>
          <a:xfrm>
            <a:off x="6770784" y="1804145"/>
            <a:ext cx="2373300" cy="4339500"/>
          </a:xfrm>
          <a:prstGeom prst="rect">
            <a:avLst/>
          </a:prstGeom>
          <a:solidFill>
            <a:schemeClr val="lt1"/>
          </a:solidFill>
          <a:ln>
            <a:noFill/>
          </a:ln>
        </p:spPr>
      </p:sp>
      <p:sp>
        <p:nvSpPr>
          <p:cNvPr id="567" name="Google Shape;567;p71"/>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Layout Slide">
  <p:cSld name="31_Layout Slide">
    <p:spTree>
      <p:nvGrpSpPr>
        <p:cNvPr id="568" name="Shape 568"/>
        <p:cNvGrpSpPr/>
        <p:nvPr/>
      </p:nvGrpSpPr>
      <p:grpSpPr>
        <a:xfrm>
          <a:off x="0" y="0"/>
          <a:ext cx="0" cy="0"/>
          <a:chOff x="0" y="0"/>
          <a:chExt cx="0" cy="0"/>
        </a:xfrm>
      </p:grpSpPr>
      <p:sp>
        <p:nvSpPr>
          <p:cNvPr id="569" name="Google Shape;569;p72"/>
          <p:cNvSpPr/>
          <p:nvPr>
            <p:ph idx="2" type="pic"/>
          </p:nvPr>
        </p:nvSpPr>
        <p:spPr>
          <a:xfrm>
            <a:off x="0" y="0"/>
            <a:ext cx="3915600" cy="6858000"/>
          </a:xfrm>
          <a:prstGeom prst="rect">
            <a:avLst/>
          </a:prstGeom>
          <a:solidFill>
            <a:schemeClr val="lt1"/>
          </a:solidFill>
          <a:ln>
            <a:noFill/>
          </a:ln>
        </p:spPr>
      </p:sp>
      <p:sp>
        <p:nvSpPr>
          <p:cNvPr id="570" name="Google Shape;570;p72"/>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Layout Slide">
  <p:cSld name="38_Layout Slide">
    <p:spTree>
      <p:nvGrpSpPr>
        <p:cNvPr id="571" name="Shape 571"/>
        <p:cNvGrpSpPr/>
        <p:nvPr/>
      </p:nvGrpSpPr>
      <p:grpSpPr>
        <a:xfrm>
          <a:off x="0" y="0"/>
          <a:ext cx="0" cy="0"/>
          <a:chOff x="0" y="0"/>
          <a:chExt cx="0" cy="0"/>
        </a:xfrm>
      </p:grpSpPr>
      <p:sp>
        <p:nvSpPr>
          <p:cNvPr id="572" name="Google Shape;572;p73"/>
          <p:cNvSpPr/>
          <p:nvPr/>
        </p:nvSpPr>
        <p:spPr>
          <a:xfrm>
            <a:off x="3500294" y="1"/>
            <a:ext cx="56436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573" name="Google Shape;573;p73"/>
          <p:cNvSpPr/>
          <p:nvPr>
            <p:ph idx="2" type="pic"/>
          </p:nvPr>
        </p:nvSpPr>
        <p:spPr>
          <a:xfrm>
            <a:off x="3821807" y="1786310"/>
            <a:ext cx="1554000" cy="3642300"/>
          </a:xfrm>
          <a:prstGeom prst="rect">
            <a:avLst/>
          </a:prstGeom>
          <a:solidFill>
            <a:schemeClr val="lt1"/>
          </a:solidFill>
          <a:ln>
            <a:noFill/>
          </a:ln>
        </p:spPr>
      </p:sp>
      <p:sp>
        <p:nvSpPr>
          <p:cNvPr id="574" name="Google Shape;574;p73"/>
          <p:cNvSpPr/>
          <p:nvPr>
            <p:ph idx="3" type="pic"/>
          </p:nvPr>
        </p:nvSpPr>
        <p:spPr>
          <a:xfrm>
            <a:off x="5456166" y="1786310"/>
            <a:ext cx="1554000" cy="3642300"/>
          </a:xfrm>
          <a:prstGeom prst="rect">
            <a:avLst/>
          </a:prstGeom>
          <a:solidFill>
            <a:schemeClr val="lt1"/>
          </a:solidFill>
          <a:ln>
            <a:noFill/>
          </a:ln>
        </p:spPr>
      </p:sp>
      <p:sp>
        <p:nvSpPr>
          <p:cNvPr id="575" name="Google Shape;575;p73"/>
          <p:cNvSpPr/>
          <p:nvPr>
            <p:ph idx="4" type="pic"/>
          </p:nvPr>
        </p:nvSpPr>
        <p:spPr>
          <a:xfrm>
            <a:off x="7090525" y="1786310"/>
            <a:ext cx="1554000" cy="3642300"/>
          </a:xfrm>
          <a:prstGeom prst="rect">
            <a:avLst/>
          </a:prstGeom>
          <a:solidFill>
            <a:schemeClr val="lt1"/>
          </a:solidFill>
          <a:ln>
            <a:noFill/>
          </a:ln>
        </p:spPr>
      </p:sp>
      <p:sp>
        <p:nvSpPr>
          <p:cNvPr id="576" name="Google Shape;576;p73"/>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Layout Slide">
  <p:cSld name="8_Layout Slide">
    <p:spTree>
      <p:nvGrpSpPr>
        <p:cNvPr id="577" name="Shape 577"/>
        <p:cNvGrpSpPr/>
        <p:nvPr/>
      </p:nvGrpSpPr>
      <p:grpSpPr>
        <a:xfrm>
          <a:off x="0" y="0"/>
          <a:ext cx="0" cy="0"/>
          <a:chOff x="0" y="0"/>
          <a:chExt cx="0" cy="0"/>
        </a:xfrm>
      </p:grpSpPr>
      <p:sp>
        <p:nvSpPr>
          <p:cNvPr id="578" name="Google Shape;578;p74"/>
          <p:cNvSpPr/>
          <p:nvPr/>
        </p:nvSpPr>
        <p:spPr>
          <a:xfrm>
            <a:off x="4947103" y="1"/>
            <a:ext cx="41967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579" name="Google Shape;579;p74"/>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Layout Slide">
  <p:cSld name="12_Layout Slide">
    <p:spTree>
      <p:nvGrpSpPr>
        <p:cNvPr id="580" name="Shape 580"/>
        <p:cNvGrpSpPr/>
        <p:nvPr/>
      </p:nvGrpSpPr>
      <p:grpSpPr>
        <a:xfrm>
          <a:off x="0" y="0"/>
          <a:ext cx="0" cy="0"/>
          <a:chOff x="0" y="0"/>
          <a:chExt cx="0" cy="0"/>
        </a:xfrm>
      </p:grpSpPr>
      <p:sp>
        <p:nvSpPr>
          <p:cNvPr id="581" name="Google Shape;581;p75"/>
          <p:cNvSpPr/>
          <p:nvPr>
            <p:ph idx="2" type="pic"/>
          </p:nvPr>
        </p:nvSpPr>
        <p:spPr>
          <a:xfrm>
            <a:off x="4679176" y="1286359"/>
            <a:ext cx="3697500" cy="4713600"/>
          </a:xfrm>
          <a:prstGeom prst="rect">
            <a:avLst/>
          </a:prstGeom>
          <a:solidFill>
            <a:schemeClr val="lt1"/>
          </a:solidFill>
          <a:ln>
            <a:noFill/>
          </a:ln>
        </p:spPr>
      </p:sp>
      <p:sp>
        <p:nvSpPr>
          <p:cNvPr id="582" name="Google Shape;582;p75"/>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_Layout Slide">
  <p:cSld name="53_Layout Slide">
    <p:spTree>
      <p:nvGrpSpPr>
        <p:cNvPr id="583" name="Shape 583"/>
        <p:cNvGrpSpPr/>
        <p:nvPr/>
      </p:nvGrpSpPr>
      <p:grpSpPr>
        <a:xfrm>
          <a:off x="0" y="0"/>
          <a:ext cx="0" cy="0"/>
          <a:chOff x="0" y="0"/>
          <a:chExt cx="0" cy="0"/>
        </a:xfrm>
      </p:grpSpPr>
      <p:sp>
        <p:nvSpPr>
          <p:cNvPr id="584" name="Google Shape;584;p76"/>
          <p:cNvSpPr/>
          <p:nvPr/>
        </p:nvSpPr>
        <p:spPr>
          <a:xfrm>
            <a:off x="0" y="1"/>
            <a:ext cx="3510600" cy="6858000"/>
          </a:xfrm>
          <a:prstGeom prst="rect">
            <a:avLst/>
          </a:prstGeom>
          <a:solidFill>
            <a:srgbClr val="F7F2ED"/>
          </a:solidFill>
          <a:ln>
            <a:noFill/>
          </a:ln>
        </p:spPr>
        <p:txBody>
          <a:bodyPr anchorCtr="0" anchor="ctr" bIns="38075" lIns="76175" spcFirstLastPara="1" rIns="76175" wrap="square" tIns="380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Roboto"/>
              <a:ea typeface="Roboto"/>
              <a:cs typeface="Roboto"/>
              <a:sym typeface="Roboto"/>
            </a:endParaRPr>
          </a:p>
        </p:txBody>
      </p:sp>
      <p:sp>
        <p:nvSpPr>
          <p:cNvPr id="585" name="Google Shape;585;p76"/>
          <p:cNvSpPr/>
          <p:nvPr/>
        </p:nvSpPr>
        <p:spPr>
          <a:xfrm>
            <a:off x="6757071" y="6478453"/>
            <a:ext cx="2214600" cy="287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700"/>
              <a:buFont typeface="Arial"/>
              <a:buNone/>
            </a:pPr>
            <a:r>
              <a:rPr b="0" i="0" lang="en" sz="700" u="none" cap="none" strike="noStrike">
                <a:solidFill>
                  <a:schemeClr val="accent3"/>
                </a:solidFill>
                <a:latin typeface="Proxima Nova"/>
                <a:ea typeface="Proxima Nova"/>
                <a:cs typeface="Proxima Nova"/>
                <a:sym typeface="Proxima Nova"/>
              </a:rPr>
              <a:t>Student Wellness Center</a:t>
            </a:r>
            <a:endParaRPr b="0" i="0" sz="700" u="none" cap="none" strike="noStrike">
              <a:solidFill>
                <a:schemeClr val="accent3"/>
              </a:solidFill>
              <a:latin typeface="Proxima Nova"/>
              <a:ea typeface="Proxima Nova"/>
              <a:cs typeface="Proxima Nova"/>
              <a:sym typeface="Proxima Nova"/>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62.xml"/><Relationship Id="rId42" Type="http://schemas.openxmlformats.org/officeDocument/2006/relationships/slideLayout" Target="../slideLayouts/slideLayout64.xml"/><Relationship Id="rId41" Type="http://schemas.openxmlformats.org/officeDocument/2006/relationships/slideLayout" Target="../slideLayouts/slideLayout63.xml"/><Relationship Id="rId44" Type="http://schemas.openxmlformats.org/officeDocument/2006/relationships/slideLayout" Target="../slideLayouts/slideLayout66.xml"/><Relationship Id="rId43" Type="http://schemas.openxmlformats.org/officeDocument/2006/relationships/slideLayout" Target="../slideLayouts/slideLayout65.xml"/><Relationship Id="rId46" Type="http://schemas.openxmlformats.org/officeDocument/2006/relationships/slideLayout" Target="../slideLayouts/slideLayout68.xml"/><Relationship Id="rId45" Type="http://schemas.openxmlformats.org/officeDocument/2006/relationships/slideLayout" Target="../slideLayouts/slideLayout67.xml"/><Relationship Id="rId1" Type="http://schemas.openxmlformats.org/officeDocument/2006/relationships/image" Target="../media/image1.jp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48" Type="http://schemas.openxmlformats.org/officeDocument/2006/relationships/slideLayout" Target="../slideLayouts/slideLayout70.xml"/><Relationship Id="rId47" Type="http://schemas.openxmlformats.org/officeDocument/2006/relationships/slideLayout" Target="../slideLayouts/slideLayout69.xml"/><Relationship Id="rId49" Type="http://schemas.openxmlformats.org/officeDocument/2006/relationships/slideLayout" Target="../slideLayouts/slideLayout7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31" Type="http://schemas.openxmlformats.org/officeDocument/2006/relationships/slideLayout" Target="../slideLayouts/slideLayout53.xml"/><Relationship Id="rId30" Type="http://schemas.openxmlformats.org/officeDocument/2006/relationships/slideLayout" Target="../slideLayouts/slideLayout52.xml"/><Relationship Id="rId33" Type="http://schemas.openxmlformats.org/officeDocument/2006/relationships/slideLayout" Target="../slideLayouts/slideLayout55.xml"/><Relationship Id="rId32" Type="http://schemas.openxmlformats.org/officeDocument/2006/relationships/slideLayout" Target="../slideLayouts/slideLayout54.xml"/><Relationship Id="rId35" Type="http://schemas.openxmlformats.org/officeDocument/2006/relationships/slideLayout" Target="../slideLayouts/slideLayout57.xml"/><Relationship Id="rId34" Type="http://schemas.openxmlformats.org/officeDocument/2006/relationships/slideLayout" Target="../slideLayouts/slideLayout56.xml"/><Relationship Id="rId37" Type="http://schemas.openxmlformats.org/officeDocument/2006/relationships/slideLayout" Target="../slideLayouts/slideLayout59.xml"/><Relationship Id="rId36" Type="http://schemas.openxmlformats.org/officeDocument/2006/relationships/slideLayout" Target="../slideLayouts/slideLayout58.xml"/><Relationship Id="rId39" Type="http://schemas.openxmlformats.org/officeDocument/2006/relationships/slideLayout" Target="../slideLayouts/slideLayout61.xml"/><Relationship Id="rId38" Type="http://schemas.openxmlformats.org/officeDocument/2006/relationships/slideLayout" Target="../slideLayouts/slideLayout60.xml"/><Relationship Id="rId20" Type="http://schemas.openxmlformats.org/officeDocument/2006/relationships/slideLayout" Target="../slideLayouts/slideLayout42.xml"/><Relationship Id="rId22" Type="http://schemas.openxmlformats.org/officeDocument/2006/relationships/slideLayout" Target="../slideLayouts/slideLayout44.xml"/><Relationship Id="rId21" Type="http://schemas.openxmlformats.org/officeDocument/2006/relationships/slideLayout" Target="../slideLayouts/slideLayout43.xml"/><Relationship Id="rId24" Type="http://schemas.openxmlformats.org/officeDocument/2006/relationships/slideLayout" Target="../slideLayouts/slideLayout46.xml"/><Relationship Id="rId23" Type="http://schemas.openxmlformats.org/officeDocument/2006/relationships/slideLayout" Target="../slideLayouts/slideLayout45.xml"/><Relationship Id="rId26" Type="http://schemas.openxmlformats.org/officeDocument/2006/relationships/slideLayout" Target="../slideLayouts/slideLayout48.xml"/><Relationship Id="rId25" Type="http://schemas.openxmlformats.org/officeDocument/2006/relationships/slideLayout" Target="../slideLayouts/slideLayout47.xml"/><Relationship Id="rId28" Type="http://schemas.openxmlformats.org/officeDocument/2006/relationships/slideLayout" Target="../slideLayouts/slideLayout50.xml"/><Relationship Id="rId27" Type="http://schemas.openxmlformats.org/officeDocument/2006/relationships/slideLayout" Target="../slideLayouts/slideLayout49.xml"/><Relationship Id="rId29" Type="http://schemas.openxmlformats.org/officeDocument/2006/relationships/slideLayout" Target="../slideLayouts/slideLayout51.xml"/><Relationship Id="rId51" Type="http://schemas.openxmlformats.org/officeDocument/2006/relationships/slideLayout" Target="../slideLayouts/slideLayout73.xml"/><Relationship Id="rId50" Type="http://schemas.openxmlformats.org/officeDocument/2006/relationships/slideLayout" Target="../slideLayouts/slideLayout72.xml"/><Relationship Id="rId5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19" Type="http://schemas.openxmlformats.org/officeDocument/2006/relationships/slideLayout" Target="../slideLayouts/slideLayout41.xml"/><Relationship Id="rId1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7" name="Google Shape;57;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0" name="Shape 10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 id="2147483700" r:id="rId31"/>
    <p:sldLayoutId id="2147483701" r:id="rId32"/>
    <p:sldLayoutId id="2147483702" r:id="rId33"/>
    <p:sldLayoutId id="2147483703" r:id="rId34"/>
    <p:sldLayoutId id="2147483704" r:id="rId35"/>
    <p:sldLayoutId id="2147483705" r:id="rId36"/>
    <p:sldLayoutId id="2147483706" r:id="rId37"/>
    <p:sldLayoutId id="2147483707" r:id="rId38"/>
    <p:sldLayoutId id="2147483708" r:id="rId39"/>
    <p:sldLayoutId id="2147483709" r:id="rId40"/>
    <p:sldLayoutId id="2147483710" r:id="rId41"/>
    <p:sldLayoutId id="2147483711" r:id="rId42"/>
    <p:sldLayoutId id="2147483712" r:id="rId43"/>
    <p:sldLayoutId id="2147483713" r:id="rId44"/>
    <p:sldLayoutId id="2147483714" r:id="rId45"/>
    <p:sldLayoutId id="2147483715" r:id="rId46"/>
    <p:sldLayoutId id="2147483716" r:id="rId47"/>
    <p:sldLayoutId id="2147483717" r:id="rId48"/>
    <p:sldLayoutId id="2147483718" r:id="rId49"/>
    <p:sldLayoutId id="2147483719" r:id="rId50"/>
    <p:sldLayoutId id="2147483720" r:id="rId51"/>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16.png"/><Relationship Id="rId6" Type="http://schemas.openxmlformats.org/officeDocument/2006/relationships/image" Target="../media/image24.png"/><Relationship Id="rId7"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hyperlink" Target="http://en.wikipedia.org/wiki/Universal_asynchronous_receiver/transmitter"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29.png"/><Relationship Id="rId4" Type="http://schemas.openxmlformats.org/officeDocument/2006/relationships/image" Target="../media/image34.png"/><Relationship Id="rId5"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hyperlink" Target="http://www.asciitable.co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7"/>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591" name="Google Shape;591;p77"/>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5</a:t>
            </a:r>
            <a:endParaRPr sz="2800">
              <a:solidFill>
                <a:srgbClr val="595959"/>
              </a:solidFill>
              <a:latin typeface="Comic Sans MS"/>
              <a:ea typeface="Comic Sans MS"/>
              <a:cs typeface="Comic Sans MS"/>
              <a:sym typeface="Comic Sans MS"/>
            </a:endParaRPr>
          </a:p>
        </p:txBody>
      </p:sp>
      <p:pic>
        <p:nvPicPr>
          <p:cNvPr id="592" name="Google Shape;592;p77"/>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93" name="Google Shape;593;p77"/>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8"/>
          <p:cNvSpPr/>
          <p:nvPr/>
        </p:nvSpPr>
        <p:spPr>
          <a:xfrm>
            <a:off x="6003683" y="3478291"/>
            <a:ext cx="310176" cy="281988"/>
          </a:xfrm>
          <a:custGeom>
            <a:rect b="b" l="l" r="r" t="t"/>
            <a:pathLst>
              <a:path extrusionOk="0" h="21600" w="2160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900" u="none" cap="none" strike="noStrike">
              <a:solidFill>
                <a:srgbClr val="F2F2F2"/>
              </a:solidFill>
              <a:latin typeface="Roboto"/>
              <a:ea typeface="Roboto"/>
              <a:cs typeface="Roboto"/>
              <a:sym typeface="Roboto"/>
            </a:endParaRPr>
          </a:p>
        </p:txBody>
      </p:sp>
      <p:pic>
        <p:nvPicPr>
          <p:cNvPr descr="A stop sign with text&#10;&#10;Description automatically generated" id="599" name="Google Shape;599;p78"/>
          <p:cNvPicPr preferRelativeResize="0"/>
          <p:nvPr/>
        </p:nvPicPr>
        <p:blipFill rotWithShape="1">
          <a:blip r:embed="rId3">
            <a:alphaModFix/>
          </a:blip>
          <a:srcRect b="0" l="0" r="19361" t="22988"/>
          <a:stretch/>
        </p:blipFill>
        <p:spPr>
          <a:xfrm>
            <a:off x="0" y="229905"/>
            <a:ext cx="9144007" cy="4890390"/>
          </a:xfrm>
          <a:prstGeom prst="rect">
            <a:avLst/>
          </a:prstGeom>
          <a:noFill/>
          <a:ln>
            <a:noFill/>
          </a:ln>
        </p:spPr>
      </p:pic>
      <p:pic>
        <p:nvPicPr>
          <p:cNvPr id="600" name="Google Shape;600;p78"/>
          <p:cNvPicPr preferRelativeResize="0"/>
          <p:nvPr/>
        </p:nvPicPr>
        <p:blipFill rotWithShape="1">
          <a:blip r:embed="rId4">
            <a:alphaModFix/>
          </a:blip>
          <a:srcRect b="0" l="0" r="0" t="0"/>
          <a:stretch/>
        </p:blipFill>
        <p:spPr>
          <a:xfrm>
            <a:off x="8108596" y="5579982"/>
            <a:ext cx="929497" cy="952900"/>
          </a:xfrm>
          <a:prstGeom prst="rect">
            <a:avLst/>
          </a:prstGeom>
          <a:noFill/>
          <a:ln>
            <a:noFill/>
          </a:ln>
        </p:spPr>
      </p:pic>
      <p:sp>
        <p:nvSpPr>
          <p:cNvPr id="601" name="Google Shape;601;p78"/>
          <p:cNvSpPr txBox="1"/>
          <p:nvPr/>
        </p:nvSpPr>
        <p:spPr>
          <a:xfrm>
            <a:off x="205082" y="5734391"/>
            <a:ext cx="58902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000000"/>
                </a:solidFill>
                <a:latin typeface="Arial"/>
                <a:ea typeface="Arial"/>
                <a:cs typeface="Arial"/>
                <a:sym typeface="Arial"/>
              </a:rPr>
              <a:t>Even starting class with </a:t>
            </a:r>
            <a:r>
              <a:rPr b="1" i="0" lang="en" sz="1200" u="none" cap="none" strike="noStrike">
                <a:solidFill>
                  <a:srgbClr val="0000FF"/>
                </a:solidFill>
              </a:rPr>
              <a:t>brief mindful moments</a:t>
            </a:r>
            <a:r>
              <a:rPr b="0" i="0" lang="en" sz="1200" u="none" cap="none" strike="noStrike">
                <a:solidFill>
                  <a:schemeClr val="dk1"/>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can boost academic performance and can help </a:t>
            </a:r>
            <a:r>
              <a:rPr b="1" i="0" lang="en" sz="1200" u="none" cap="none" strike="noStrike">
                <a:solidFill>
                  <a:srgbClr val="0000FF"/>
                </a:solidFill>
              </a:rPr>
              <a:t>you </a:t>
            </a:r>
            <a:r>
              <a:rPr b="0" i="0" lang="en" sz="1200" u="none" cap="none" strike="noStrike">
                <a:solidFill>
                  <a:srgbClr val="000000"/>
                </a:solidFill>
                <a:latin typeface="Arial"/>
                <a:ea typeface="Arial"/>
                <a:cs typeface="Arial"/>
                <a:sym typeface="Arial"/>
              </a:rPr>
              <a:t>feel more focused and relaxed. </a:t>
            </a:r>
            <a:endParaRPr b="0" i="0" sz="1000" u="none" cap="none" strike="noStrike">
              <a:solidFill>
                <a:srgbClr val="000000"/>
              </a:solidFill>
              <a:latin typeface="Arial"/>
              <a:ea typeface="Arial"/>
              <a:cs typeface="Arial"/>
              <a:sym typeface="Arial"/>
            </a:endParaRPr>
          </a:p>
        </p:txBody>
      </p:sp>
      <p:sp>
        <p:nvSpPr>
          <p:cNvPr id="602" name="Google Shape;602;p78"/>
          <p:cNvSpPr txBox="1"/>
          <p:nvPr/>
        </p:nvSpPr>
        <p:spPr>
          <a:xfrm>
            <a:off x="205081" y="5408961"/>
            <a:ext cx="515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Did you know?</a:t>
            </a:r>
            <a:endParaRPr b="0" i="0" sz="1000" u="none" cap="none" strike="noStrike">
              <a:solidFill>
                <a:srgbClr val="000000"/>
              </a:solidFill>
              <a:latin typeface="Arial"/>
              <a:ea typeface="Arial"/>
              <a:cs typeface="Arial"/>
              <a:sym typeface="Arial"/>
            </a:endParaRPr>
          </a:p>
        </p:txBody>
      </p:sp>
      <p:sp>
        <p:nvSpPr>
          <p:cNvPr id="603" name="Google Shape;603;p78"/>
          <p:cNvSpPr txBox="1"/>
          <p:nvPr/>
        </p:nvSpPr>
        <p:spPr>
          <a:xfrm>
            <a:off x="205082" y="6437666"/>
            <a:ext cx="45708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800" u="none" cap="none" strike="noStrike">
                <a:solidFill>
                  <a:srgbClr val="000000"/>
                </a:solidFill>
                <a:latin typeface="Arial"/>
                <a:ea typeface="Arial"/>
                <a:cs typeface="Arial"/>
                <a:sym typeface="Arial"/>
              </a:rPr>
              <a:t>https://health.cornell.edu/about/news/study-breaks-stress-busters</a:t>
            </a:r>
            <a:endParaRPr b="0" i="0" sz="1000" u="none" cap="none" strike="noStrike">
              <a:solidFill>
                <a:srgbClr val="000000"/>
              </a:solidFill>
              <a:latin typeface="Arial"/>
              <a:ea typeface="Arial"/>
              <a:cs typeface="Arial"/>
              <a:sym typeface="Arial"/>
            </a:endParaRPr>
          </a:p>
        </p:txBody>
      </p:sp>
      <p:sp>
        <p:nvSpPr>
          <p:cNvPr id="604" name="Google Shape;604;p78"/>
          <p:cNvSpPr txBox="1"/>
          <p:nvPr/>
        </p:nvSpPr>
        <p:spPr>
          <a:xfrm>
            <a:off x="1904054" y="348176"/>
            <a:ext cx="5335800" cy="484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700" u="none" cap="none" strike="noStrike">
                <a:solidFill>
                  <a:srgbClr val="0F374C"/>
                </a:solidFill>
                <a:latin typeface="Arial"/>
                <a:ea typeface="Arial"/>
                <a:cs typeface="Arial"/>
                <a:sym typeface="Arial"/>
              </a:rPr>
              <a:t>POWER OF THE PAUSE</a:t>
            </a:r>
            <a:endParaRPr b="1" i="0" sz="2100" u="none" cap="none" strike="noStrike">
              <a:solidFill>
                <a:srgbClr val="0F374C"/>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9"/>
          <p:cNvSpPr txBox="1"/>
          <p:nvPr>
            <p:ph type="title"/>
          </p:nvPr>
        </p:nvSpPr>
        <p:spPr>
          <a:xfrm>
            <a:off x="311700" y="2365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1 Feedback</a:t>
            </a:r>
            <a:endParaRPr/>
          </a:p>
        </p:txBody>
      </p:sp>
      <p:sp>
        <p:nvSpPr>
          <p:cNvPr id="610" name="Google Shape;610;p79"/>
          <p:cNvSpPr txBox="1"/>
          <p:nvPr>
            <p:ph idx="1" type="body"/>
          </p:nvPr>
        </p:nvSpPr>
        <p:spPr>
          <a:xfrm>
            <a:off x="311700" y="1000025"/>
            <a:ext cx="8520600" cy="5311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Look at the comments in your lab.</a:t>
            </a:r>
            <a:endParaRPr/>
          </a:p>
          <a:p>
            <a:pPr indent="-342900" lvl="0" marL="457200" rtl="0" algn="l">
              <a:spcBef>
                <a:spcPts val="0"/>
              </a:spcBef>
              <a:spcAft>
                <a:spcPts val="0"/>
              </a:spcAft>
              <a:buSzPts val="1800"/>
              <a:buChar char="●"/>
            </a:pPr>
            <a:r>
              <a:rPr lang="en"/>
              <a:t>While Lab 1 deductions are small, from now on: </a:t>
            </a:r>
            <a:endParaRPr/>
          </a:p>
          <a:p>
            <a:pPr indent="-317500" lvl="1" marL="914400" rtl="0" algn="l">
              <a:spcBef>
                <a:spcPts val="0"/>
              </a:spcBef>
              <a:spcAft>
                <a:spcPts val="0"/>
              </a:spcAft>
              <a:buSzPts val="1400"/>
              <a:buChar char="○"/>
            </a:pPr>
            <a:r>
              <a:rPr lang="en"/>
              <a:t>Poor style will cause larger deductions.</a:t>
            </a:r>
            <a:endParaRPr/>
          </a:p>
          <a:p>
            <a:pPr indent="-317500" lvl="1" marL="914400" rtl="0" algn="l">
              <a:spcBef>
                <a:spcPts val="0"/>
              </a:spcBef>
              <a:spcAft>
                <a:spcPts val="0"/>
              </a:spcAft>
              <a:buSzPts val="1400"/>
              <a:buChar char="○"/>
            </a:pPr>
            <a:r>
              <a:rPr lang="en"/>
              <a:t>Inefficient / redundant code will cause deductions.</a:t>
            </a:r>
            <a:endParaRPr/>
          </a:p>
          <a:p>
            <a:pPr indent="-342900" lvl="0" marL="457200" rtl="0" algn="l">
              <a:spcBef>
                <a:spcPts val="0"/>
              </a:spcBef>
              <a:spcAft>
                <a:spcPts val="0"/>
              </a:spcAft>
              <a:buSzPts val="1800"/>
              <a:buChar char="●"/>
            </a:pPr>
            <a:r>
              <a:rPr lang="en"/>
              <a:t>Delete unused code.</a:t>
            </a:r>
            <a:endParaRPr/>
          </a:p>
          <a:p>
            <a:pPr indent="-342900" lvl="0" marL="457200" rtl="0" algn="l">
              <a:spcBef>
                <a:spcPts val="0"/>
              </a:spcBef>
              <a:spcAft>
                <a:spcPts val="0"/>
              </a:spcAft>
              <a:buSzPts val="1800"/>
              <a:buChar char="●"/>
            </a:pPr>
            <a:r>
              <a:rPr lang="en"/>
              <a:t>Comments</a:t>
            </a:r>
            <a:r>
              <a:rPr lang="en"/>
              <a:t> need to match your code.</a:t>
            </a:r>
            <a:endParaRPr/>
          </a:p>
          <a:p>
            <a:pPr indent="-342900" lvl="0" marL="457200" rtl="0" algn="l">
              <a:spcBef>
                <a:spcPts val="0"/>
              </a:spcBef>
              <a:spcAft>
                <a:spcPts val="0"/>
              </a:spcAft>
              <a:buSzPts val="1800"/>
              <a:buChar char="●"/>
            </a:pPr>
            <a:r>
              <a:rPr lang="en"/>
              <a:t>Delete unused #defines.</a:t>
            </a:r>
            <a:endParaRPr/>
          </a:p>
          <a:p>
            <a:pPr indent="-342900" lvl="0" marL="457200" rtl="0" algn="l">
              <a:spcBef>
                <a:spcPts val="0"/>
              </a:spcBef>
              <a:spcAft>
                <a:spcPts val="0"/>
              </a:spcAft>
              <a:buSzPts val="1800"/>
              <a:buChar char="●"/>
            </a:pPr>
            <a:r>
              <a:rPr lang="en"/>
              <a:t>Do not include unnecessary libraries.</a:t>
            </a:r>
            <a:endParaRPr/>
          </a:p>
          <a:p>
            <a:pPr indent="-342900" lvl="0" marL="457200" rtl="0" algn="l">
              <a:spcBef>
                <a:spcPts val="0"/>
              </a:spcBef>
              <a:spcAft>
                <a:spcPts val="0"/>
              </a:spcAft>
              <a:buSzPts val="1800"/>
              <a:buChar char="●"/>
            </a:pPr>
            <a:r>
              <a:rPr lang="en"/>
              <a:t>Even if your code is working and you received a signature for it, this doesn't mean you are necessarily done. </a:t>
            </a:r>
            <a:endParaRPr/>
          </a:p>
          <a:p>
            <a:pPr indent="-317500" lvl="1" marL="914400" rtl="0" algn="l">
              <a:spcBef>
                <a:spcPts val="0"/>
              </a:spcBef>
              <a:spcAft>
                <a:spcPts val="0"/>
              </a:spcAft>
              <a:buSzPts val="1400"/>
              <a:buChar char="○"/>
            </a:pPr>
            <a:r>
              <a:rPr lang="en"/>
              <a:t>Double-check your code.</a:t>
            </a:r>
            <a:endParaRPr/>
          </a:p>
          <a:p>
            <a:pPr indent="-317500" lvl="1" marL="914400" rtl="0" algn="l">
              <a:spcBef>
                <a:spcPts val="0"/>
              </a:spcBef>
              <a:spcAft>
                <a:spcPts val="0"/>
              </a:spcAft>
              <a:buSzPts val="1400"/>
              <a:buChar char="○"/>
            </a:pPr>
            <a:r>
              <a:rPr lang="en"/>
              <a:t>If your code doesn't do what you showed to get your signature it's a problem.</a:t>
            </a:r>
            <a:endParaRPr/>
          </a:p>
          <a:p>
            <a:pPr indent="-317500" lvl="1" marL="914400" rtl="0" algn="l">
              <a:spcBef>
                <a:spcPts val="0"/>
              </a:spcBef>
              <a:spcAft>
                <a:spcPts val="0"/>
              </a:spcAft>
              <a:buSzPts val="1400"/>
              <a:buChar char="○"/>
            </a:pPr>
            <a:r>
              <a:rPr lang="en"/>
              <a:t>Optimize your code.</a:t>
            </a:r>
            <a:endParaRPr/>
          </a:p>
          <a:p>
            <a:pPr indent="-342900" lvl="0" marL="457200" rtl="0" algn="l">
              <a:spcBef>
                <a:spcPts val="0"/>
              </a:spcBef>
              <a:spcAft>
                <a:spcPts val="0"/>
              </a:spcAft>
              <a:buSzPts val="1800"/>
              <a:buChar char="●"/>
            </a:pPr>
            <a:r>
              <a:rPr lang="en"/>
              <a:t>If you submit an emergency video instead of a signature, be sure your code does what your video shows.</a:t>
            </a:r>
            <a:endParaRPr/>
          </a:p>
          <a:p>
            <a:pPr indent="-342900" lvl="0" marL="457200" rtl="0" algn="l">
              <a:spcBef>
                <a:spcPts val="0"/>
              </a:spcBef>
              <a:spcAft>
                <a:spcPts val="0"/>
              </a:spcAft>
              <a:buSzPts val="1800"/>
              <a:buChar char="●"/>
            </a:pPr>
            <a:r>
              <a:rPr lang="en"/>
              <a:t>If we can't understand your code </a:t>
            </a:r>
            <a:r>
              <a:rPr lang="en"/>
              <a:t>you</a:t>
            </a:r>
            <a:r>
              <a:rPr lang="en"/>
              <a:t>'ll receive a 0 and you'll have to come explain your code to us.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0"/>
          <p:cNvSpPr txBox="1"/>
          <p:nvPr>
            <p:ph type="title"/>
          </p:nvPr>
        </p:nvSpPr>
        <p:spPr>
          <a:xfrm>
            <a:off x="311700" y="2237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Q&amp;As</a:t>
            </a:r>
            <a:endParaRPr/>
          </a:p>
        </p:txBody>
      </p:sp>
      <p:sp>
        <p:nvSpPr>
          <p:cNvPr id="616" name="Google Shape;616;p80"/>
          <p:cNvSpPr txBox="1"/>
          <p:nvPr>
            <p:ph idx="1" type="body"/>
          </p:nvPr>
        </p:nvSpPr>
        <p:spPr>
          <a:xfrm>
            <a:off x="311700" y="987274"/>
            <a:ext cx="8520600" cy="51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Why did I get a '0' on my HiTA conversation?</a:t>
            </a:r>
            <a:endParaRPr>
              <a:solidFill>
                <a:srgbClr val="0000FF"/>
              </a:solidFill>
            </a:endParaRPr>
          </a:p>
          <a:p>
            <a:pPr indent="-342900" lvl="0" marL="457200" rtl="0" algn="l">
              <a:spcBef>
                <a:spcPts val="1600"/>
              </a:spcBef>
              <a:spcAft>
                <a:spcPts val="0"/>
              </a:spcAft>
              <a:buSzPts val="1800"/>
              <a:buChar char="●"/>
            </a:pPr>
            <a:r>
              <a:rPr lang="en"/>
              <a:t>If the AI determines that your understanding of the topic wasn't quite detailed enough yet, it'll grade your work as a 0.</a:t>
            </a:r>
            <a:endParaRPr/>
          </a:p>
          <a:p>
            <a:pPr indent="-342900" lvl="0" marL="457200" rtl="0" algn="l">
              <a:spcBef>
                <a:spcPts val="0"/>
              </a:spcBef>
              <a:spcAft>
                <a:spcPts val="0"/>
              </a:spcAft>
              <a:buSzPts val="1800"/>
              <a:buChar char="●"/>
            </a:pPr>
            <a:r>
              <a:rPr lang="en"/>
              <a:t>In that case, you can learn from the AI explanations and retake the assignment.</a:t>
            </a:r>
            <a:endParaRPr/>
          </a:p>
          <a:p>
            <a:pPr indent="0" lvl="0" marL="0" rtl="0" algn="l">
              <a:spcBef>
                <a:spcPts val="1600"/>
              </a:spcBef>
              <a:spcAft>
                <a:spcPts val="0"/>
              </a:spcAft>
              <a:buNone/>
            </a:pPr>
            <a:r>
              <a:rPr lang="en">
                <a:solidFill>
                  <a:srgbClr val="2A00FF"/>
                </a:solidFill>
              </a:rPr>
              <a:t>What's a </a:t>
            </a:r>
            <a:r>
              <a:rPr b="1" lang="en">
                <a:solidFill>
                  <a:srgbClr val="2A00FF"/>
                </a:solidFill>
                <a:latin typeface="Courier New"/>
                <a:ea typeface="Courier New"/>
                <a:cs typeface="Courier New"/>
                <a:sym typeface="Courier New"/>
              </a:rPr>
              <a:t>unit8_t</a:t>
            </a:r>
            <a:r>
              <a:rPr lang="en">
                <a:solidFill>
                  <a:srgbClr val="2A00FF"/>
                </a:solidFill>
              </a:rPr>
              <a:t>?</a:t>
            </a:r>
            <a:endParaRPr>
              <a:solidFill>
                <a:srgbClr val="2A00FF"/>
              </a:solidFill>
            </a:endParaRPr>
          </a:p>
          <a:p>
            <a:pPr indent="-342900" lvl="0" marL="457200" rtl="0" algn="l">
              <a:spcBef>
                <a:spcPts val="1600"/>
              </a:spcBef>
              <a:spcAft>
                <a:spcPts val="0"/>
              </a:spcAft>
              <a:buSzPts val="1800"/>
              <a:buChar char="●"/>
            </a:pPr>
            <a:r>
              <a:rPr lang="en"/>
              <a:t>It's </a:t>
            </a:r>
            <a:r>
              <a:rPr lang="en"/>
              <a:t>an unsigned 8-bit integer data type, part of the stdint.h library</a:t>
            </a:r>
            <a:endParaRPr/>
          </a:p>
          <a:p>
            <a:pPr indent="-342900" lvl="0" marL="457200" rtl="0" algn="l">
              <a:spcBef>
                <a:spcPts val="0"/>
              </a:spcBef>
              <a:spcAft>
                <a:spcPts val="0"/>
              </a:spcAft>
              <a:buSzPts val="1800"/>
              <a:buChar char="●"/>
            </a:pPr>
            <a:r>
              <a:rPr lang="en"/>
              <a:t>The "int" data type has a variable size across platforms</a:t>
            </a:r>
            <a:endParaRPr/>
          </a:p>
          <a:p>
            <a:pPr indent="0" lvl="0" marL="0" rtl="0" algn="l">
              <a:spcBef>
                <a:spcPts val="1600"/>
              </a:spcBef>
              <a:spcAft>
                <a:spcPts val="0"/>
              </a:spcAft>
              <a:buNone/>
            </a:pPr>
            <a:r>
              <a:rPr lang="en">
                <a:solidFill>
                  <a:srgbClr val="0000FF"/>
                </a:solidFill>
              </a:rPr>
              <a:t>Why am I getting the error: </a:t>
            </a:r>
            <a:r>
              <a:rPr b="1" lang="en" sz="1300">
                <a:solidFill>
                  <a:srgbClr val="0000FF"/>
                </a:solidFill>
                <a:latin typeface="Courier New"/>
                <a:ea typeface="Courier New"/>
                <a:cs typeface="Courier New"/>
                <a:sym typeface="Courier New"/>
              </a:rPr>
              <a:t>uint32_t last_event_time = get_ticks(); gives error: ../Src/blinkyCNT.c:47:32: warning: implicit declaration of function 'get_ticks' [-Wimplicit-function-declaration] 47 | uint32_t last_event_time = get_ticks();</a:t>
            </a:r>
            <a:r>
              <a:rPr lang="en">
                <a:solidFill>
                  <a:srgbClr val="0000FF"/>
                </a:solidFill>
              </a:rPr>
              <a:t> </a:t>
            </a:r>
            <a:endParaRPr>
              <a:solidFill>
                <a:srgbClr val="0000FF"/>
              </a:solidFill>
            </a:endParaRPr>
          </a:p>
          <a:p>
            <a:pPr indent="-342900" lvl="0" marL="457200" rtl="0" algn="l">
              <a:spcBef>
                <a:spcPts val="1600"/>
              </a:spcBef>
              <a:spcAft>
                <a:spcPts val="0"/>
              </a:spcAft>
              <a:buSzPts val="1800"/>
              <a:buChar char="●"/>
            </a:pPr>
            <a:r>
              <a:rPr lang="en"/>
              <a:t>You probably forgot to #include "ES28.h"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81"/>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Print statements (YES!)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5" name="Shape 625"/>
        <p:cNvGrpSpPr/>
        <p:nvPr/>
      </p:nvGrpSpPr>
      <p:grpSpPr>
        <a:xfrm>
          <a:off x="0" y="0"/>
          <a:ext cx="0" cy="0"/>
          <a:chOff x="0" y="0"/>
          <a:chExt cx="0" cy="0"/>
        </a:xfrm>
      </p:grpSpPr>
      <p:sp>
        <p:nvSpPr>
          <p:cNvPr id="626" name="Google Shape;626;p8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Instructor Notes</a:t>
            </a:r>
            <a:endParaRPr/>
          </a:p>
        </p:txBody>
      </p:sp>
      <p:sp>
        <p:nvSpPr>
          <p:cNvPr id="627" name="Google Shape;627;p8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Multiple students excluded syscalls.c and sysmem.c from their resource configuration, resulting in the code compiling (probably with warnings) and uploading, but nothing printing in Coolterm.</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3"/>
          <p:cNvSpPr txBox="1"/>
          <p:nvPr>
            <p:ph type="title"/>
          </p:nvPr>
        </p:nvSpPr>
        <p:spPr>
          <a:xfrm>
            <a:off x="311700" y="141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to use print statements in your code</a:t>
            </a:r>
            <a:endParaRPr/>
          </a:p>
        </p:txBody>
      </p:sp>
      <p:sp>
        <p:nvSpPr>
          <p:cNvPr id="633" name="Google Shape;633;p83"/>
          <p:cNvSpPr txBox="1"/>
          <p:nvPr>
            <p:ph idx="1" type="body"/>
          </p:nvPr>
        </p:nvSpPr>
        <p:spPr>
          <a:xfrm>
            <a:off x="311700" y="1036550"/>
            <a:ext cx="8520600" cy="30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Diagnostic print statements (and other good things).  First, the how-to, and then the explanation of how it works.</a:t>
            </a:r>
            <a:endParaRPr sz="1600">
              <a:solidFill>
                <a:schemeClr val="dk1"/>
              </a:solidFill>
            </a:endParaRPr>
          </a:p>
          <a:p>
            <a:pPr indent="0" lvl="0" marL="0" rtl="0" algn="l">
              <a:spcBef>
                <a:spcPts val="1600"/>
              </a:spcBef>
              <a:spcAft>
                <a:spcPts val="0"/>
              </a:spcAft>
              <a:buNone/>
            </a:pPr>
            <a:r>
              <a:rPr lang="en" sz="1600">
                <a:solidFill>
                  <a:srgbClr val="0000FF"/>
                </a:solidFill>
              </a:rPr>
              <a:t>Step 1: We'll add some files to the C library for our class projects.</a:t>
            </a:r>
            <a:br>
              <a:rPr lang="en" sz="1600">
                <a:solidFill>
                  <a:srgbClr val="0000FF"/>
                </a:solidFill>
              </a:rPr>
            </a:br>
            <a:endParaRPr sz="1600">
              <a:solidFill>
                <a:srgbClr val="0000FF"/>
              </a:solidFill>
            </a:endParaRPr>
          </a:p>
          <a:p>
            <a:pPr indent="-330200" lvl="0" marL="457200" rtl="0" algn="l">
              <a:spcBef>
                <a:spcPts val="0"/>
              </a:spcBef>
              <a:spcAft>
                <a:spcPts val="0"/>
              </a:spcAft>
              <a:buClr>
                <a:schemeClr val="dk1"/>
              </a:buClr>
              <a:buSzPts val="1600"/>
              <a:buChar char="●"/>
            </a:pPr>
            <a:r>
              <a:rPr lang="en" sz="1600">
                <a:solidFill>
                  <a:schemeClr val="dk1"/>
                </a:solidFill>
              </a:rPr>
              <a:t>Remember the "mylib" folder we created during the installation process before the start of classes?</a:t>
            </a:r>
            <a:br>
              <a:rPr lang="en" sz="1600">
                <a:solidFill>
                  <a:schemeClr val="dk1"/>
                </a:solidFill>
              </a:rPr>
            </a:br>
            <a:endParaRPr sz="1600">
              <a:solidFill>
                <a:schemeClr val="dk1"/>
              </a:solidFill>
            </a:endParaRPr>
          </a:p>
          <a:p>
            <a:pPr indent="-330200" lvl="0" marL="457200" rtl="0" algn="l">
              <a:spcBef>
                <a:spcPts val="0"/>
              </a:spcBef>
              <a:spcAft>
                <a:spcPts val="0"/>
              </a:spcAft>
              <a:buSzPts val="1600"/>
              <a:buChar char="●"/>
            </a:pPr>
            <a:r>
              <a:rPr lang="en" sz="1600">
                <a:solidFill>
                  <a:schemeClr val="dk1"/>
                </a:solidFill>
              </a:rPr>
              <a:t>Download</a:t>
            </a:r>
            <a:r>
              <a:rPr lang="en" sz="1600">
                <a:solidFill>
                  <a:schemeClr val="dk1"/>
                </a:solidFill>
                <a:latin typeface="Courier New"/>
                <a:ea typeface="Courier New"/>
                <a:cs typeface="Courier New"/>
                <a:sym typeface="Courier New"/>
              </a:rPr>
              <a:t> </a:t>
            </a:r>
            <a:r>
              <a:rPr b="1" lang="en" sz="1600">
                <a:solidFill>
                  <a:srgbClr val="CC0000"/>
                </a:solidFill>
                <a:latin typeface="Courier New"/>
                <a:ea typeface="Courier New"/>
                <a:cs typeface="Courier New"/>
                <a:sym typeface="Courier New"/>
              </a:rPr>
              <a:t>uart.c</a:t>
            </a:r>
            <a:r>
              <a:rPr lang="en" sz="1600">
                <a:solidFill>
                  <a:schemeClr val="dk1"/>
                </a:solidFill>
              </a:rPr>
              <a:t> and </a:t>
            </a:r>
            <a:r>
              <a:rPr b="1" lang="en" sz="1600">
                <a:solidFill>
                  <a:srgbClr val="CC0000"/>
                </a:solidFill>
                <a:latin typeface="Courier New"/>
                <a:ea typeface="Courier New"/>
                <a:cs typeface="Courier New"/>
                <a:sym typeface="Courier New"/>
              </a:rPr>
              <a:t>uart.h</a:t>
            </a:r>
            <a:r>
              <a:rPr lang="en" sz="1600">
                <a:solidFill>
                  <a:schemeClr val="dk1"/>
                </a:solidFill>
              </a:rPr>
              <a:t> from Canvas and put both into your </a:t>
            </a:r>
            <a:r>
              <a:rPr b="1" lang="en" sz="1600">
                <a:solidFill>
                  <a:srgbClr val="CC0000"/>
                </a:solidFill>
              </a:rPr>
              <a:t>mylib</a:t>
            </a:r>
            <a:r>
              <a:rPr lang="en" sz="1600">
                <a:solidFill>
                  <a:schemeClr val="dk1"/>
                </a:solidFill>
              </a:rPr>
              <a:t> folder.</a:t>
            </a:r>
            <a:br>
              <a:rPr lang="en" sz="1600">
                <a:solidFill>
                  <a:schemeClr val="dk1"/>
                </a:solidFill>
              </a:rPr>
            </a:br>
            <a:endParaRPr sz="1600">
              <a:solidFill>
                <a:schemeClr val="dk1"/>
              </a:solidFill>
            </a:endParaRPr>
          </a:p>
          <a:p>
            <a:pPr indent="0" lvl="0" marL="0" rtl="0" algn="l">
              <a:spcBef>
                <a:spcPts val="0"/>
              </a:spcBef>
              <a:spcAft>
                <a:spcPts val="1600"/>
              </a:spcAft>
              <a:buNone/>
            </a:pPr>
            <a:r>
              <a:t/>
            </a:r>
            <a:endParaRPr sz="1600"/>
          </a:p>
        </p:txBody>
      </p:sp>
      <p:pic>
        <p:nvPicPr>
          <p:cNvPr id="634" name="Google Shape;634;p83"/>
          <p:cNvPicPr preferRelativeResize="0"/>
          <p:nvPr/>
        </p:nvPicPr>
        <p:blipFill>
          <a:blip r:embed="rId3">
            <a:alphaModFix/>
          </a:blip>
          <a:stretch>
            <a:fillRect/>
          </a:stretch>
        </p:blipFill>
        <p:spPr>
          <a:xfrm>
            <a:off x="6234625" y="3981725"/>
            <a:ext cx="2315158" cy="2468649"/>
          </a:xfrm>
          <a:prstGeom prst="rect">
            <a:avLst/>
          </a:prstGeom>
          <a:noFill/>
          <a:ln>
            <a:noFill/>
          </a:ln>
        </p:spPr>
      </p:pic>
      <p:sp>
        <p:nvSpPr>
          <p:cNvPr id="635" name="Google Shape;635;p83"/>
          <p:cNvSpPr/>
          <p:nvPr/>
        </p:nvSpPr>
        <p:spPr>
          <a:xfrm>
            <a:off x="7081700" y="4798900"/>
            <a:ext cx="529800" cy="317400"/>
          </a:xfrm>
          <a:prstGeom prst="roundRect">
            <a:avLst>
              <a:gd fmla="val 16667" name="adj"/>
            </a:avLst>
          </a:prstGeom>
          <a:noFill/>
          <a:ln cap="flat" cmpd="sng" w="28575">
            <a:solidFill>
              <a:srgbClr val="CD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83"/>
          <p:cNvSpPr txBox="1"/>
          <p:nvPr/>
        </p:nvSpPr>
        <p:spPr>
          <a:xfrm>
            <a:off x="311700" y="4401825"/>
            <a:ext cx="5456100" cy="20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Since only your "workspace" folder is controlled by the CubeIDE (we linked mylib to your projects but that does not give the IDE control over that folder), you can simply </a:t>
            </a:r>
            <a:r>
              <a:rPr lang="en" sz="1800">
                <a:solidFill>
                  <a:schemeClr val="dk2"/>
                </a:solidFill>
                <a:highlight>
                  <a:srgbClr val="FFFF00"/>
                </a:highlight>
              </a:rPr>
              <a:t>use your computer's file manager</a:t>
            </a:r>
            <a:r>
              <a:rPr lang="en" sz="1800">
                <a:solidFill>
                  <a:schemeClr val="dk2"/>
                </a:solidFill>
              </a:rPr>
              <a:t> to get the files to where you want them.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rgbClr val="0000FF"/>
                </a:solidFill>
              </a:rPr>
              <a:t>The final result </a:t>
            </a:r>
            <a:r>
              <a:rPr lang="en" sz="1800">
                <a:solidFill>
                  <a:srgbClr val="0000FF"/>
                </a:solidFill>
              </a:rPr>
              <a:t>should</a:t>
            </a:r>
            <a:r>
              <a:rPr lang="en" sz="1800">
                <a:solidFill>
                  <a:srgbClr val="0000FF"/>
                </a:solidFill>
              </a:rPr>
              <a:t> be this:</a:t>
            </a:r>
            <a:endParaRPr sz="1800">
              <a:solidFill>
                <a:srgbClr val="0000FF"/>
              </a:solidFill>
            </a:endParaRPr>
          </a:p>
        </p:txBody>
      </p:sp>
      <p:cxnSp>
        <p:nvCxnSpPr>
          <p:cNvPr id="637" name="Google Shape;637;p83"/>
          <p:cNvCxnSpPr/>
          <p:nvPr/>
        </p:nvCxnSpPr>
        <p:spPr>
          <a:xfrm flipH="1" rot="10800000">
            <a:off x="3698075" y="5671250"/>
            <a:ext cx="3146100" cy="5796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4"/>
          <p:cNvSpPr txBox="1"/>
          <p:nvPr>
            <p:ph type="title"/>
          </p:nvPr>
        </p:nvSpPr>
        <p:spPr>
          <a:xfrm>
            <a:off x="311700" y="141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to use print statements in your code</a:t>
            </a:r>
            <a:endParaRPr/>
          </a:p>
        </p:txBody>
      </p:sp>
      <p:sp>
        <p:nvSpPr>
          <p:cNvPr id="643" name="Google Shape;643;p84"/>
          <p:cNvSpPr txBox="1"/>
          <p:nvPr>
            <p:ph idx="1" type="body"/>
          </p:nvPr>
        </p:nvSpPr>
        <p:spPr>
          <a:xfrm>
            <a:off x="311700" y="1036550"/>
            <a:ext cx="8520600" cy="22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FF"/>
                </a:solidFill>
              </a:rPr>
              <a:t>Step 2: Create a "Counter" project.</a:t>
            </a:r>
            <a:br>
              <a:rPr lang="en" sz="1600">
                <a:solidFill>
                  <a:srgbClr val="0000FF"/>
                </a:solidFill>
              </a:rPr>
            </a:br>
            <a:endParaRPr/>
          </a:p>
          <a:p>
            <a:pPr indent="-330200" lvl="0" marL="457200" rtl="0" algn="l">
              <a:spcBef>
                <a:spcPts val="0"/>
              </a:spcBef>
              <a:spcAft>
                <a:spcPts val="0"/>
              </a:spcAft>
              <a:buSzPts val="1600"/>
              <a:buChar char="●"/>
            </a:pPr>
            <a:r>
              <a:rPr lang="en" sz="1600">
                <a:solidFill>
                  <a:schemeClr val="dk1"/>
                </a:solidFill>
              </a:rPr>
              <a:t>Create a new project "</a:t>
            </a:r>
            <a:r>
              <a:rPr b="1" lang="en" sz="1600">
                <a:solidFill>
                  <a:srgbClr val="CC0000"/>
                </a:solidFill>
                <a:latin typeface="Courier New"/>
                <a:ea typeface="Courier New"/>
                <a:cs typeface="Courier New"/>
                <a:sym typeface="Courier New"/>
              </a:rPr>
              <a:t>Counter</a:t>
            </a:r>
            <a:r>
              <a:rPr lang="en" sz="1600"/>
              <a:t>"</a:t>
            </a:r>
            <a:r>
              <a:rPr lang="en" sz="1600">
                <a:solidFill>
                  <a:schemeClr val="dk1"/>
                </a:solidFill>
              </a:rPr>
              <a:t> by making a copy of your TemplateProject. </a:t>
            </a:r>
            <a:br>
              <a:rPr lang="en" sz="1600">
                <a:solidFill>
                  <a:schemeClr val="dk1"/>
                </a:solidFill>
              </a:rPr>
            </a:br>
            <a:endParaRPr sz="1600">
              <a:solidFill>
                <a:schemeClr val="dk1"/>
              </a:solidFill>
            </a:endParaRPr>
          </a:p>
          <a:p>
            <a:pPr indent="-330200" lvl="0" marL="457200" rtl="0" algn="l">
              <a:spcBef>
                <a:spcPts val="0"/>
              </a:spcBef>
              <a:spcAft>
                <a:spcPts val="0"/>
              </a:spcAft>
              <a:buSzPts val="1600"/>
              <a:buChar char="●"/>
            </a:pPr>
            <a:r>
              <a:rPr lang="en" sz="1600">
                <a:solidFill>
                  <a:schemeClr val="dk1"/>
                </a:solidFill>
              </a:rPr>
              <a:t>Download </a:t>
            </a:r>
            <a:r>
              <a:rPr b="1" lang="en" sz="1600">
                <a:solidFill>
                  <a:srgbClr val="CC0000"/>
                </a:solidFill>
                <a:latin typeface="Courier New"/>
                <a:ea typeface="Courier New"/>
                <a:cs typeface="Courier New"/>
                <a:sym typeface="Courier New"/>
              </a:rPr>
              <a:t>counter.c</a:t>
            </a:r>
            <a:r>
              <a:rPr lang="en" sz="1600">
                <a:solidFill>
                  <a:schemeClr val="dk1"/>
                </a:solidFill>
                <a:latin typeface="Courier New"/>
                <a:ea typeface="Courier New"/>
                <a:cs typeface="Courier New"/>
                <a:sym typeface="Courier New"/>
              </a:rPr>
              <a:t> </a:t>
            </a:r>
            <a:r>
              <a:rPr lang="en" sz="1600">
                <a:solidFill>
                  <a:schemeClr val="dk1"/>
                </a:solidFill>
              </a:rPr>
              <a:t>from Canvas (table on the front page) and put it in your new project's </a:t>
            </a:r>
            <a:r>
              <a:rPr b="1" lang="en" sz="1600">
                <a:solidFill>
                  <a:srgbClr val="CC0000"/>
                </a:solidFill>
              </a:rPr>
              <a:t>Src </a:t>
            </a:r>
            <a:r>
              <a:rPr lang="en" sz="1600">
                <a:solidFill>
                  <a:schemeClr val="dk1"/>
                </a:solidFill>
              </a:rPr>
              <a:t>folder (this is where you need to </a:t>
            </a:r>
            <a:r>
              <a:rPr lang="en" sz="1600">
                <a:solidFill>
                  <a:schemeClr val="dk1"/>
                </a:solidFill>
                <a:highlight>
                  <a:srgbClr val="FFFF00"/>
                </a:highlight>
              </a:rPr>
              <a:t>use copy+paste</a:t>
            </a:r>
            <a:r>
              <a:rPr lang="en" sz="1600">
                <a:solidFill>
                  <a:schemeClr val="dk1"/>
                </a:solidFill>
              </a:rPr>
              <a:t> since the Counter </a:t>
            </a:r>
            <a:r>
              <a:rPr lang="en" sz="1600">
                <a:solidFill>
                  <a:schemeClr val="dk1"/>
                </a:solidFill>
              </a:rPr>
              <a:t>project</a:t>
            </a:r>
            <a:r>
              <a:rPr lang="en" sz="1600">
                <a:solidFill>
                  <a:schemeClr val="dk1"/>
                </a:solidFill>
              </a:rPr>
              <a:t> is controlled by the IDE).</a:t>
            </a:r>
            <a:endParaRPr sz="1600">
              <a:solidFill>
                <a:schemeClr val="dk1"/>
              </a:solidFill>
            </a:endParaRPr>
          </a:p>
          <a:p>
            <a:pPr indent="0" lvl="0" marL="0" rtl="0" algn="l">
              <a:spcBef>
                <a:spcPts val="0"/>
              </a:spcBef>
              <a:spcAft>
                <a:spcPts val="1600"/>
              </a:spcAft>
              <a:buNone/>
            </a:pPr>
            <a:r>
              <a:t/>
            </a:r>
            <a:endParaRPr sz="1600"/>
          </a:p>
        </p:txBody>
      </p:sp>
      <p:pic>
        <p:nvPicPr>
          <p:cNvPr id="644" name="Google Shape;644;p84"/>
          <p:cNvPicPr preferRelativeResize="0"/>
          <p:nvPr/>
        </p:nvPicPr>
        <p:blipFill>
          <a:blip r:embed="rId3">
            <a:alphaModFix/>
          </a:blip>
          <a:stretch>
            <a:fillRect/>
          </a:stretch>
        </p:blipFill>
        <p:spPr>
          <a:xfrm>
            <a:off x="4871575" y="3339950"/>
            <a:ext cx="2881973" cy="3282849"/>
          </a:xfrm>
          <a:prstGeom prst="rect">
            <a:avLst/>
          </a:prstGeom>
          <a:noFill/>
          <a:ln>
            <a:noFill/>
          </a:ln>
        </p:spPr>
      </p:pic>
      <p:sp>
        <p:nvSpPr>
          <p:cNvPr id="645" name="Google Shape;645;p84"/>
          <p:cNvSpPr txBox="1"/>
          <p:nvPr/>
        </p:nvSpPr>
        <p:spPr>
          <a:xfrm>
            <a:off x="427775" y="3753275"/>
            <a:ext cx="3532500" cy="23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The end result </a:t>
            </a:r>
            <a:r>
              <a:rPr lang="en" sz="1800">
                <a:solidFill>
                  <a:srgbClr val="0000FF"/>
                </a:solidFill>
              </a:rPr>
              <a:t>should</a:t>
            </a:r>
            <a:r>
              <a:rPr lang="en" sz="1800">
                <a:solidFill>
                  <a:srgbClr val="0000FF"/>
                </a:solidFill>
              </a:rPr>
              <a:t> be this:</a:t>
            </a:r>
            <a:endParaRPr sz="1800">
              <a:solidFill>
                <a:srgbClr val="0000FF"/>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Note that if you expand the linked "Library" folder as well as the mylib folder inside it you'll also see the new uart files therein.</a:t>
            </a:r>
            <a:endParaRPr sz="1800">
              <a:solidFill>
                <a:schemeClr val="dk2"/>
              </a:solidFill>
            </a:endParaRPr>
          </a:p>
        </p:txBody>
      </p:sp>
      <p:sp>
        <p:nvSpPr>
          <p:cNvPr id="646" name="Google Shape;646;p84"/>
          <p:cNvSpPr/>
          <p:nvPr/>
        </p:nvSpPr>
        <p:spPr>
          <a:xfrm>
            <a:off x="5494850" y="5530250"/>
            <a:ext cx="687000" cy="168600"/>
          </a:xfrm>
          <a:prstGeom prst="roundRect">
            <a:avLst>
              <a:gd fmla="val 16667" name="adj"/>
            </a:avLst>
          </a:prstGeom>
          <a:noFill/>
          <a:ln cap="flat" cmpd="sng" w="28575">
            <a:solidFill>
              <a:srgbClr val="CD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7" name="Google Shape;647;p84"/>
          <p:cNvCxnSpPr/>
          <p:nvPr/>
        </p:nvCxnSpPr>
        <p:spPr>
          <a:xfrm>
            <a:off x="3711875" y="4043050"/>
            <a:ext cx="1159200" cy="15732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Counter</a:t>
            </a:r>
            <a:endParaRPr/>
          </a:p>
        </p:txBody>
      </p:sp>
      <p:sp>
        <p:nvSpPr>
          <p:cNvPr id="653" name="Google Shape;653;p85"/>
          <p:cNvSpPr txBox="1"/>
          <p:nvPr>
            <p:ph idx="1" type="body"/>
          </p:nvPr>
        </p:nvSpPr>
        <p:spPr>
          <a:xfrm>
            <a:off x="311700" y="13080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CD3333"/>
                </a:solidFill>
                <a:latin typeface="Courier New"/>
                <a:ea typeface="Courier New"/>
                <a:cs typeface="Courier New"/>
                <a:sym typeface="Courier New"/>
              </a:rPr>
              <a:t>#include &lt;stdio.h&gt;</a:t>
            </a:r>
            <a:endParaRPr b="1" sz="1400">
              <a:solidFill>
                <a:srgbClr val="CD3333"/>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#include "ES28.h"</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CC0000"/>
                </a:solidFill>
                <a:latin typeface="Courier New"/>
                <a:ea typeface="Courier New"/>
                <a:cs typeface="Courier New"/>
                <a:sym typeface="Courier New"/>
              </a:rPr>
              <a:t>#include "uart.h"</a:t>
            </a:r>
            <a:endParaRPr b="1" sz="1400">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int main(void)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 Initialize the UART</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a:t>
            </a:r>
            <a:r>
              <a:rPr b="1" lang="en" sz="1400">
                <a:solidFill>
                  <a:srgbClr val="CC0000"/>
                </a:solidFill>
                <a:latin typeface="Courier New"/>
                <a:ea typeface="Courier New"/>
                <a:cs typeface="Courier New"/>
                <a:sym typeface="Courier New"/>
              </a:rPr>
              <a:t>uart2_init();</a:t>
            </a:r>
            <a:endParaRPr b="1" sz="1400">
              <a:solidFill>
                <a:srgbClr val="CC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 A little message to show that the program has started</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a:t>
            </a:r>
            <a:r>
              <a:rPr b="1" lang="en" sz="1400">
                <a:solidFill>
                  <a:srgbClr val="CD3333"/>
                </a:solidFill>
                <a:latin typeface="Courier New"/>
                <a:ea typeface="Courier New"/>
                <a:cs typeface="Courier New"/>
                <a:sym typeface="Courier New"/>
              </a:rPr>
              <a:t>printf("Counter with serial output demo\r\n");</a:t>
            </a:r>
            <a:endParaRPr b="1" sz="1400">
              <a:solidFill>
                <a:srgbClr val="CD3333"/>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CD3333"/>
                </a:solidFill>
                <a:latin typeface="Courier New"/>
                <a:ea typeface="Courier New"/>
                <a:cs typeface="Courier New"/>
                <a:sym typeface="Courier New"/>
              </a:rPr>
              <a:t>	printf("tHex \tDecimal\r\n");</a:t>
            </a:r>
            <a:endParaRPr b="1" sz="1400">
              <a:solidFill>
                <a:srgbClr val="CD3333"/>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while(1)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for (int count = 0; count&lt;100; count++)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a:t>
            </a:r>
            <a:r>
              <a:rPr b="1" lang="en" sz="1400">
                <a:solidFill>
                  <a:srgbClr val="CD3333"/>
                </a:solidFill>
                <a:latin typeface="Courier New"/>
                <a:ea typeface="Courier New"/>
                <a:cs typeface="Courier New"/>
                <a:sym typeface="Courier New"/>
              </a:rPr>
              <a:t>printf("%x\t%d\r\n", count, count);</a:t>
            </a:r>
            <a:endParaRPr b="1" sz="1400">
              <a:solidFill>
                <a:srgbClr val="CD3333"/>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delay_ms(500) // slow down</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b="1" sz="1400">
              <a:solidFill>
                <a:srgbClr val="000000"/>
              </a:solidFill>
              <a:latin typeface="Courier New"/>
              <a:ea typeface="Courier New"/>
              <a:cs typeface="Courier New"/>
              <a:sym typeface="Courier New"/>
            </a:endParaRPr>
          </a:p>
        </p:txBody>
      </p:sp>
      <p:sp>
        <p:nvSpPr>
          <p:cNvPr id="654" name="Google Shape;654;p85"/>
          <p:cNvSpPr txBox="1"/>
          <p:nvPr/>
        </p:nvSpPr>
        <p:spPr>
          <a:xfrm>
            <a:off x="4338725" y="1413875"/>
            <a:ext cx="4141500" cy="8577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rPr>
              <a:t>uart</a:t>
            </a:r>
            <a:r>
              <a:rPr i="1" lang="en">
                <a:solidFill>
                  <a:schemeClr val="dk1"/>
                </a:solidFill>
              </a:rPr>
              <a:t>.h contains function </a:t>
            </a:r>
            <a:r>
              <a:rPr i="1" lang="en">
                <a:solidFill>
                  <a:srgbClr val="CC0000"/>
                </a:solidFill>
              </a:rPr>
              <a:t>declarations</a:t>
            </a:r>
            <a:r>
              <a:rPr i="1" lang="en">
                <a:solidFill>
                  <a:schemeClr val="dk1"/>
                </a:solidFill>
              </a:rPr>
              <a:t> (prototypes) </a:t>
            </a:r>
            <a:endParaRPr i="1">
              <a:solidFill>
                <a:schemeClr val="dk1"/>
              </a:solidFill>
            </a:endParaRPr>
          </a:p>
          <a:p>
            <a:pPr indent="0" lvl="0" marL="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
                <a:solidFill>
                  <a:schemeClr val="dk1"/>
                </a:solidFill>
              </a:rPr>
              <a:t>uart.c contain the function </a:t>
            </a:r>
            <a:r>
              <a:rPr i="1" lang="en">
                <a:solidFill>
                  <a:srgbClr val="CC0000"/>
                </a:solidFill>
              </a:rPr>
              <a:t>implementations</a:t>
            </a:r>
            <a:r>
              <a:rPr i="1" lang="en">
                <a:solidFill>
                  <a:schemeClr val="dk1"/>
                </a:solidFill>
              </a:rPr>
              <a:t>.</a:t>
            </a:r>
            <a:endParaRPr i="1">
              <a:solidFill>
                <a:schemeClr val="dk1"/>
              </a:solidFill>
            </a:endParaRPr>
          </a:p>
        </p:txBody>
      </p:sp>
      <p:sp>
        <p:nvSpPr>
          <p:cNvPr id="655" name="Google Shape;655;p85"/>
          <p:cNvSpPr txBox="1"/>
          <p:nvPr/>
        </p:nvSpPr>
        <p:spPr>
          <a:xfrm>
            <a:off x="2042325" y="5874375"/>
            <a:ext cx="3761100" cy="7389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Hold off on compiling and flashing. We'll get there </a:t>
            </a:r>
            <a:r>
              <a:rPr lang="en" sz="1800">
                <a:solidFill>
                  <a:srgbClr val="0000FF"/>
                </a:solidFill>
              </a:rPr>
              <a:t>momentarily</a:t>
            </a:r>
            <a:r>
              <a:rPr lang="en" sz="1800">
                <a:solidFill>
                  <a:srgbClr val="0000FF"/>
                </a:solidFill>
              </a:rPr>
              <a:t>.</a:t>
            </a:r>
            <a:endParaRPr sz="1800">
              <a:solidFill>
                <a:srgbClr val="0000FF"/>
              </a:solidFill>
            </a:endParaRPr>
          </a:p>
        </p:txBody>
      </p:sp>
      <p:pic>
        <p:nvPicPr>
          <p:cNvPr id="656" name="Google Shape;656;p85"/>
          <p:cNvPicPr preferRelativeResize="0"/>
          <p:nvPr/>
        </p:nvPicPr>
        <p:blipFill>
          <a:blip r:embed="rId3">
            <a:alphaModFix/>
          </a:blip>
          <a:stretch>
            <a:fillRect/>
          </a:stretch>
        </p:blipFill>
        <p:spPr>
          <a:xfrm>
            <a:off x="7202483" y="2422375"/>
            <a:ext cx="1221025" cy="4238887"/>
          </a:xfrm>
          <a:prstGeom prst="rect">
            <a:avLst/>
          </a:prstGeom>
          <a:noFill/>
          <a:ln>
            <a:noFill/>
          </a:ln>
        </p:spPr>
      </p:pic>
      <p:sp>
        <p:nvSpPr>
          <p:cNvPr id="657" name="Google Shape;657;p85"/>
          <p:cNvSpPr txBox="1"/>
          <p:nvPr/>
        </p:nvSpPr>
        <p:spPr>
          <a:xfrm>
            <a:off x="4520500" y="211875"/>
            <a:ext cx="3619800" cy="738900"/>
          </a:xfrm>
          <a:prstGeom prst="rect">
            <a:avLst/>
          </a:prstGeom>
          <a:solidFill>
            <a:srgbClr val="FFFF00"/>
          </a:solid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FF"/>
                </a:solidFill>
              </a:rPr>
              <a:t>WHERE WILL THE PRINTED STATEMENTS APPEAR?????</a:t>
            </a:r>
            <a:endParaRPr b="1" sz="18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use print statements in your code</a:t>
            </a:r>
            <a:endParaRPr/>
          </a:p>
        </p:txBody>
      </p:sp>
      <p:sp>
        <p:nvSpPr>
          <p:cNvPr id="663" name="Google Shape;663;p86"/>
          <p:cNvSpPr txBox="1"/>
          <p:nvPr>
            <p:ph idx="1" type="body"/>
          </p:nvPr>
        </p:nvSpPr>
        <p:spPr>
          <a:xfrm>
            <a:off x="311700" y="1308033"/>
            <a:ext cx="8520600" cy="4555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Char char="●"/>
            </a:pPr>
            <a:r>
              <a:rPr lang="en" sz="1600">
                <a:solidFill>
                  <a:srgbClr val="000000"/>
                </a:solidFill>
              </a:rPr>
              <a:t> Add the uart.h header file at the top of your source code:</a:t>
            </a:r>
            <a:br>
              <a:rPr lang="en" sz="1600">
                <a:solidFill>
                  <a:srgbClr val="000000"/>
                </a:solidFill>
              </a:rPr>
            </a:br>
            <a:r>
              <a:rPr b="1" lang="en" sz="1400">
                <a:solidFill>
                  <a:srgbClr val="0000FF"/>
                </a:solidFill>
                <a:latin typeface="Courier New"/>
                <a:ea typeface="Courier New"/>
                <a:cs typeface="Courier New"/>
                <a:sym typeface="Courier New"/>
              </a:rPr>
              <a:t>#include "uart.h"  		 // UART initializations</a:t>
            </a:r>
            <a:br>
              <a:rPr lang="en" sz="1400">
                <a:solidFill>
                  <a:srgbClr val="000000"/>
                </a:solidFill>
                <a:latin typeface="Courier New"/>
                <a:ea typeface="Courier New"/>
                <a:cs typeface="Courier New"/>
                <a:sym typeface="Courier New"/>
              </a:rPr>
            </a:br>
            <a:endParaRPr sz="1400">
              <a:solidFill>
                <a:srgbClr val="000000"/>
              </a:solidFill>
              <a:latin typeface="Courier New"/>
              <a:ea typeface="Courier New"/>
              <a:cs typeface="Courier New"/>
              <a:sym typeface="Courier New"/>
            </a:endParaRPr>
          </a:p>
          <a:p>
            <a:pPr indent="-330200" lvl="0" marL="457200" rtl="0" algn="l">
              <a:spcBef>
                <a:spcPts val="0"/>
              </a:spcBef>
              <a:spcAft>
                <a:spcPts val="0"/>
              </a:spcAft>
              <a:buClr>
                <a:srgbClr val="000000"/>
              </a:buClr>
              <a:buSzPts val="1600"/>
              <a:buChar char="●"/>
            </a:pPr>
            <a:r>
              <a:rPr lang="en" sz="1600">
                <a:solidFill>
                  <a:srgbClr val="000000"/>
                </a:solidFill>
              </a:rPr>
              <a:t>Add the stdio.h header file at the top of your source code:</a:t>
            </a:r>
            <a:endParaRPr sz="1600">
              <a:solidFill>
                <a:srgbClr val="000000"/>
              </a:solidFill>
            </a:endParaRPr>
          </a:p>
          <a:p>
            <a:pPr indent="0" lvl="0" marL="457200" rtl="0" algn="l">
              <a:spcBef>
                <a:spcPts val="0"/>
              </a:spcBef>
              <a:spcAft>
                <a:spcPts val="0"/>
              </a:spcAft>
              <a:buNone/>
            </a:pPr>
            <a:r>
              <a:rPr b="1" lang="en" sz="1400">
                <a:solidFill>
                  <a:srgbClr val="0000FF"/>
                </a:solidFill>
                <a:latin typeface="Courier New"/>
                <a:ea typeface="Courier New"/>
                <a:cs typeface="Courier New"/>
                <a:sym typeface="Courier New"/>
              </a:rPr>
              <a:t>#include &lt;stdio.h&gt;</a:t>
            </a:r>
            <a:br>
              <a:rPr b="1" lang="en" sz="1400">
                <a:solidFill>
                  <a:srgbClr val="0000FF"/>
                </a:solidFill>
                <a:latin typeface="Courier New"/>
                <a:ea typeface="Courier New"/>
                <a:cs typeface="Courier New"/>
                <a:sym typeface="Courier New"/>
              </a:rPr>
            </a:br>
            <a:endParaRPr b="1" sz="1400">
              <a:solidFill>
                <a:srgbClr val="0000FF"/>
              </a:solidFill>
              <a:latin typeface="Courier New"/>
              <a:ea typeface="Courier New"/>
              <a:cs typeface="Courier New"/>
              <a:sym typeface="Courier New"/>
            </a:endParaRPr>
          </a:p>
          <a:p>
            <a:pPr indent="-330200" lvl="0" marL="457200" rtl="0" algn="l">
              <a:spcBef>
                <a:spcPts val="0"/>
              </a:spcBef>
              <a:spcAft>
                <a:spcPts val="0"/>
              </a:spcAft>
              <a:buClr>
                <a:srgbClr val="000000"/>
              </a:buClr>
              <a:buSzPts val="1600"/>
              <a:buChar char="●"/>
            </a:pPr>
            <a:r>
              <a:rPr lang="en" sz="1600">
                <a:solidFill>
                  <a:srgbClr val="000000"/>
                </a:solidFill>
              </a:rPr>
              <a:t>The library file stdio.c contains a "nano" version of the printf function that can be called just like regular printf(), but is more limited in the kinds of numbers it can format:</a:t>
            </a:r>
            <a:endParaRPr sz="1600">
              <a:solidFill>
                <a:srgbClr val="000000"/>
              </a:solidFill>
            </a:endParaRPr>
          </a:p>
          <a:p>
            <a:pPr indent="0" lvl="0" marL="914400" rtl="0" algn="l">
              <a:spcBef>
                <a:spcPts val="0"/>
              </a:spcBef>
              <a:spcAft>
                <a:spcPts val="0"/>
              </a:spcAft>
              <a:buNone/>
            </a:pPr>
            <a:r>
              <a:rPr b="1" lang="en" sz="1400">
                <a:solidFill>
                  <a:srgbClr val="0000FF"/>
                </a:solidFill>
                <a:latin typeface="Courier New"/>
                <a:ea typeface="Courier New"/>
                <a:cs typeface="Courier New"/>
                <a:sym typeface="Courier New"/>
              </a:rPr>
              <a:t>%u</a:t>
            </a:r>
            <a:r>
              <a:rPr lang="en" sz="1400">
                <a:solidFill>
                  <a:srgbClr val="000000"/>
                </a:solidFill>
              </a:rPr>
              <a:t>		Unsigned decimal</a:t>
            </a:r>
            <a:endParaRPr sz="1400">
              <a:solidFill>
                <a:srgbClr val="000000"/>
              </a:solidFill>
            </a:endParaRPr>
          </a:p>
          <a:p>
            <a:pPr indent="0" lvl="0" marL="914400" rtl="0" algn="l">
              <a:spcBef>
                <a:spcPts val="0"/>
              </a:spcBef>
              <a:spcAft>
                <a:spcPts val="0"/>
              </a:spcAft>
              <a:buNone/>
            </a:pPr>
            <a:r>
              <a:rPr b="1" lang="en" sz="1400">
                <a:solidFill>
                  <a:srgbClr val="0000FF"/>
                </a:solidFill>
                <a:latin typeface="Courier New"/>
                <a:ea typeface="Courier New"/>
                <a:cs typeface="Courier New"/>
                <a:sym typeface="Courier New"/>
              </a:rPr>
              <a:t>%d</a:t>
            </a:r>
            <a:r>
              <a:rPr lang="en" sz="1400">
                <a:solidFill>
                  <a:srgbClr val="000000"/>
                </a:solidFill>
              </a:rPr>
              <a:t>		Decimal</a:t>
            </a:r>
            <a:endParaRPr sz="1400">
              <a:solidFill>
                <a:srgbClr val="000000"/>
              </a:solidFill>
            </a:endParaRPr>
          </a:p>
          <a:p>
            <a:pPr indent="0" lvl="0" marL="914400" rtl="0" algn="l">
              <a:spcBef>
                <a:spcPts val="0"/>
              </a:spcBef>
              <a:spcAft>
                <a:spcPts val="0"/>
              </a:spcAft>
              <a:buNone/>
            </a:pPr>
            <a:r>
              <a:rPr b="1" lang="en" sz="1400">
                <a:solidFill>
                  <a:srgbClr val="0000FF"/>
                </a:solidFill>
                <a:latin typeface="Courier New"/>
                <a:ea typeface="Courier New"/>
                <a:cs typeface="Courier New"/>
                <a:sym typeface="Courier New"/>
              </a:rPr>
              <a:t>%x,%X</a:t>
            </a:r>
            <a:r>
              <a:rPr lang="en" sz="1400">
                <a:solidFill>
                  <a:srgbClr val="000000"/>
                </a:solidFill>
              </a:rPr>
              <a:t>	Hexadecimal (“%x” uses a-f, “%X uses A-F) (up to 16 bit)</a:t>
            </a:r>
            <a:endParaRPr sz="1400">
              <a:solidFill>
                <a:srgbClr val="000000"/>
              </a:solidFill>
            </a:endParaRPr>
          </a:p>
          <a:p>
            <a:pPr indent="0" lvl="0" marL="914400" rtl="0" algn="l">
              <a:spcBef>
                <a:spcPts val="0"/>
              </a:spcBef>
              <a:spcAft>
                <a:spcPts val="0"/>
              </a:spcAft>
              <a:buNone/>
            </a:pPr>
            <a:r>
              <a:rPr b="1" lang="en" sz="1400">
                <a:solidFill>
                  <a:srgbClr val="0000FF"/>
                </a:solidFill>
                <a:latin typeface="Courier New"/>
                <a:ea typeface="Courier New"/>
                <a:cs typeface="Courier New"/>
                <a:sym typeface="Courier New"/>
              </a:rPr>
              <a:t>%lx</a:t>
            </a:r>
            <a:r>
              <a:rPr lang="en" sz="1400">
                <a:solidFill>
                  <a:srgbClr val="000000"/>
                </a:solidFill>
              </a:rPr>
              <a:t>		32-bit hexadecimal ("long hex")</a:t>
            </a:r>
            <a:endParaRPr sz="1400">
              <a:solidFill>
                <a:srgbClr val="000000"/>
              </a:solidFill>
            </a:endParaRPr>
          </a:p>
          <a:p>
            <a:pPr indent="0" lvl="0" marL="914400" rtl="0" algn="l">
              <a:spcBef>
                <a:spcPts val="0"/>
              </a:spcBef>
              <a:spcAft>
                <a:spcPts val="0"/>
              </a:spcAft>
              <a:buNone/>
            </a:pPr>
            <a:r>
              <a:rPr b="1" lang="en" sz="1400">
                <a:solidFill>
                  <a:srgbClr val="0000FF"/>
                </a:solidFill>
                <a:latin typeface="Courier New"/>
                <a:ea typeface="Courier New"/>
                <a:cs typeface="Courier New"/>
                <a:sym typeface="Courier New"/>
              </a:rPr>
              <a:t>%c</a:t>
            </a:r>
            <a:r>
              <a:rPr lang="en" sz="1400">
                <a:solidFill>
                  <a:srgbClr val="000000"/>
                </a:solidFill>
              </a:rPr>
              <a:t>		Single character</a:t>
            </a:r>
            <a:endParaRPr sz="1400">
              <a:solidFill>
                <a:srgbClr val="000000"/>
              </a:solidFill>
            </a:endParaRPr>
          </a:p>
          <a:p>
            <a:pPr indent="0" lvl="0" marL="914400" rtl="0" algn="l">
              <a:spcBef>
                <a:spcPts val="0"/>
              </a:spcBef>
              <a:spcAft>
                <a:spcPts val="0"/>
              </a:spcAft>
              <a:buNone/>
            </a:pPr>
            <a:r>
              <a:rPr b="1" lang="en" sz="1400">
                <a:solidFill>
                  <a:srgbClr val="0000FF"/>
                </a:solidFill>
                <a:latin typeface="Courier New"/>
                <a:ea typeface="Courier New"/>
                <a:cs typeface="Courier New"/>
                <a:sym typeface="Courier New"/>
              </a:rPr>
              <a:t>%s</a:t>
            </a:r>
            <a:r>
              <a:rPr lang="en" sz="1400">
                <a:solidFill>
                  <a:srgbClr val="000000"/>
                </a:solidFill>
              </a:rPr>
              <a:t>		Character string</a:t>
            </a:r>
            <a:endParaRPr sz="1400">
              <a:solidFill>
                <a:srgbClr val="000000"/>
              </a:solidFill>
            </a:endParaRPr>
          </a:p>
          <a:p>
            <a:pPr indent="0" lvl="0" marL="457200" rtl="0" algn="l">
              <a:spcBef>
                <a:spcPts val="0"/>
              </a:spcBef>
              <a:spcAft>
                <a:spcPts val="0"/>
              </a:spcAft>
              <a:buNone/>
            </a:pPr>
            <a:r>
              <a:rPr lang="en" sz="1600">
                <a:solidFill>
                  <a:srgbClr val="000000"/>
                </a:solidFill>
              </a:rPr>
              <a:t>No floats!  Printing a float is complicated and uses a lot of code.</a:t>
            </a:r>
            <a:endParaRPr sz="1600">
              <a:solidFill>
                <a:srgbClr val="000000"/>
              </a:solidFill>
            </a:endParaRPr>
          </a:p>
          <a:p>
            <a:pPr indent="0" lvl="0" marL="0" rtl="0" algn="l">
              <a:spcBef>
                <a:spcPts val="1000"/>
              </a:spcBef>
              <a:spcAft>
                <a:spcPts val="0"/>
              </a:spcAft>
              <a:buNone/>
            </a:pPr>
            <a:r>
              <a:t/>
            </a:r>
            <a:endParaRPr>
              <a:solidFill>
                <a:srgbClr val="000000"/>
              </a:solidFill>
            </a:endParaRPr>
          </a:p>
          <a:p>
            <a:pPr indent="0" lvl="0" marL="0" rtl="0" algn="l">
              <a:spcBef>
                <a:spcPts val="1600"/>
              </a:spcBef>
              <a:spcAft>
                <a:spcPts val="1600"/>
              </a:spcAft>
              <a:buNone/>
            </a:pPr>
            <a:r>
              <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87"/>
          <p:cNvSpPr txBox="1"/>
          <p:nvPr>
            <p:ph type="title"/>
          </p:nvPr>
        </p:nvSpPr>
        <p:spPr>
          <a:xfrm>
            <a:off x="217000" y="164600"/>
            <a:ext cx="36108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CoolTerm</a:t>
            </a:r>
            <a:endParaRPr/>
          </a:p>
        </p:txBody>
      </p:sp>
      <p:sp>
        <p:nvSpPr>
          <p:cNvPr id="669" name="Google Shape;669;p87"/>
          <p:cNvSpPr txBox="1"/>
          <p:nvPr>
            <p:ph idx="1" type="body"/>
          </p:nvPr>
        </p:nvSpPr>
        <p:spPr>
          <a:xfrm>
            <a:off x="271125" y="784550"/>
            <a:ext cx="3556800" cy="57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rPr>
              <a:t>Compile and upload to the Nucleo, as usual.</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rPr lang="en" sz="1600">
                <a:solidFill>
                  <a:srgbClr val="000000"/>
                </a:solidFill>
              </a:rPr>
              <a:t>Then, open </a:t>
            </a:r>
            <a:r>
              <a:rPr b="1" lang="en" sz="1600">
                <a:solidFill>
                  <a:srgbClr val="000000"/>
                </a:solidFill>
              </a:rPr>
              <a:t>CoolTerm</a:t>
            </a:r>
            <a:r>
              <a:rPr lang="en" sz="1600">
                <a:solidFill>
                  <a:srgbClr val="000000"/>
                </a:solidFill>
              </a:rPr>
              <a:t> to create a serial connection to the Nucleo to print what it’s sending you:</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In the window that opens, click "Options".</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Under "Serial Port", click the drop-down for the "Port" setting and select the usb port that has your Nucleo plugged in. Unless you have other devices plugged into your computer, it is the only usb device that shows up here.</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Under "Data Handling", check the "Format TAB separated text" and "Handle CR as real Carriage Return" boxes.</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Click OK.</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000000"/>
                </a:solidFill>
                <a:latin typeface="Courier New"/>
                <a:ea typeface="Courier New"/>
                <a:cs typeface="Courier New"/>
                <a:sym typeface="Courier New"/>
              </a:rPr>
              <a:t>	</a:t>
            </a:r>
            <a:endParaRPr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p:txBody>
      </p:sp>
      <p:pic>
        <p:nvPicPr>
          <p:cNvPr id="670" name="Google Shape;670;p87"/>
          <p:cNvPicPr preferRelativeResize="0"/>
          <p:nvPr/>
        </p:nvPicPr>
        <p:blipFill>
          <a:blip r:embed="rId3">
            <a:alphaModFix/>
          </a:blip>
          <a:stretch>
            <a:fillRect/>
          </a:stretch>
        </p:blipFill>
        <p:spPr>
          <a:xfrm>
            <a:off x="4077241" y="164600"/>
            <a:ext cx="4888588" cy="3922174"/>
          </a:xfrm>
          <a:prstGeom prst="rect">
            <a:avLst/>
          </a:prstGeom>
          <a:noFill/>
          <a:ln>
            <a:noFill/>
          </a:ln>
        </p:spPr>
      </p:pic>
      <p:pic>
        <p:nvPicPr>
          <p:cNvPr id="671" name="Google Shape;671;p87"/>
          <p:cNvPicPr preferRelativeResize="0"/>
          <p:nvPr/>
        </p:nvPicPr>
        <p:blipFill rotWithShape="1">
          <a:blip r:embed="rId4">
            <a:alphaModFix/>
          </a:blip>
          <a:srcRect b="0" l="11040" r="0" t="0"/>
          <a:stretch/>
        </p:blipFill>
        <p:spPr>
          <a:xfrm>
            <a:off x="3827925" y="1040950"/>
            <a:ext cx="4359023" cy="4325025"/>
          </a:xfrm>
          <a:prstGeom prst="rect">
            <a:avLst/>
          </a:prstGeom>
          <a:noFill/>
          <a:ln>
            <a:noFill/>
          </a:ln>
        </p:spPr>
      </p:pic>
      <p:pic>
        <p:nvPicPr>
          <p:cNvPr id="672" name="Google Shape;672;p87"/>
          <p:cNvPicPr preferRelativeResize="0"/>
          <p:nvPr/>
        </p:nvPicPr>
        <p:blipFill rotWithShape="1">
          <a:blip r:embed="rId5">
            <a:alphaModFix/>
          </a:blip>
          <a:srcRect b="38353" l="52252" r="22740" t="31679"/>
          <a:stretch/>
        </p:blipFill>
        <p:spPr>
          <a:xfrm>
            <a:off x="7200650" y="1859975"/>
            <a:ext cx="2011799" cy="1015575"/>
          </a:xfrm>
          <a:prstGeom prst="rect">
            <a:avLst/>
          </a:prstGeom>
          <a:noFill/>
          <a:ln>
            <a:noFill/>
          </a:ln>
        </p:spPr>
      </p:pic>
      <p:pic>
        <p:nvPicPr>
          <p:cNvPr id="673" name="Google Shape;673;p87"/>
          <p:cNvPicPr preferRelativeResize="0"/>
          <p:nvPr/>
        </p:nvPicPr>
        <p:blipFill>
          <a:blip r:embed="rId6">
            <a:alphaModFix/>
          </a:blip>
          <a:stretch>
            <a:fillRect/>
          </a:stretch>
        </p:blipFill>
        <p:spPr>
          <a:xfrm>
            <a:off x="4304375" y="3001200"/>
            <a:ext cx="4282326" cy="3779949"/>
          </a:xfrm>
          <a:prstGeom prst="rect">
            <a:avLst/>
          </a:prstGeom>
          <a:noFill/>
          <a:ln>
            <a:noFill/>
          </a:ln>
        </p:spPr>
      </p:pic>
      <p:sp>
        <p:nvSpPr>
          <p:cNvPr id="674" name="Google Shape;674;p87"/>
          <p:cNvSpPr/>
          <p:nvPr/>
        </p:nvSpPr>
        <p:spPr>
          <a:xfrm>
            <a:off x="7147925" y="2085275"/>
            <a:ext cx="1818000" cy="289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5" name="Google Shape;675;p87"/>
          <p:cNvPicPr preferRelativeResize="0"/>
          <p:nvPr/>
        </p:nvPicPr>
        <p:blipFill>
          <a:blip r:embed="rId7">
            <a:alphaModFix/>
          </a:blip>
          <a:stretch>
            <a:fillRect/>
          </a:stretch>
        </p:blipFill>
        <p:spPr>
          <a:xfrm>
            <a:off x="5944200" y="6032500"/>
            <a:ext cx="100175" cy="106075"/>
          </a:xfrm>
          <a:prstGeom prst="rect">
            <a:avLst/>
          </a:prstGeom>
          <a:noFill/>
          <a:ln>
            <a:noFill/>
          </a:ln>
        </p:spPr>
      </p:pic>
      <p:sp>
        <p:nvSpPr>
          <p:cNvPr id="676" name="Google Shape;676;p87"/>
          <p:cNvSpPr/>
          <p:nvPr/>
        </p:nvSpPr>
        <p:spPr>
          <a:xfrm>
            <a:off x="5887675" y="6026925"/>
            <a:ext cx="195000" cy="17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8"/>
          <p:cNvSpPr txBox="1"/>
          <p:nvPr>
            <p:ph type="title"/>
          </p:nvPr>
        </p:nvSpPr>
        <p:spPr>
          <a:xfrm>
            <a:off x="217000" y="1645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Counter</a:t>
            </a:r>
            <a:endParaRPr/>
          </a:p>
        </p:txBody>
      </p:sp>
      <p:sp>
        <p:nvSpPr>
          <p:cNvPr id="682" name="Google Shape;682;p88"/>
          <p:cNvSpPr txBox="1"/>
          <p:nvPr>
            <p:ph idx="1" type="body"/>
          </p:nvPr>
        </p:nvSpPr>
        <p:spPr>
          <a:xfrm>
            <a:off x="271125" y="784550"/>
            <a:ext cx="8683500" cy="1001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Char char="●"/>
            </a:pPr>
            <a:r>
              <a:rPr lang="en" sz="1600">
                <a:solidFill>
                  <a:srgbClr val="000000"/>
                </a:solidFill>
              </a:rPr>
              <a:t>Click "Connect" and watch the Nucleo count. </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If you press the black Nucleo user button your program will restart and the count will start from 0.</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p:txBody>
      </p:sp>
      <p:pic>
        <p:nvPicPr>
          <p:cNvPr id="683" name="Google Shape;683;p88"/>
          <p:cNvPicPr preferRelativeResize="0"/>
          <p:nvPr/>
        </p:nvPicPr>
        <p:blipFill>
          <a:blip r:embed="rId3">
            <a:alphaModFix/>
          </a:blip>
          <a:stretch>
            <a:fillRect/>
          </a:stretch>
        </p:blipFill>
        <p:spPr>
          <a:xfrm>
            <a:off x="1366200" y="1785649"/>
            <a:ext cx="6073450" cy="4883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89"/>
          <p:cNvSpPr txBox="1"/>
          <p:nvPr>
            <p:ph type="title"/>
          </p:nvPr>
        </p:nvSpPr>
        <p:spPr>
          <a:xfrm>
            <a:off x="217000" y="1645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CoolTerm: Saving your Configuration</a:t>
            </a:r>
            <a:endParaRPr/>
          </a:p>
        </p:txBody>
      </p:sp>
      <p:sp>
        <p:nvSpPr>
          <p:cNvPr id="689" name="Google Shape;689;p89"/>
          <p:cNvSpPr txBox="1"/>
          <p:nvPr>
            <p:ph idx="1" type="body"/>
          </p:nvPr>
        </p:nvSpPr>
        <p:spPr>
          <a:xfrm>
            <a:off x="284675" y="784550"/>
            <a:ext cx="8683500" cy="1001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Char char="●"/>
            </a:pPr>
            <a:r>
              <a:rPr lang="en" sz="1600">
                <a:solidFill>
                  <a:srgbClr val="000000"/>
                </a:solidFill>
              </a:rPr>
              <a:t>You can save your configuration using the "Save" button and then load this configuration using the "Open" button next time. </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p:txBody>
      </p:sp>
      <p:pic>
        <p:nvPicPr>
          <p:cNvPr id="690" name="Google Shape;690;p89"/>
          <p:cNvPicPr preferRelativeResize="0"/>
          <p:nvPr/>
        </p:nvPicPr>
        <p:blipFill>
          <a:blip r:embed="rId3">
            <a:alphaModFix/>
          </a:blip>
          <a:stretch>
            <a:fillRect/>
          </a:stretch>
        </p:blipFill>
        <p:spPr>
          <a:xfrm>
            <a:off x="284675" y="1640475"/>
            <a:ext cx="4463177" cy="3559151"/>
          </a:xfrm>
          <a:prstGeom prst="rect">
            <a:avLst/>
          </a:prstGeom>
          <a:noFill/>
          <a:ln>
            <a:noFill/>
          </a:ln>
        </p:spPr>
      </p:pic>
      <p:pic>
        <p:nvPicPr>
          <p:cNvPr id="691" name="Google Shape;691;p89"/>
          <p:cNvPicPr preferRelativeResize="0"/>
          <p:nvPr/>
        </p:nvPicPr>
        <p:blipFill>
          <a:blip r:embed="rId4">
            <a:alphaModFix/>
          </a:blip>
          <a:stretch>
            <a:fillRect/>
          </a:stretch>
        </p:blipFill>
        <p:spPr>
          <a:xfrm>
            <a:off x="5695526" y="3273500"/>
            <a:ext cx="2634750" cy="3242774"/>
          </a:xfrm>
          <a:prstGeom prst="rect">
            <a:avLst/>
          </a:prstGeom>
          <a:noFill/>
          <a:ln>
            <a:noFill/>
          </a:ln>
        </p:spPr>
      </p:pic>
      <p:sp>
        <p:nvSpPr>
          <p:cNvPr id="692" name="Google Shape;692;p89"/>
          <p:cNvSpPr txBox="1"/>
          <p:nvPr>
            <p:ph idx="1" type="body"/>
          </p:nvPr>
        </p:nvSpPr>
        <p:spPr>
          <a:xfrm>
            <a:off x="5288200" y="1640475"/>
            <a:ext cx="3449400" cy="13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rPr>
              <a:t>If the next time you use it you have changed your Nucleo's USB port you'll get this warning and need to select the new port:</a:t>
            </a:r>
            <a:endParaRPr sz="1400">
              <a:solidFill>
                <a:srgbClr val="000000"/>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0"/>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Serial communications (UART)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9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Serial communication</a:t>
            </a:r>
            <a:endParaRPr/>
          </a:p>
        </p:txBody>
      </p:sp>
      <p:sp>
        <p:nvSpPr>
          <p:cNvPr id="703" name="Google Shape;703;p91"/>
          <p:cNvSpPr txBox="1"/>
          <p:nvPr>
            <p:ph idx="1" type="body"/>
          </p:nvPr>
        </p:nvSpPr>
        <p:spPr>
          <a:xfrm>
            <a:off x="311700" y="13080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Data usually comes in blocks of bits (bytes, words)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ASCII text (8 bits/character)</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Digitized analog data (8, 12, 16, more bits per data point)</a:t>
            </a:r>
            <a:endParaRPr>
              <a:solidFill>
                <a:srgbClr val="000000"/>
              </a:solidFill>
            </a:endParaRPr>
          </a:p>
          <a:p>
            <a:pPr indent="0" lvl="0" marL="0" rtl="0" algn="l">
              <a:spcBef>
                <a:spcPts val="1600"/>
              </a:spcBef>
              <a:spcAft>
                <a:spcPts val="0"/>
              </a:spcAft>
              <a:buNone/>
            </a:pPr>
            <a:r>
              <a:rPr lang="en">
                <a:solidFill>
                  <a:srgbClr val="000000"/>
                </a:solidFill>
              </a:rPr>
              <a:t>Transmit / receive all 8+ bits at once (parallel) is fast but costly</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Wiring (copper is expensive)</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More area on a circuit board to carry the lines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Pins on a chip, more pins = larger package </a:t>
            </a:r>
            <a:r>
              <a:rPr lang="en">
                <a:solidFill>
                  <a:schemeClr val="dk1"/>
                </a:solidFill>
              </a:rPr>
              <a:t>= more area on a circuit board</a:t>
            </a:r>
            <a:endParaRPr>
              <a:solidFill>
                <a:srgbClr val="000000"/>
              </a:solidFill>
            </a:endParaRPr>
          </a:p>
          <a:p>
            <a:pPr indent="0" lvl="0" marL="0" rtl="0" algn="l">
              <a:spcBef>
                <a:spcPts val="1600"/>
              </a:spcBef>
              <a:spcAft>
                <a:spcPts val="0"/>
              </a:spcAft>
              <a:buNone/>
            </a:pPr>
            <a:r>
              <a:rPr lang="en">
                <a:solidFill>
                  <a:srgbClr val="000000"/>
                </a:solidFill>
              </a:rPr>
              <a:t>Solution: send / receive the bits in a stream, one at a time (serial)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Solves the wiring problem, but...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Slower</a:t>
            </a:r>
            <a:endParaRPr>
              <a:solidFill>
                <a:srgbClr val="000000"/>
              </a:solidFill>
            </a:endParaRPr>
          </a:p>
          <a:p>
            <a:pPr indent="0" lvl="0" marL="0" rtl="0" algn="l">
              <a:spcBef>
                <a:spcPts val="1600"/>
              </a:spcBef>
              <a:spcAft>
                <a:spcPts val="0"/>
              </a:spcAft>
              <a:buClr>
                <a:srgbClr val="000000"/>
              </a:buClr>
              <a:buSzPts val="1100"/>
              <a:buFont typeface="Arial"/>
              <a:buNone/>
            </a:pPr>
            <a:r>
              <a:rPr b="1" lang="en">
                <a:solidFill>
                  <a:schemeClr val="dk1"/>
                </a:solidFill>
              </a:rPr>
              <a:t>USART</a:t>
            </a:r>
            <a:r>
              <a:rPr lang="en">
                <a:solidFill>
                  <a:schemeClr val="dk1"/>
                </a:solidFill>
              </a:rPr>
              <a:t> (Universal Synchronous/Asynchronous Receive &amp; Transmit) is one of many </a:t>
            </a:r>
            <a:r>
              <a:rPr i="1" lang="en">
                <a:solidFill>
                  <a:schemeClr val="dk1"/>
                </a:solidFill>
              </a:rPr>
              <a:t>protocols</a:t>
            </a:r>
            <a:r>
              <a:rPr lang="en">
                <a:solidFill>
                  <a:schemeClr val="dk1"/>
                </a:solidFill>
              </a:rPr>
              <a:t> for serial communication.</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1600"/>
              </a:spcAft>
              <a:buNone/>
            </a:pPr>
            <a:r>
              <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2"/>
          <p:cNvSpPr/>
          <p:nvPr/>
        </p:nvSpPr>
        <p:spPr>
          <a:xfrm>
            <a:off x="4273600" y="78825"/>
            <a:ext cx="4667700" cy="2286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9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UART vs. USART?</a:t>
            </a:r>
            <a:endParaRPr/>
          </a:p>
        </p:txBody>
      </p:sp>
      <p:sp>
        <p:nvSpPr>
          <p:cNvPr id="710" name="Google Shape;710;p92"/>
          <p:cNvSpPr txBox="1"/>
          <p:nvPr>
            <p:ph idx="1" type="body"/>
          </p:nvPr>
        </p:nvSpPr>
        <p:spPr>
          <a:xfrm>
            <a:off x="311700" y="1705524"/>
            <a:ext cx="8520600" cy="50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Serial communication can be </a:t>
            </a:r>
            <a:br>
              <a:rPr lang="en"/>
            </a:br>
            <a:r>
              <a:rPr b="1" lang="en"/>
              <a:t>synchronous</a:t>
            </a:r>
            <a:r>
              <a:rPr lang="en"/>
              <a:t> or </a:t>
            </a:r>
            <a:r>
              <a:rPr b="1" lang="en"/>
              <a:t>asynchronous.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UART = Universal Asynchronous Receiver and Transmitter</a:t>
            </a:r>
            <a:endParaRPr/>
          </a:p>
          <a:p>
            <a:pPr indent="0" lvl="0" marL="0" rtl="0" algn="l">
              <a:spcBef>
                <a:spcPts val="1600"/>
              </a:spcBef>
              <a:spcAft>
                <a:spcPts val="0"/>
              </a:spcAft>
              <a:buNone/>
            </a:pPr>
            <a:r>
              <a:rPr lang="en"/>
              <a:t>USART = Universal Synchronous and Asynchronous Receiver and Transmitter</a:t>
            </a:r>
            <a:endParaRPr/>
          </a:p>
          <a:p>
            <a:pPr indent="0" lvl="0" marL="0" rtl="0" algn="l">
              <a:spcBef>
                <a:spcPts val="1600"/>
              </a:spcBef>
              <a:spcAft>
                <a:spcPts val="1600"/>
              </a:spcAft>
              <a:buNone/>
            </a:pPr>
            <a:r>
              <a:rPr lang="en"/>
              <a:t>The Arm Cortex M0+ chip supports both synchronous and asynchronous communication (and much more).  We'll only use the </a:t>
            </a:r>
            <a:r>
              <a:rPr b="1" lang="en"/>
              <a:t>basic</a:t>
            </a:r>
            <a:r>
              <a:rPr b="1" lang="en"/>
              <a:t> asynchronous mode</a:t>
            </a:r>
            <a:r>
              <a:rPr lang="en"/>
              <a:t> for now.</a:t>
            </a:r>
            <a:endParaRPr/>
          </a:p>
        </p:txBody>
      </p:sp>
      <p:pic>
        <p:nvPicPr>
          <p:cNvPr id="711" name="Google Shape;711;p92"/>
          <p:cNvPicPr preferRelativeResize="0"/>
          <p:nvPr/>
        </p:nvPicPr>
        <p:blipFill>
          <a:blip r:embed="rId3">
            <a:alphaModFix/>
          </a:blip>
          <a:stretch>
            <a:fillRect/>
          </a:stretch>
        </p:blipFill>
        <p:spPr>
          <a:xfrm>
            <a:off x="311700" y="2688479"/>
            <a:ext cx="8279425" cy="1616771"/>
          </a:xfrm>
          <a:prstGeom prst="rect">
            <a:avLst/>
          </a:prstGeom>
          <a:noFill/>
          <a:ln>
            <a:noFill/>
          </a:ln>
        </p:spPr>
      </p:pic>
      <p:sp>
        <p:nvSpPr>
          <p:cNvPr id="712" name="Google Shape;712;p92"/>
          <p:cNvSpPr txBox="1"/>
          <p:nvPr/>
        </p:nvSpPr>
        <p:spPr>
          <a:xfrm>
            <a:off x="4273600" y="78825"/>
            <a:ext cx="4729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Example: Want to transmit the letter 'E'. </a:t>
            </a:r>
            <a:r>
              <a:rPr lang="en" sz="1800">
                <a:solidFill>
                  <a:schemeClr val="dk2"/>
                </a:solidFill>
              </a:rPr>
              <a:t>ASCII code for E is 69 (decimal) which is</a:t>
            </a:r>
            <a:endParaRPr sz="1800">
              <a:solidFill>
                <a:schemeClr val="dk2"/>
              </a:solidFill>
            </a:endParaRPr>
          </a:p>
          <a:p>
            <a:pPr indent="0" lvl="0" marL="0" rtl="0" algn="l">
              <a:spcBef>
                <a:spcPts val="0"/>
              </a:spcBef>
              <a:spcAft>
                <a:spcPts val="0"/>
              </a:spcAft>
              <a:buNone/>
            </a:pPr>
            <a:r>
              <a:rPr lang="en" sz="1800">
                <a:solidFill>
                  <a:schemeClr val="dk2"/>
                </a:solidFill>
              </a:rPr>
              <a:t>01000101 in binary. This is the series of bits that'll be transmitted.</a:t>
            </a:r>
            <a:endParaRPr sz="1800">
              <a:solidFill>
                <a:schemeClr val="dk2"/>
              </a:solidFill>
            </a:endParaRPr>
          </a:p>
        </p:txBody>
      </p:sp>
      <p:graphicFrame>
        <p:nvGraphicFramePr>
          <p:cNvPr id="713" name="Google Shape;713;p92"/>
          <p:cNvGraphicFramePr/>
          <p:nvPr/>
        </p:nvGraphicFramePr>
        <p:xfrm>
          <a:off x="4273575" y="1282225"/>
          <a:ext cx="3000000" cy="3000000"/>
        </p:xfrm>
        <a:graphic>
          <a:graphicData uri="http://schemas.openxmlformats.org/drawingml/2006/table">
            <a:tbl>
              <a:tblPr>
                <a:noFill/>
                <a:tableStyleId>{AE405E08-EC01-44EE-92DF-2D28D43843B5}</a:tableStyleId>
              </a:tblPr>
              <a:tblGrid>
                <a:gridCol w="1166925"/>
                <a:gridCol w="1476325"/>
                <a:gridCol w="1197525"/>
                <a:gridCol w="826950"/>
              </a:tblGrid>
              <a:tr h="270650">
                <a:tc>
                  <a:txBody>
                    <a:bodyPr/>
                    <a:lstStyle/>
                    <a:p>
                      <a:pPr indent="0" lvl="0" marL="0" rtl="0" algn="l">
                        <a:spcBef>
                          <a:spcPts val="0"/>
                        </a:spcBef>
                        <a:spcAft>
                          <a:spcPts val="0"/>
                        </a:spcAft>
                        <a:buNone/>
                      </a:pPr>
                      <a:r>
                        <a:rPr b="1" lang="en">
                          <a:solidFill>
                            <a:srgbClr val="0000FF"/>
                          </a:solidFill>
                        </a:rPr>
                        <a:t>Decimal</a:t>
                      </a:r>
                      <a:endParaRPr b="1">
                        <a:solidFill>
                          <a:srgbClr val="0000FF"/>
                        </a:solidFill>
                      </a:endParaRPr>
                    </a:p>
                  </a:txBody>
                  <a:tcPr marT="9125" marB="9125" marR="9125" marL="91425"/>
                </a:tc>
                <a:tc>
                  <a:txBody>
                    <a:bodyPr/>
                    <a:lstStyle/>
                    <a:p>
                      <a:pPr indent="0" lvl="0" marL="0" rtl="0" algn="l">
                        <a:spcBef>
                          <a:spcPts val="0"/>
                        </a:spcBef>
                        <a:spcAft>
                          <a:spcPts val="0"/>
                        </a:spcAft>
                        <a:buNone/>
                      </a:pPr>
                      <a:r>
                        <a:rPr b="1" lang="en">
                          <a:solidFill>
                            <a:srgbClr val="CC0000"/>
                          </a:solidFill>
                        </a:rPr>
                        <a:t>Hexadecimal</a:t>
                      </a:r>
                      <a:endParaRPr b="1">
                        <a:solidFill>
                          <a:srgbClr val="CC0000"/>
                        </a:solidFill>
                      </a:endParaRPr>
                    </a:p>
                  </a:txBody>
                  <a:tcPr marT="9125" marB="9125" marR="9125" marL="91425"/>
                </a:tc>
                <a:tc>
                  <a:txBody>
                    <a:bodyPr/>
                    <a:lstStyle/>
                    <a:p>
                      <a:pPr indent="0" lvl="0" marL="0" rtl="0" algn="l">
                        <a:spcBef>
                          <a:spcPts val="0"/>
                        </a:spcBef>
                        <a:spcAft>
                          <a:spcPts val="0"/>
                        </a:spcAft>
                        <a:buNone/>
                      </a:pPr>
                      <a:r>
                        <a:rPr b="1" lang="en">
                          <a:solidFill>
                            <a:srgbClr val="008C00"/>
                          </a:solidFill>
                        </a:rPr>
                        <a:t>Binary</a:t>
                      </a:r>
                      <a:endParaRPr b="1">
                        <a:solidFill>
                          <a:srgbClr val="008C00"/>
                        </a:solidFill>
                      </a:endParaRPr>
                    </a:p>
                  </a:txBody>
                  <a:tcPr marT="9125" marB="9125" marR="9125" marL="91425"/>
                </a:tc>
                <a:tc>
                  <a:txBody>
                    <a:bodyPr/>
                    <a:lstStyle/>
                    <a:p>
                      <a:pPr indent="0" lvl="0" marL="0" rtl="0" algn="l">
                        <a:spcBef>
                          <a:spcPts val="0"/>
                        </a:spcBef>
                        <a:spcAft>
                          <a:spcPts val="0"/>
                        </a:spcAft>
                        <a:buNone/>
                      </a:pPr>
                      <a:r>
                        <a:rPr b="1" lang="en">
                          <a:solidFill>
                            <a:srgbClr val="274E13"/>
                          </a:solidFill>
                        </a:rPr>
                        <a:t>Symbol</a:t>
                      </a:r>
                      <a:endParaRPr b="1">
                        <a:solidFill>
                          <a:srgbClr val="274E13"/>
                        </a:solidFill>
                      </a:endParaRPr>
                    </a:p>
                  </a:txBody>
                  <a:tcPr marT="9125" marB="9125" marR="9125" marL="91425"/>
                </a:tc>
              </a:tr>
              <a:tr h="270650">
                <a:tc>
                  <a:txBody>
                    <a:bodyPr/>
                    <a:lstStyle/>
                    <a:p>
                      <a:pPr indent="0" lvl="0" marL="0" rtl="0" algn="l">
                        <a:spcBef>
                          <a:spcPts val="0"/>
                        </a:spcBef>
                        <a:spcAft>
                          <a:spcPts val="0"/>
                        </a:spcAft>
                        <a:buNone/>
                      </a:pPr>
                      <a:r>
                        <a:rPr b="1" lang="en">
                          <a:solidFill>
                            <a:srgbClr val="0000FF"/>
                          </a:solidFill>
                        </a:rPr>
                        <a:t>68</a:t>
                      </a:r>
                      <a:endParaRPr b="1">
                        <a:solidFill>
                          <a:srgbClr val="0000FF"/>
                        </a:solidFill>
                      </a:endParaRPr>
                    </a:p>
                  </a:txBody>
                  <a:tcPr marT="9125" marB="9125" marR="9125" marL="91425"/>
                </a:tc>
                <a:tc>
                  <a:txBody>
                    <a:bodyPr/>
                    <a:lstStyle/>
                    <a:p>
                      <a:pPr indent="0" lvl="0" marL="0" rtl="0" algn="l">
                        <a:spcBef>
                          <a:spcPts val="0"/>
                        </a:spcBef>
                        <a:spcAft>
                          <a:spcPts val="0"/>
                        </a:spcAft>
                        <a:buNone/>
                      </a:pPr>
                      <a:r>
                        <a:rPr b="1" lang="en">
                          <a:solidFill>
                            <a:srgbClr val="CC0000"/>
                          </a:solidFill>
                        </a:rPr>
                        <a:t>44</a:t>
                      </a:r>
                      <a:endParaRPr b="1">
                        <a:solidFill>
                          <a:srgbClr val="CC0000"/>
                        </a:solidFill>
                      </a:endParaRPr>
                    </a:p>
                  </a:txBody>
                  <a:tcPr marT="9125" marB="9125" marR="9125" marL="91425"/>
                </a:tc>
                <a:tc>
                  <a:txBody>
                    <a:bodyPr/>
                    <a:lstStyle/>
                    <a:p>
                      <a:pPr indent="0" lvl="0" marL="0" rtl="0" algn="l">
                        <a:spcBef>
                          <a:spcPts val="0"/>
                        </a:spcBef>
                        <a:spcAft>
                          <a:spcPts val="0"/>
                        </a:spcAft>
                        <a:buNone/>
                      </a:pPr>
                      <a:r>
                        <a:rPr b="1" lang="en">
                          <a:solidFill>
                            <a:srgbClr val="008C00"/>
                          </a:solidFill>
                        </a:rPr>
                        <a:t>01000100</a:t>
                      </a:r>
                      <a:endParaRPr b="1">
                        <a:solidFill>
                          <a:srgbClr val="008C00"/>
                        </a:solidFill>
                      </a:endParaRPr>
                    </a:p>
                  </a:txBody>
                  <a:tcPr marT="9125" marB="9125" marR="9125" marL="91425"/>
                </a:tc>
                <a:tc>
                  <a:txBody>
                    <a:bodyPr/>
                    <a:lstStyle/>
                    <a:p>
                      <a:pPr indent="0" lvl="0" marL="0" rtl="0" algn="l">
                        <a:spcBef>
                          <a:spcPts val="0"/>
                        </a:spcBef>
                        <a:spcAft>
                          <a:spcPts val="0"/>
                        </a:spcAft>
                        <a:buNone/>
                      </a:pPr>
                      <a:r>
                        <a:rPr b="1" lang="en">
                          <a:solidFill>
                            <a:srgbClr val="274E13"/>
                          </a:solidFill>
                        </a:rPr>
                        <a:t>D</a:t>
                      </a:r>
                      <a:endParaRPr b="1">
                        <a:solidFill>
                          <a:srgbClr val="274E13"/>
                        </a:solidFill>
                      </a:endParaRPr>
                    </a:p>
                  </a:txBody>
                  <a:tcPr marT="9125" marB="9125" marR="9125" marL="91425"/>
                </a:tc>
              </a:tr>
              <a:tr h="270650">
                <a:tc>
                  <a:txBody>
                    <a:bodyPr/>
                    <a:lstStyle/>
                    <a:p>
                      <a:pPr indent="0" lvl="0" marL="0" rtl="0" algn="l">
                        <a:spcBef>
                          <a:spcPts val="0"/>
                        </a:spcBef>
                        <a:spcAft>
                          <a:spcPts val="0"/>
                        </a:spcAft>
                        <a:buNone/>
                      </a:pPr>
                      <a:r>
                        <a:rPr b="1" lang="en">
                          <a:solidFill>
                            <a:srgbClr val="0000FF"/>
                          </a:solidFill>
                        </a:rPr>
                        <a:t>69</a:t>
                      </a:r>
                      <a:endParaRPr b="1">
                        <a:solidFill>
                          <a:srgbClr val="0000FF"/>
                        </a:solidFill>
                      </a:endParaRPr>
                    </a:p>
                  </a:txBody>
                  <a:tcPr marT="9125" marB="9125" marR="9125" marL="91425"/>
                </a:tc>
                <a:tc>
                  <a:txBody>
                    <a:bodyPr/>
                    <a:lstStyle/>
                    <a:p>
                      <a:pPr indent="0" lvl="0" marL="0" rtl="0" algn="l">
                        <a:spcBef>
                          <a:spcPts val="0"/>
                        </a:spcBef>
                        <a:spcAft>
                          <a:spcPts val="0"/>
                        </a:spcAft>
                        <a:buNone/>
                      </a:pPr>
                      <a:r>
                        <a:rPr b="1" lang="en">
                          <a:solidFill>
                            <a:srgbClr val="CC0000"/>
                          </a:solidFill>
                        </a:rPr>
                        <a:t>45</a:t>
                      </a:r>
                      <a:endParaRPr b="1">
                        <a:solidFill>
                          <a:srgbClr val="CC0000"/>
                        </a:solidFill>
                      </a:endParaRPr>
                    </a:p>
                  </a:txBody>
                  <a:tcPr marT="9125" marB="9125" marR="9125" marL="91425"/>
                </a:tc>
                <a:tc>
                  <a:txBody>
                    <a:bodyPr/>
                    <a:lstStyle/>
                    <a:p>
                      <a:pPr indent="0" lvl="0" marL="0" rtl="0" algn="l">
                        <a:spcBef>
                          <a:spcPts val="0"/>
                        </a:spcBef>
                        <a:spcAft>
                          <a:spcPts val="0"/>
                        </a:spcAft>
                        <a:buNone/>
                      </a:pPr>
                      <a:r>
                        <a:rPr b="1" lang="en">
                          <a:solidFill>
                            <a:srgbClr val="008C00"/>
                          </a:solidFill>
                        </a:rPr>
                        <a:t>01000101</a:t>
                      </a:r>
                      <a:endParaRPr b="1">
                        <a:solidFill>
                          <a:srgbClr val="008C00"/>
                        </a:solidFill>
                      </a:endParaRPr>
                    </a:p>
                  </a:txBody>
                  <a:tcPr marT="9125" marB="9125" marR="9125" marL="91425"/>
                </a:tc>
                <a:tc>
                  <a:txBody>
                    <a:bodyPr/>
                    <a:lstStyle/>
                    <a:p>
                      <a:pPr indent="0" lvl="0" marL="0" rtl="0" algn="l">
                        <a:spcBef>
                          <a:spcPts val="0"/>
                        </a:spcBef>
                        <a:spcAft>
                          <a:spcPts val="0"/>
                        </a:spcAft>
                        <a:buNone/>
                      </a:pPr>
                      <a:r>
                        <a:rPr b="1" lang="en">
                          <a:solidFill>
                            <a:srgbClr val="274E13"/>
                          </a:solidFill>
                        </a:rPr>
                        <a:t>E</a:t>
                      </a:r>
                      <a:endParaRPr b="1">
                        <a:solidFill>
                          <a:srgbClr val="274E13"/>
                        </a:solidFill>
                      </a:endParaRPr>
                    </a:p>
                  </a:txBody>
                  <a:tcPr marT="9125" marB="9125" marR="9125" marL="91425"/>
                </a:tc>
              </a:tr>
              <a:tr h="270650">
                <a:tc>
                  <a:txBody>
                    <a:bodyPr/>
                    <a:lstStyle/>
                    <a:p>
                      <a:pPr indent="0" lvl="0" marL="0" rtl="0" algn="l">
                        <a:spcBef>
                          <a:spcPts val="0"/>
                        </a:spcBef>
                        <a:spcAft>
                          <a:spcPts val="0"/>
                        </a:spcAft>
                        <a:buNone/>
                      </a:pPr>
                      <a:r>
                        <a:rPr b="1" lang="en">
                          <a:solidFill>
                            <a:srgbClr val="0000FF"/>
                          </a:solidFill>
                        </a:rPr>
                        <a:t>70</a:t>
                      </a:r>
                      <a:endParaRPr b="1">
                        <a:solidFill>
                          <a:srgbClr val="0000FF"/>
                        </a:solidFill>
                      </a:endParaRPr>
                    </a:p>
                  </a:txBody>
                  <a:tcPr marT="9125" marB="9125" marR="9125" marL="91425"/>
                </a:tc>
                <a:tc>
                  <a:txBody>
                    <a:bodyPr/>
                    <a:lstStyle/>
                    <a:p>
                      <a:pPr indent="0" lvl="0" marL="0" rtl="0" algn="l">
                        <a:spcBef>
                          <a:spcPts val="0"/>
                        </a:spcBef>
                        <a:spcAft>
                          <a:spcPts val="0"/>
                        </a:spcAft>
                        <a:buNone/>
                      </a:pPr>
                      <a:r>
                        <a:rPr b="1" lang="en">
                          <a:solidFill>
                            <a:srgbClr val="CC0000"/>
                          </a:solidFill>
                        </a:rPr>
                        <a:t>46</a:t>
                      </a:r>
                      <a:endParaRPr b="1">
                        <a:solidFill>
                          <a:srgbClr val="CC0000"/>
                        </a:solidFill>
                      </a:endParaRPr>
                    </a:p>
                  </a:txBody>
                  <a:tcPr marT="9125" marB="9125" marR="9125" marL="91425"/>
                </a:tc>
                <a:tc>
                  <a:txBody>
                    <a:bodyPr/>
                    <a:lstStyle/>
                    <a:p>
                      <a:pPr indent="0" lvl="0" marL="0" rtl="0" algn="l">
                        <a:spcBef>
                          <a:spcPts val="0"/>
                        </a:spcBef>
                        <a:spcAft>
                          <a:spcPts val="0"/>
                        </a:spcAft>
                        <a:buNone/>
                      </a:pPr>
                      <a:r>
                        <a:rPr b="1" lang="en">
                          <a:solidFill>
                            <a:srgbClr val="008C00"/>
                          </a:solidFill>
                        </a:rPr>
                        <a:t>01000110</a:t>
                      </a:r>
                      <a:endParaRPr b="1">
                        <a:solidFill>
                          <a:srgbClr val="008C00"/>
                        </a:solidFill>
                      </a:endParaRPr>
                    </a:p>
                  </a:txBody>
                  <a:tcPr marT="9125" marB="9125" marR="9125" marL="91425"/>
                </a:tc>
                <a:tc>
                  <a:txBody>
                    <a:bodyPr/>
                    <a:lstStyle/>
                    <a:p>
                      <a:pPr indent="0" lvl="0" marL="0" rtl="0" algn="l">
                        <a:spcBef>
                          <a:spcPts val="0"/>
                        </a:spcBef>
                        <a:spcAft>
                          <a:spcPts val="0"/>
                        </a:spcAft>
                        <a:buNone/>
                      </a:pPr>
                      <a:r>
                        <a:rPr b="1" lang="en">
                          <a:solidFill>
                            <a:srgbClr val="274E13"/>
                          </a:solidFill>
                        </a:rPr>
                        <a:t>F</a:t>
                      </a:r>
                      <a:endParaRPr b="1">
                        <a:solidFill>
                          <a:srgbClr val="274E13"/>
                        </a:solidFill>
                      </a:endParaRPr>
                    </a:p>
                  </a:txBody>
                  <a:tcPr marT="9125" marB="9125" marR="91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pic>
        <p:nvPicPr>
          <p:cNvPr id="721" name="Google Shape;721;p93" title="Screenshot 2026-01-23 at 12.58.49 PM.png"/>
          <p:cNvPicPr preferRelativeResize="0"/>
          <p:nvPr/>
        </p:nvPicPr>
        <p:blipFill rotWithShape="1">
          <a:blip r:embed="rId3">
            <a:alphaModFix/>
          </a:blip>
          <a:srcRect b="15927" l="0" r="0" t="11677"/>
          <a:stretch/>
        </p:blipFill>
        <p:spPr>
          <a:xfrm>
            <a:off x="0" y="1655263"/>
            <a:ext cx="9144000" cy="1531175"/>
          </a:xfrm>
          <a:prstGeom prst="rect">
            <a:avLst/>
          </a:prstGeom>
          <a:noFill/>
          <a:ln>
            <a:noFill/>
          </a:ln>
        </p:spPr>
      </p:pic>
      <p:sp>
        <p:nvSpPr>
          <p:cNvPr id="722" name="Google Shape;722;p93"/>
          <p:cNvSpPr txBox="1"/>
          <p:nvPr/>
        </p:nvSpPr>
        <p:spPr>
          <a:xfrm>
            <a:off x="6781800" y="47244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2"/>
              </a:buClr>
              <a:buSzPts val="1200"/>
              <a:buFont typeface="Helvetica Neue"/>
              <a:buNone/>
            </a:pPr>
            <a:r>
              <a:rPr b="0" i="1" lang="en" sz="1200" u="none">
                <a:solidFill>
                  <a:schemeClr val="lt2"/>
                </a:solidFill>
                <a:latin typeface="Helvetica Neue"/>
                <a:ea typeface="Helvetica Neue"/>
                <a:cs typeface="Helvetica Neue"/>
                <a:sym typeface="Helvetica Neue"/>
              </a:rPr>
              <a:t>17.</a:t>
            </a:r>
            <a:fld id="{00000000-1234-1234-1234-123412341234}" type="slidenum">
              <a:rPr b="0" i="1" lang="en" sz="1200" u="none">
                <a:solidFill>
                  <a:schemeClr val="lt2"/>
                </a:solidFill>
                <a:latin typeface="Helvetica Neue"/>
                <a:ea typeface="Helvetica Neue"/>
                <a:cs typeface="Helvetica Neue"/>
                <a:sym typeface="Helvetica Neue"/>
              </a:rPr>
              <a:t>‹#›</a:t>
            </a:fld>
            <a:endParaRPr/>
          </a:p>
        </p:txBody>
      </p:sp>
      <p:sp>
        <p:nvSpPr>
          <p:cNvPr id="723" name="Google Shape;723;p93"/>
          <p:cNvSpPr txBox="1"/>
          <p:nvPr>
            <p:ph idx="4294967295" type="title"/>
          </p:nvPr>
        </p:nvSpPr>
        <p:spPr>
          <a:xfrm>
            <a:off x="447675" y="381000"/>
            <a:ext cx="7248600" cy="60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a:t>UART serial data format</a:t>
            </a:r>
            <a:endParaRPr/>
          </a:p>
        </p:txBody>
      </p:sp>
      <p:sp>
        <p:nvSpPr>
          <p:cNvPr id="724" name="Google Shape;724;p93"/>
          <p:cNvSpPr txBox="1"/>
          <p:nvPr/>
        </p:nvSpPr>
        <p:spPr>
          <a:xfrm>
            <a:off x="893762" y="1225550"/>
            <a:ext cx="184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25" name="Google Shape;725;p93"/>
          <p:cNvSpPr txBox="1"/>
          <p:nvPr/>
        </p:nvSpPr>
        <p:spPr>
          <a:xfrm>
            <a:off x="746125" y="4381500"/>
            <a:ext cx="8016900" cy="91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Palatino"/>
              <a:buNone/>
            </a:pPr>
            <a:r>
              <a:rPr i="0" lang="en" sz="1800" u="none">
                <a:solidFill>
                  <a:schemeClr val="dk1"/>
                </a:solidFill>
              </a:rPr>
              <a:t>Typical rates are 9600 &amp; 19200 </a:t>
            </a:r>
            <a:r>
              <a:rPr lang="en" sz="1800">
                <a:solidFill>
                  <a:schemeClr val="dk1"/>
                </a:solidFill>
              </a:rPr>
              <a:t>bits</a:t>
            </a:r>
            <a:r>
              <a:rPr i="0" lang="en" sz="1800" u="none">
                <a:solidFill>
                  <a:schemeClr val="dk1"/>
                </a:solidFill>
              </a:rPr>
              <a:t>/second:  “9600 baud”, “19200 baud” but goes as high as 115,200 baud.  </a:t>
            </a:r>
            <a:r>
              <a:rPr lang="en" sz="1800">
                <a:solidFill>
                  <a:schemeClr val="dk1"/>
                </a:solidFill>
              </a:rPr>
              <a:t>V</a:t>
            </a:r>
            <a:r>
              <a:rPr i="0" lang="en" sz="1800" u="none">
                <a:solidFill>
                  <a:schemeClr val="dk1"/>
                </a:solidFill>
              </a:rPr>
              <a:t>ery slow, compared with </a:t>
            </a:r>
            <a:r>
              <a:rPr lang="en" sz="1800">
                <a:solidFill>
                  <a:schemeClr val="dk1"/>
                </a:solidFill>
              </a:rPr>
              <a:t>“gigabit ethernet”</a:t>
            </a:r>
            <a:r>
              <a:rPr i="0" lang="en" sz="1800" u="none">
                <a:solidFill>
                  <a:schemeClr val="dk1"/>
                </a:solidFill>
              </a:rPr>
              <a:t>.  </a:t>
            </a:r>
            <a:endParaRPr i="0" sz="1800" u="none">
              <a:solidFill>
                <a:schemeClr val="dk1"/>
              </a:solidFill>
            </a:endParaRPr>
          </a:p>
          <a:p>
            <a:pPr indent="0" lvl="0" marL="0" marR="0" rtl="0" algn="l">
              <a:lnSpc>
                <a:spcPct val="100000"/>
              </a:lnSpc>
              <a:spcBef>
                <a:spcPts val="0"/>
              </a:spcBef>
              <a:spcAft>
                <a:spcPts val="0"/>
              </a:spcAft>
              <a:buClr>
                <a:schemeClr val="dk1"/>
              </a:buClr>
              <a:buSzPts val="1600"/>
              <a:buFont typeface="Palatino"/>
              <a:buNone/>
            </a:pPr>
            <a:r>
              <a:t/>
            </a:r>
            <a:endParaRPr sz="1800">
              <a:solidFill>
                <a:schemeClr val="dk1"/>
              </a:solidFill>
            </a:endParaRPr>
          </a:p>
          <a:p>
            <a:pPr indent="0" lvl="0" marL="0" marR="0" rtl="0" algn="l">
              <a:lnSpc>
                <a:spcPct val="100000"/>
              </a:lnSpc>
              <a:spcBef>
                <a:spcPts val="0"/>
              </a:spcBef>
              <a:spcAft>
                <a:spcPts val="0"/>
              </a:spcAft>
              <a:buClr>
                <a:schemeClr val="dk1"/>
              </a:buClr>
              <a:buSzPts val="1600"/>
              <a:buFont typeface="Palatino"/>
              <a:buNone/>
            </a:pPr>
            <a:r>
              <a:rPr lang="en" sz="1800">
                <a:solidFill>
                  <a:schemeClr val="dk1"/>
                </a:solidFill>
              </a:rPr>
              <a:t>Bit time</a:t>
            </a:r>
            <a:r>
              <a:rPr i="0" lang="en" sz="1800" u="none">
                <a:solidFill>
                  <a:schemeClr val="dk1"/>
                </a:solidFill>
              </a:rPr>
              <a:t> </a:t>
            </a:r>
            <a:r>
              <a:rPr i="1" lang="en" sz="1800" u="none">
                <a:solidFill>
                  <a:schemeClr val="dk1"/>
                </a:solidFill>
              </a:rPr>
              <a:t>T</a:t>
            </a:r>
            <a:r>
              <a:rPr i="0" lang="en" sz="1800" u="none">
                <a:solidFill>
                  <a:schemeClr val="dk1"/>
                </a:solidFill>
              </a:rPr>
              <a:t> = 1/baud rate ≈ 104 µs at 9600 baud. </a:t>
            </a:r>
            <a:endParaRPr sz="1800"/>
          </a:p>
        </p:txBody>
      </p:sp>
      <p:cxnSp>
        <p:nvCxnSpPr>
          <p:cNvPr id="726" name="Google Shape;726;p93"/>
          <p:cNvCxnSpPr/>
          <p:nvPr/>
        </p:nvCxnSpPr>
        <p:spPr>
          <a:xfrm>
            <a:off x="4582521" y="2010851"/>
            <a:ext cx="533400" cy="0"/>
          </a:xfrm>
          <a:prstGeom prst="straightConnector1">
            <a:avLst/>
          </a:prstGeom>
          <a:noFill/>
          <a:ln cap="flat" cmpd="sng" w="9525">
            <a:solidFill>
              <a:schemeClr val="dk1"/>
            </a:solidFill>
            <a:prstDash val="solid"/>
            <a:miter lim="800000"/>
            <a:headEnd len="med" w="med" type="triangle"/>
            <a:tailEnd len="med" w="med" type="triangle"/>
          </a:ln>
        </p:spPr>
      </p:cxnSp>
      <p:sp>
        <p:nvSpPr>
          <p:cNvPr id="727" name="Google Shape;727;p93"/>
          <p:cNvSpPr txBox="1"/>
          <p:nvPr/>
        </p:nvSpPr>
        <p:spPr>
          <a:xfrm>
            <a:off x="4734921" y="1706051"/>
            <a:ext cx="324000" cy="338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Palatino"/>
              <a:buNone/>
            </a:pPr>
            <a:r>
              <a:rPr b="0" i="1" lang="en" sz="1600" u="none">
                <a:solidFill>
                  <a:schemeClr val="dk1"/>
                </a:solidFill>
                <a:latin typeface="Palatino"/>
                <a:ea typeface="Palatino"/>
                <a:cs typeface="Palatino"/>
                <a:sym typeface="Palatino"/>
              </a:rPr>
              <a:t>T</a:t>
            </a:r>
            <a:endParaRPr/>
          </a:p>
        </p:txBody>
      </p:sp>
      <p:sp>
        <p:nvSpPr>
          <p:cNvPr id="728" name="Google Shape;728;p93"/>
          <p:cNvSpPr txBox="1"/>
          <p:nvPr/>
        </p:nvSpPr>
        <p:spPr>
          <a:xfrm>
            <a:off x="1634825" y="3505200"/>
            <a:ext cx="1722300" cy="549000"/>
          </a:xfrm>
          <a:prstGeom prst="rect">
            <a:avLst/>
          </a:prstGeom>
          <a:noFill/>
          <a:ln>
            <a:noFill/>
          </a:ln>
        </p:spPr>
        <p:txBody>
          <a:bodyPr anchorCtr="0" anchor="t" bIns="45700" lIns="91425" spcFirstLastPara="1" rIns="91425" wrap="square" tIns="45700">
            <a:noAutofit/>
          </a:bodyPr>
          <a:lstStyle/>
          <a:p>
            <a:pPr indent="0" lvl="0" marL="0" marR="0" rtl="0" algn="ctr">
              <a:lnSpc>
                <a:spcPct val="88888"/>
              </a:lnSpc>
              <a:spcBef>
                <a:spcPts val="0"/>
              </a:spcBef>
              <a:spcAft>
                <a:spcPts val="0"/>
              </a:spcAft>
              <a:buClr>
                <a:schemeClr val="accent2"/>
              </a:buClr>
              <a:buSzPts val="1200"/>
              <a:buFont typeface="Arial"/>
              <a:buNone/>
            </a:pPr>
            <a:r>
              <a:rPr lang="en" sz="1600">
                <a:solidFill>
                  <a:srgbClr val="2A00FF"/>
                </a:solidFill>
              </a:rPr>
              <a:t>Least significant bit sent  first</a:t>
            </a:r>
            <a:endParaRPr sz="1800">
              <a:solidFill>
                <a:srgbClr val="2A00FF"/>
              </a:solidFill>
            </a:endParaRPr>
          </a:p>
        </p:txBody>
      </p:sp>
      <p:cxnSp>
        <p:nvCxnSpPr>
          <p:cNvPr id="729" name="Google Shape;729;p93"/>
          <p:cNvCxnSpPr/>
          <p:nvPr/>
        </p:nvCxnSpPr>
        <p:spPr>
          <a:xfrm rot="10800000">
            <a:off x="6755018" y="2895600"/>
            <a:ext cx="0" cy="609600"/>
          </a:xfrm>
          <a:prstGeom prst="straightConnector1">
            <a:avLst/>
          </a:prstGeom>
          <a:noFill/>
          <a:ln cap="flat" cmpd="sng" w="12700">
            <a:solidFill>
              <a:schemeClr val="accent2"/>
            </a:solidFill>
            <a:prstDash val="solid"/>
            <a:miter lim="800000"/>
            <a:headEnd len="med" w="med" type="none"/>
            <a:tailEnd len="med" w="med" type="stealth"/>
          </a:ln>
        </p:spPr>
      </p:cxnSp>
      <p:sp>
        <p:nvSpPr>
          <p:cNvPr id="730" name="Google Shape;730;p93"/>
          <p:cNvSpPr txBox="1"/>
          <p:nvPr/>
        </p:nvSpPr>
        <p:spPr>
          <a:xfrm>
            <a:off x="5535818" y="3505200"/>
            <a:ext cx="2590800" cy="705000"/>
          </a:xfrm>
          <a:prstGeom prst="rect">
            <a:avLst/>
          </a:prstGeom>
          <a:noFill/>
          <a:ln>
            <a:noFill/>
          </a:ln>
        </p:spPr>
        <p:txBody>
          <a:bodyPr anchorCtr="0" anchor="t" bIns="45700" lIns="91425" spcFirstLastPara="1" rIns="91425" wrap="square" tIns="45700">
            <a:noAutofit/>
          </a:bodyPr>
          <a:lstStyle/>
          <a:p>
            <a:pPr indent="0" lvl="0" marL="0" marR="0" rtl="0" algn="ctr">
              <a:lnSpc>
                <a:spcPct val="88888"/>
              </a:lnSpc>
              <a:spcBef>
                <a:spcPts val="0"/>
              </a:spcBef>
              <a:spcAft>
                <a:spcPts val="0"/>
              </a:spcAft>
              <a:buClr>
                <a:schemeClr val="accent2"/>
              </a:buClr>
              <a:buSzPts val="1200"/>
              <a:buFont typeface="Arial"/>
              <a:buNone/>
            </a:pPr>
            <a:r>
              <a:rPr lang="en" sz="1600">
                <a:solidFill>
                  <a:srgbClr val="0000FF"/>
                </a:solidFill>
              </a:rPr>
              <a:t>Optional parity bit may be inserted between last data bit and stop bit</a:t>
            </a:r>
            <a:endParaRPr sz="1800">
              <a:solidFill>
                <a:srgbClr val="0000FF"/>
              </a:solidFill>
            </a:endParaRPr>
          </a:p>
        </p:txBody>
      </p:sp>
      <p:cxnSp>
        <p:nvCxnSpPr>
          <p:cNvPr id="731" name="Google Shape;731;p93"/>
          <p:cNvCxnSpPr/>
          <p:nvPr/>
        </p:nvCxnSpPr>
        <p:spPr>
          <a:xfrm rot="10800000">
            <a:off x="2445418" y="2818450"/>
            <a:ext cx="0" cy="609600"/>
          </a:xfrm>
          <a:prstGeom prst="straightConnector1">
            <a:avLst/>
          </a:prstGeom>
          <a:noFill/>
          <a:ln cap="flat" cmpd="sng" w="12700">
            <a:solidFill>
              <a:schemeClr val="accent2"/>
            </a:solidFill>
            <a:prstDash val="solid"/>
            <a:miter lim="800000"/>
            <a:headEnd len="med" w="med" type="none"/>
            <a:tailEnd len="med" w="med" type="stealth"/>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8" name="Shape 738"/>
        <p:cNvGrpSpPr/>
        <p:nvPr/>
      </p:nvGrpSpPr>
      <p:grpSpPr>
        <a:xfrm>
          <a:off x="0" y="0"/>
          <a:ext cx="0" cy="0"/>
          <a:chOff x="0" y="0"/>
          <a:chExt cx="0" cy="0"/>
        </a:xfrm>
      </p:grpSpPr>
      <p:sp>
        <p:nvSpPr>
          <p:cNvPr id="739" name="Google Shape;739;p94"/>
          <p:cNvSpPr txBox="1"/>
          <p:nvPr/>
        </p:nvSpPr>
        <p:spPr>
          <a:xfrm>
            <a:off x="6781800" y="47244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2"/>
              </a:buClr>
              <a:buSzPts val="1200"/>
              <a:buFont typeface="Helvetica Neue"/>
              <a:buNone/>
            </a:pPr>
            <a:r>
              <a:rPr b="0" i="1" lang="en" sz="1200" u="none">
                <a:solidFill>
                  <a:schemeClr val="lt2"/>
                </a:solidFill>
                <a:latin typeface="Helvetica Neue"/>
                <a:ea typeface="Helvetica Neue"/>
                <a:cs typeface="Helvetica Neue"/>
                <a:sym typeface="Helvetica Neue"/>
              </a:rPr>
              <a:t>17.</a:t>
            </a:r>
            <a:fld id="{00000000-1234-1234-1234-123412341234}" type="slidenum">
              <a:rPr b="0" i="1" lang="en" sz="1200" u="none">
                <a:solidFill>
                  <a:schemeClr val="lt2"/>
                </a:solidFill>
                <a:latin typeface="Helvetica Neue"/>
                <a:ea typeface="Helvetica Neue"/>
                <a:cs typeface="Helvetica Neue"/>
                <a:sym typeface="Helvetica Neue"/>
              </a:rPr>
              <a:t>‹#›</a:t>
            </a:fld>
            <a:endParaRPr/>
          </a:p>
        </p:txBody>
      </p:sp>
      <p:sp>
        <p:nvSpPr>
          <p:cNvPr id="740" name="Google Shape;740;p94"/>
          <p:cNvSpPr txBox="1"/>
          <p:nvPr>
            <p:ph idx="4294967295" type="title"/>
          </p:nvPr>
        </p:nvSpPr>
        <p:spPr>
          <a:xfrm>
            <a:off x="447675" y="381000"/>
            <a:ext cx="7248600" cy="60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a:t>UART serial data format</a:t>
            </a:r>
            <a:endParaRPr/>
          </a:p>
        </p:txBody>
      </p:sp>
      <p:sp>
        <p:nvSpPr>
          <p:cNvPr id="741" name="Google Shape;741;p94"/>
          <p:cNvSpPr txBox="1"/>
          <p:nvPr/>
        </p:nvSpPr>
        <p:spPr>
          <a:xfrm>
            <a:off x="893762" y="1225550"/>
            <a:ext cx="184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42" name="Google Shape;742;p94"/>
          <p:cNvSpPr txBox="1"/>
          <p:nvPr/>
        </p:nvSpPr>
        <p:spPr>
          <a:xfrm>
            <a:off x="746125" y="4381500"/>
            <a:ext cx="8016900" cy="91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Palatino"/>
              <a:buNone/>
            </a:pPr>
            <a:r>
              <a:rPr i="0" lang="en" sz="1800" u="none">
                <a:solidFill>
                  <a:schemeClr val="dk1"/>
                </a:solidFill>
              </a:rPr>
              <a:t>Typical rates are 9600 &amp; 19200 </a:t>
            </a:r>
            <a:r>
              <a:rPr lang="en" sz="1800">
                <a:solidFill>
                  <a:schemeClr val="dk1"/>
                </a:solidFill>
              </a:rPr>
              <a:t>bits</a:t>
            </a:r>
            <a:r>
              <a:rPr i="0" lang="en" sz="1800" u="none">
                <a:solidFill>
                  <a:schemeClr val="dk1"/>
                </a:solidFill>
              </a:rPr>
              <a:t>/second:  “9600 baud”, “19200 baud” but goes as high as 115,200 baud.  </a:t>
            </a:r>
            <a:r>
              <a:rPr lang="en" sz="1800">
                <a:solidFill>
                  <a:schemeClr val="dk1"/>
                </a:solidFill>
              </a:rPr>
              <a:t>V</a:t>
            </a:r>
            <a:r>
              <a:rPr i="0" lang="en" sz="1800" u="none">
                <a:solidFill>
                  <a:schemeClr val="dk1"/>
                </a:solidFill>
              </a:rPr>
              <a:t>ery slow, compared with </a:t>
            </a:r>
            <a:r>
              <a:rPr lang="en" sz="1800">
                <a:solidFill>
                  <a:schemeClr val="dk1"/>
                </a:solidFill>
              </a:rPr>
              <a:t>“gigabit ethernet”</a:t>
            </a:r>
            <a:r>
              <a:rPr i="0" lang="en" sz="1800" u="none">
                <a:solidFill>
                  <a:schemeClr val="dk1"/>
                </a:solidFill>
              </a:rPr>
              <a:t>.  </a:t>
            </a:r>
            <a:endParaRPr i="0" sz="1800" u="none">
              <a:solidFill>
                <a:schemeClr val="dk1"/>
              </a:solidFill>
            </a:endParaRPr>
          </a:p>
          <a:p>
            <a:pPr indent="0" lvl="0" marL="0" marR="0" rtl="0" algn="l">
              <a:lnSpc>
                <a:spcPct val="100000"/>
              </a:lnSpc>
              <a:spcBef>
                <a:spcPts val="0"/>
              </a:spcBef>
              <a:spcAft>
                <a:spcPts val="0"/>
              </a:spcAft>
              <a:buClr>
                <a:schemeClr val="dk1"/>
              </a:buClr>
              <a:buSzPts val="1600"/>
              <a:buFont typeface="Palatino"/>
              <a:buNone/>
            </a:pPr>
            <a:r>
              <a:t/>
            </a:r>
            <a:endParaRPr sz="1800">
              <a:solidFill>
                <a:schemeClr val="dk1"/>
              </a:solidFill>
            </a:endParaRPr>
          </a:p>
          <a:p>
            <a:pPr indent="0" lvl="0" marL="0" marR="0" rtl="0" algn="l">
              <a:lnSpc>
                <a:spcPct val="100000"/>
              </a:lnSpc>
              <a:spcBef>
                <a:spcPts val="0"/>
              </a:spcBef>
              <a:spcAft>
                <a:spcPts val="0"/>
              </a:spcAft>
              <a:buClr>
                <a:schemeClr val="dk1"/>
              </a:buClr>
              <a:buSzPts val="1600"/>
              <a:buFont typeface="Palatino"/>
              <a:buNone/>
            </a:pPr>
            <a:r>
              <a:rPr lang="en" sz="1800">
                <a:solidFill>
                  <a:schemeClr val="dk1"/>
                </a:solidFill>
              </a:rPr>
              <a:t>Bit time</a:t>
            </a:r>
            <a:r>
              <a:rPr i="0" lang="en" sz="1800" u="none">
                <a:solidFill>
                  <a:schemeClr val="dk1"/>
                </a:solidFill>
              </a:rPr>
              <a:t> </a:t>
            </a:r>
            <a:r>
              <a:rPr i="1" lang="en" sz="1800" u="none">
                <a:solidFill>
                  <a:schemeClr val="dk1"/>
                </a:solidFill>
              </a:rPr>
              <a:t>T</a:t>
            </a:r>
            <a:r>
              <a:rPr i="0" lang="en" sz="1800" u="none">
                <a:solidFill>
                  <a:schemeClr val="dk1"/>
                </a:solidFill>
              </a:rPr>
              <a:t> = 1/baud rate ≈ 104 µs at 9600 baud. </a:t>
            </a:r>
            <a:endParaRPr sz="1800"/>
          </a:p>
        </p:txBody>
      </p:sp>
      <p:grpSp>
        <p:nvGrpSpPr>
          <p:cNvPr id="743" name="Google Shape;743;p94"/>
          <p:cNvGrpSpPr/>
          <p:nvPr/>
        </p:nvGrpSpPr>
        <p:grpSpPr>
          <a:xfrm>
            <a:off x="746125" y="1447800"/>
            <a:ext cx="7691375" cy="2762400"/>
            <a:chOff x="746125" y="3124200"/>
            <a:chExt cx="7691375" cy="2762400"/>
          </a:xfrm>
        </p:grpSpPr>
        <p:cxnSp>
          <p:nvCxnSpPr>
            <p:cNvPr id="744" name="Google Shape;744;p94"/>
            <p:cNvCxnSpPr/>
            <p:nvPr/>
          </p:nvCxnSpPr>
          <p:spPr>
            <a:xfrm>
              <a:off x="838200" y="4495800"/>
              <a:ext cx="7599300" cy="0"/>
            </a:xfrm>
            <a:prstGeom prst="straightConnector1">
              <a:avLst/>
            </a:prstGeom>
            <a:noFill/>
            <a:ln cap="flat" cmpd="sng" w="9525">
              <a:solidFill>
                <a:schemeClr val="dk1"/>
              </a:solidFill>
              <a:prstDash val="solid"/>
              <a:miter lim="800000"/>
              <a:headEnd len="med" w="med" type="none"/>
              <a:tailEnd len="med" w="med" type="none"/>
            </a:ln>
          </p:spPr>
        </p:cxnSp>
        <p:cxnSp>
          <p:nvCxnSpPr>
            <p:cNvPr id="745" name="Google Shape;745;p94"/>
            <p:cNvCxnSpPr/>
            <p:nvPr/>
          </p:nvCxnSpPr>
          <p:spPr>
            <a:xfrm>
              <a:off x="15240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46" name="Google Shape;746;p94"/>
            <p:cNvCxnSpPr/>
            <p:nvPr/>
          </p:nvCxnSpPr>
          <p:spPr>
            <a:xfrm>
              <a:off x="20574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47" name="Google Shape;747;p94"/>
            <p:cNvCxnSpPr/>
            <p:nvPr/>
          </p:nvCxnSpPr>
          <p:spPr>
            <a:xfrm>
              <a:off x="25908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48" name="Google Shape;748;p94"/>
            <p:cNvCxnSpPr/>
            <p:nvPr/>
          </p:nvCxnSpPr>
          <p:spPr>
            <a:xfrm>
              <a:off x="31242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49" name="Google Shape;749;p94"/>
            <p:cNvCxnSpPr/>
            <p:nvPr/>
          </p:nvCxnSpPr>
          <p:spPr>
            <a:xfrm>
              <a:off x="36576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50" name="Google Shape;750;p94"/>
            <p:cNvCxnSpPr/>
            <p:nvPr/>
          </p:nvCxnSpPr>
          <p:spPr>
            <a:xfrm>
              <a:off x="41910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51" name="Google Shape;751;p94"/>
            <p:cNvCxnSpPr/>
            <p:nvPr/>
          </p:nvCxnSpPr>
          <p:spPr>
            <a:xfrm>
              <a:off x="47244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52" name="Google Shape;752;p94"/>
            <p:cNvCxnSpPr/>
            <p:nvPr/>
          </p:nvCxnSpPr>
          <p:spPr>
            <a:xfrm>
              <a:off x="52578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53" name="Google Shape;753;p94"/>
            <p:cNvCxnSpPr/>
            <p:nvPr/>
          </p:nvCxnSpPr>
          <p:spPr>
            <a:xfrm>
              <a:off x="57912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54" name="Google Shape;754;p94"/>
            <p:cNvCxnSpPr/>
            <p:nvPr/>
          </p:nvCxnSpPr>
          <p:spPr>
            <a:xfrm>
              <a:off x="6324600" y="3505200"/>
              <a:ext cx="0" cy="954000"/>
            </a:xfrm>
            <a:prstGeom prst="straightConnector1">
              <a:avLst/>
            </a:prstGeom>
            <a:noFill/>
            <a:ln cap="flat" cmpd="sng" w="9525">
              <a:solidFill>
                <a:schemeClr val="dk1"/>
              </a:solidFill>
              <a:prstDash val="solid"/>
              <a:miter lim="800000"/>
              <a:headEnd len="med" w="med" type="none"/>
              <a:tailEnd len="med" w="med" type="none"/>
            </a:ln>
          </p:spPr>
        </p:cxnSp>
        <p:cxnSp>
          <p:nvCxnSpPr>
            <p:cNvPr id="755" name="Google Shape;755;p94"/>
            <p:cNvCxnSpPr/>
            <p:nvPr/>
          </p:nvCxnSpPr>
          <p:spPr>
            <a:xfrm>
              <a:off x="6858000" y="3505200"/>
              <a:ext cx="0" cy="954000"/>
            </a:xfrm>
            <a:prstGeom prst="straightConnector1">
              <a:avLst/>
            </a:prstGeom>
            <a:noFill/>
            <a:ln cap="flat" cmpd="sng" w="9525">
              <a:solidFill>
                <a:schemeClr val="dk1"/>
              </a:solidFill>
              <a:prstDash val="solid"/>
              <a:miter lim="800000"/>
              <a:headEnd len="med" w="med" type="none"/>
              <a:tailEnd len="med" w="med" type="none"/>
            </a:ln>
          </p:spPr>
        </p:cxnSp>
        <p:sp>
          <p:nvSpPr>
            <p:cNvPr id="756" name="Google Shape;756;p94"/>
            <p:cNvSpPr/>
            <p:nvPr/>
          </p:nvSpPr>
          <p:spPr>
            <a:xfrm>
              <a:off x="838200" y="3657600"/>
              <a:ext cx="7467600" cy="842963"/>
            </a:xfrm>
            <a:custGeom>
              <a:rect b="b" l="l" r="r" t="t"/>
              <a:pathLst>
                <a:path extrusionOk="0" h="531" w="4704">
                  <a:moveTo>
                    <a:pt x="0" y="0"/>
                  </a:moveTo>
                  <a:lnTo>
                    <a:pt x="432" y="0"/>
                  </a:lnTo>
                  <a:lnTo>
                    <a:pt x="432" y="528"/>
                  </a:lnTo>
                  <a:lnTo>
                    <a:pt x="768" y="528"/>
                  </a:lnTo>
                  <a:lnTo>
                    <a:pt x="1104" y="528"/>
                  </a:lnTo>
                  <a:lnTo>
                    <a:pt x="1104" y="0"/>
                  </a:lnTo>
                  <a:lnTo>
                    <a:pt x="1440" y="0"/>
                  </a:lnTo>
                  <a:lnTo>
                    <a:pt x="1776" y="0"/>
                  </a:lnTo>
                  <a:cubicBezTo>
                    <a:pt x="1776" y="177"/>
                    <a:pt x="1776" y="354"/>
                    <a:pt x="1776" y="531"/>
                  </a:cubicBezTo>
                  <a:lnTo>
                    <a:pt x="2112" y="531"/>
                  </a:lnTo>
                  <a:lnTo>
                    <a:pt x="2112" y="0"/>
                  </a:lnTo>
                  <a:lnTo>
                    <a:pt x="2448" y="0"/>
                  </a:lnTo>
                  <a:cubicBezTo>
                    <a:pt x="2448" y="175"/>
                    <a:pt x="2448" y="350"/>
                    <a:pt x="2448" y="525"/>
                  </a:cubicBezTo>
                  <a:lnTo>
                    <a:pt x="3120" y="525"/>
                  </a:lnTo>
                  <a:lnTo>
                    <a:pt x="3120" y="0"/>
                  </a:lnTo>
                  <a:lnTo>
                    <a:pt x="3456" y="0"/>
                  </a:lnTo>
                  <a:lnTo>
                    <a:pt x="3792" y="0"/>
                  </a:lnTo>
                  <a:lnTo>
                    <a:pt x="4704" y="0"/>
                  </a:lnTo>
                </a:path>
              </a:pathLst>
            </a:cu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757" name="Google Shape;757;p94"/>
            <p:cNvSpPr txBox="1"/>
            <p:nvPr/>
          </p:nvSpPr>
          <p:spPr>
            <a:xfrm>
              <a:off x="1660525"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600"/>
                <a:buFont typeface="Arial"/>
                <a:buNone/>
              </a:pPr>
              <a:r>
                <a:rPr b="0" i="0" lang="en" sz="1600" u="none">
                  <a:solidFill>
                    <a:schemeClr val="accent2"/>
                  </a:solidFill>
                  <a:latin typeface="Arial"/>
                  <a:ea typeface="Arial"/>
                  <a:cs typeface="Arial"/>
                  <a:sym typeface="Arial"/>
                </a:rPr>
                <a:t>0</a:t>
              </a:r>
              <a:endParaRPr/>
            </a:p>
          </p:txBody>
        </p:sp>
        <p:sp>
          <p:nvSpPr>
            <p:cNvPr id="758" name="Google Shape;758;p94"/>
            <p:cNvSpPr txBox="1"/>
            <p:nvPr/>
          </p:nvSpPr>
          <p:spPr>
            <a:xfrm>
              <a:off x="2162175"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759" name="Google Shape;759;p94"/>
            <p:cNvSpPr txBox="1"/>
            <p:nvPr/>
          </p:nvSpPr>
          <p:spPr>
            <a:xfrm>
              <a:off x="2711450"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760" name="Google Shape;760;p94"/>
            <p:cNvSpPr txBox="1"/>
            <p:nvPr/>
          </p:nvSpPr>
          <p:spPr>
            <a:xfrm>
              <a:off x="3251200"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761" name="Google Shape;761;p94"/>
            <p:cNvSpPr txBox="1"/>
            <p:nvPr/>
          </p:nvSpPr>
          <p:spPr>
            <a:xfrm>
              <a:off x="3771900"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762" name="Google Shape;762;p94"/>
            <p:cNvSpPr txBox="1"/>
            <p:nvPr/>
          </p:nvSpPr>
          <p:spPr>
            <a:xfrm>
              <a:off x="4311650"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763" name="Google Shape;763;p94"/>
            <p:cNvSpPr txBox="1"/>
            <p:nvPr/>
          </p:nvSpPr>
          <p:spPr>
            <a:xfrm>
              <a:off x="4841875"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764" name="Google Shape;764;p94"/>
            <p:cNvSpPr txBox="1"/>
            <p:nvPr/>
          </p:nvSpPr>
          <p:spPr>
            <a:xfrm>
              <a:off x="5372100"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765" name="Google Shape;765;p94"/>
            <p:cNvSpPr txBox="1"/>
            <p:nvPr/>
          </p:nvSpPr>
          <p:spPr>
            <a:xfrm>
              <a:off x="5911850"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766" name="Google Shape;766;p94"/>
            <p:cNvSpPr txBox="1"/>
            <p:nvPr/>
          </p:nvSpPr>
          <p:spPr>
            <a:xfrm>
              <a:off x="6442075"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600"/>
                <a:buFont typeface="Arial"/>
                <a:buNone/>
              </a:pPr>
              <a:r>
                <a:rPr b="0" i="0" lang="en" sz="1600" u="none">
                  <a:solidFill>
                    <a:schemeClr val="accent2"/>
                  </a:solidFill>
                  <a:latin typeface="Arial"/>
                  <a:ea typeface="Arial"/>
                  <a:cs typeface="Arial"/>
                  <a:sym typeface="Arial"/>
                </a:rPr>
                <a:t>1</a:t>
              </a:r>
              <a:endParaRPr/>
            </a:p>
          </p:txBody>
        </p:sp>
        <p:sp>
          <p:nvSpPr>
            <p:cNvPr id="767" name="Google Shape;767;p94"/>
            <p:cNvSpPr txBox="1"/>
            <p:nvPr/>
          </p:nvSpPr>
          <p:spPr>
            <a:xfrm>
              <a:off x="746125" y="3352800"/>
              <a:ext cx="641400" cy="338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IDLE</a:t>
              </a:r>
              <a:endParaRPr/>
            </a:p>
          </p:txBody>
        </p:sp>
        <p:sp>
          <p:nvSpPr>
            <p:cNvPr id="768" name="Google Shape;768;p94"/>
            <p:cNvSpPr txBox="1"/>
            <p:nvPr/>
          </p:nvSpPr>
          <p:spPr>
            <a:xfrm>
              <a:off x="893762" y="4572000"/>
              <a:ext cx="1163700" cy="52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400"/>
                <a:buFont typeface="Arial"/>
                <a:buNone/>
              </a:pPr>
              <a:r>
                <a:rPr b="0" i="0" lang="en" sz="1400" u="none">
                  <a:solidFill>
                    <a:schemeClr val="accent2"/>
                  </a:solidFill>
                  <a:latin typeface="Arial"/>
                  <a:ea typeface="Arial"/>
                  <a:cs typeface="Arial"/>
                  <a:sym typeface="Arial"/>
                </a:rPr>
                <a:t>START BIT (0)</a:t>
              </a:r>
              <a:endParaRPr/>
            </a:p>
          </p:txBody>
        </p:sp>
        <p:sp>
          <p:nvSpPr>
            <p:cNvPr id="769" name="Google Shape;769;p94"/>
            <p:cNvSpPr txBox="1"/>
            <p:nvPr/>
          </p:nvSpPr>
          <p:spPr>
            <a:xfrm>
              <a:off x="6324600" y="4572000"/>
              <a:ext cx="1219200" cy="52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400"/>
                <a:buFont typeface="Arial"/>
                <a:buNone/>
              </a:pPr>
              <a:r>
                <a:rPr b="0" i="0" lang="en" sz="1400" u="none">
                  <a:solidFill>
                    <a:schemeClr val="accent2"/>
                  </a:solidFill>
                  <a:latin typeface="Arial"/>
                  <a:ea typeface="Arial"/>
                  <a:cs typeface="Arial"/>
                  <a:sym typeface="Arial"/>
                </a:rPr>
                <a:t>STOP BITS (1)</a:t>
              </a:r>
              <a:endParaRPr/>
            </a:p>
          </p:txBody>
        </p:sp>
        <p:sp>
          <p:nvSpPr>
            <p:cNvPr id="770" name="Google Shape;770;p94"/>
            <p:cNvSpPr txBox="1"/>
            <p:nvPr/>
          </p:nvSpPr>
          <p:spPr>
            <a:xfrm>
              <a:off x="7772400" y="3352800"/>
              <a:ext cx="641400" cy="338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IDLE</a:t>
              </a:r>
              <a:endParaRPr/>
            </a:p>
          </p:txBody>
        </p:sp>
        <p:sp>
          <p:nvSpPr>
            <p:cNvPr id="771" name="Google Shape;771;p94"/>
            <p:cNvSpPr txBox="1"/>
            <p:nvPr/>
          </p:nvSpPr>
          <p:spPr>
            <a:xfrm>
              <a:off x="2057400" y="4495800"/>
              <a:ext cx="482700" cy="554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0</a:t>
              </a:r>
              <a:endParaRPr b="0" i="0" sz="1800" u="none">
                <a:solidFill>
                  <a:schemeClr val="dk1"/>
                </a:solidFill>
                <a:latin typeface="Palatino"/>
                <a:ea typeface="Palatino"/>
                <a:cs typeface="Palatino"/>
                <a:sym typeface="Palatino"/>
              </a:endParaRPr>
            </a:p>
            <a:p>
              <a:pPr indent="0" lvl="0" marL="0" marR="0" rtl="0" algn="ctr">
                <a:lnSpc>
                  <a:spcPct val="100000"/>
                </a:lnSpc>
                <a:spcBef>
                  <a:spcPts val="0"/>
                </a:spcBef>
                <a:spcAft>
                  <a:spcPts val="0"/>
                </a:spcAft>
                <a:buClr>
                  <a:schemeClr val="dk1"/>
                </a:buClr>
                <a:buSzPts val="1200"/>
                <a:buFont typeface="Palatino"/>
                <a:buNone/>
              </a:pPr>
              <a:r>
                <a:rPr b="0" i="0" lang="en" sz="1200" u="none">
                  <a:solidFill>
                    <a:schemeClr val="dk1"/>
                  </a:solidFill>
                  <a:latin typeface="Palatino"/>
                  <a:ea typeface="Palatino"/>
                  <a:cs typeface="Palatino"/>
                  <a:sym typeface="Palatino"/>
                </a:rPr>
                <a:t>(lsb)</a:t>
              </a:r>
              <a:endParaRPr/>
            </a:p>
          </p:txBody>
        </p:sp>
        <p:sp>
          <p:nvSpPr>
            <p:cNvPr id="772" name="Google Shape;772;p94"/>
            <p:cNvSpPr txBox="1"/>
            <p:nvPr/>
          </p:nvSpPr>
          <p:spPr>
            <a:xfrm>
              <a:off x="2695575" y="4495800"/>
              <a:ext cx="374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1</a:t>
              </a:r>
              <a:endParaRPr/>
            </a:p>
          </p:txBody>
        </p:sp>
        <p:sp>
          <p:nvSpPr>
            <p:cNvPr id="773" name="Google Shape;773;p94"/>
            <p:cNvSpPr txBox="1"/>
            <p:nvPr/>
          </p:nvSpPr>
          <p:spPr>
            <a:xfrm>
              <a:off x="3209925" y="4495800"/>
              <a:ext cx="374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2</a:t>
              </a:r>
              <a:endParaRPr/>
            </a:p>
          </p:txBody>
        </p:sp>
        <p:sp>
          <p:nvSpPr>
            <p:cNvPr id="774" name="Google Shape;774;p94"/>
            <p:cNvSpPr txBox="1"/>
            <p:nvPr/>
          </p:nvSpPr>
          <p:spPr>
            <a:xfrm>
              <a:off x="3743325" y="4495800"/>
              <a:ext cx="374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3</a:t>
              </a:r>
              <a:endParaRPr/>
            </a:p>
          </p:txBody>
        </p:sp>
        <p:sp>
          <p:nvSpPr>
            <p:cNvPr id="775" name="Google Shape;775;p94"/>
            <p:cNvSpPr txBox="1"/>
            <p:nvPr/>
          </p:nvSpPr>
          <p:spPr>
            <a:xfrm>
              <a:off x="4267200" y="4495800"/>
              <a:ext cx="374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4</a:t>
              </a:r>
              <a:endParaRPr/>
            </a:p>
          </p:txBody>
        </p:sp>
        <p:sp>
          <p:nvSpPr>
            <p:cNvPr id="776" name="Google Shape;776;p94"/>
            <p:cNvSpPr txBox="1"/>
            <p:nvPr/>
          </p:nvSpPr>
          <p:spPr>
            <a:xfrm>
              <a:off x="4810125" y="4495800"/>
              <a:ext cx="374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5</a:t>
              </a:r>
              <a:endParaRPr/>
            </a:p>
          </p:txBody>
        </p:sp>
        <p:sp>
          <p:nvSpPr>
            <p:cNvPr id="777" name="Google Shape;777;p94"/>
            <p:cNvSpPr txBox="1"/>
            <p:nvPr/>
          </p:nvSpPr>
          <p:spPr>
            <a:xfrm>
              <a:off x="5334000" y="4495800"/>
              <a:ext cx="374700" cy="36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6</a:t>
              </a:r>
              <a:endParaRPr/>
            </a:p>
          </p:txBody>
        </p:sp>
        <p:sp>
          <p:nvSpPr>
            <p:cNvPr id="778" name="Google Shape;778;p94"/>
            <p:cNvSpPr txBox="1"/>
            <p:nvPr/>
          </p:nvSpPr>
          <p:spPr>
            <a:xfrm>
              <a:off x="5807075" y="4495800"/>
              <a:ext cx="593700" cy="554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Palatino"/>
                <a:buNone/>
              </a:pPr>
              <a:r>
                <a:rPr b="0" i="1" lang="en" sz="1800" u="none">
                  <a:solidFill>
                    <a:schemeClr val="dk1"/>
                  </a:solidFill>
                  <a:latin typeface="Palatino"/>
                  <a:ea typeface="Palatino"/>
                  <a:cs typeface="Palatino"/>
                  <a:sym typeface="Palatino"/>
                </a:rPr>
                <a:t>d</a:t>
              </a:r>
              <a:r>
                <a:rPr b="0" baseline="-25000" i="0" lang="en" sz="1800" u="none">
                  <a:solidFill>
                    <a:schemeClr val="dk1"/>
                  </a:solidFill>
                  <a:latin typeface="Palatino"/>
                  <a:ea typeface="Palatino"/>
                  <a:cs typeface="Palatino"/>
                  <a:sym typeface="Palatino"/>
                </a:rPr>
                <a:t>7</a:t>
              </a:r>
              <a:endParaRPr b="0" i="0" sz="1800" u="none">
                <a:solidFill>
                  <a:schemeClr val="dk1"/>
                </a:solidFill>
                <a:latin typeface="Palatino"/>
                <a:ea typeface="Palatino"/>
                <a:cs typeface="Palatino"/>
                <a:sym typeface="Palatino"/>
              </a:endParaRPr>
            </a:p>
            <a:p>
              <a:pPr indent="0" lvl="0" marL="0" marR="0" rtl="0" algn="ctr">
                <a:lnSpc>
                  <a:spcPct val="100000"/>
                </a:lnSpc>
                <a:spcBef>
                  <a:spcPts val="0"/>
                </a:spcBef>
                <a:spcAft>
                  <a:spcPts val="0"/>
                </a:spcAft>
                <a:buClr>
                  <a:schemeClr val="dk1"/>
                </a:buClr>
                <a:buSzPts val="1200"/>
                <a:buFont typeface="Palatino"/>
                <a:buNone/>
              </a:pPr>
              <a:r>
                <a:rPr b="0" i="0" lang="en" sz="1200" u="none">
                  <a:solidFill>
                    <a:schemeClr val="dk1"/>
                  </a:solidFill>
                  <a:latin typeface="Palatino"/>
                  <a:ea typeface="Palatino"/>
                  <a:cs typeface="Palatino"/>
                  <a:sym typeface="Palatino"/>
                </a:rPr>
                <a:t>(msb)</a:t>
              </a:r>
              <a:endParaRPr/>
            </a:p>
          </p:txBody>
        </p:sp>
        <p:sp>
          <p:nvSpPr>
            <p:cNvPr id="779" name="Google Shape;779;p94"/>
            <p:cNvSpPr txBox="1"/>
            <p:nvPr/>
          </p:nvSpPr>
          <p:spPr>
            <a:xfrm>
              <a:off x="3429000" y="4876800"/>
              <a:ext cx="1225500" cy="308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400"/>
                <a:buFont typeface="Arial"/>
                <a:buNone/>
              </a:pPr>
              <a:r>
                <a:rPr b="0" i="0" lang="en" sz="1400" u="none">
                  <a:solidFill>
                    <a:schemeClr val="accent2"/>
                  </a:solidFill>
                  <a:latin typeface="Arial"/>
                  <a:ea typeface="Arial"/>
                  <a:cs typeface="Arial"/>
                  <a:sym typeface="Arial"/>
                </a:rPr>
                <a:t>8 DATA BITS</a:t>
              </a:r>
              <a:endParaRPr/>
            </a:p>
          </p:txBody>
        </p:sp>
        <p:cxnSp>
          <p:nvCxnSpPr>
            <p:cNvPr id="780" name="Google Shape;780;p94"/>
            <p:cNvCxnSpPr/>
            <p:nvPr/>
          </p:nvCxnSpPr>
          <p:spPr>
            <a:xfrm>
              <a:off x="2057400" y="3429000"/>
              <a:ext cx="533400" cy="0"/>
            </a:xfrm>
            <a:prstGeom prst="straightConnector1">
              <a:avLst/>
            </a:prstGeom>
            <a:noFill/>
            <a:ln cap="flat" cmpd="sng" w="9525">
              <a:solidFill>
                <a:schemeClr val="dk1"/>
              </a:solidFill>
              <a:prstDash val="solid"/>
              <a:miter lim="800000"/>
              <a:headEnd len="med" w="med" type="triangle"/>
              <a:tailEnd len="med" w="med" type="triangle"/>
            </a:ln>
          </p:spPr>
        </p:cxnSp>
        <p:sp>
          <p:nvSpPr>
            <p:cNvPr id="781" name="Google Shape;781;p94"/>
            <p:cNvSpPr txBox="1"/>
            <p:nvPr/>
          </p:nvSpPr>
          <p:spPr>
            <a:xfrm>
              <a:off x="2209800" y="3124200"/>
              <a:ext cx="324000" cy="338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Palatino"/>
                <a:buNone/>
              </a:pPr>
              <a:r>
                <a:rPr b="0" i="1" lang="en" sz="1600" u="none">
                  <a:solidFill>
                    <a:schemeClr val="dk1"/>
                  </a:solidFill>
                  <a:latin typeface="Palatino"/>
                  <a:ea typeface="Palatino"/>
                  <a:cs typeface="Palatino"/>
                  <a:sym typeface="Palatino"/>
                </a:rPr>
                <a:t>T</a:t>
              </a:r>
              <a:endParaRPr/>
            </a:p>
          </p:txBody>
        </p:sp>
        <p:sp>
          <p:nvSpPr>
            <p:cNvPr id="782" name="Google Shape;782;p94"/>
            <p:cNvSpPr txBox="1"/>
            <p:nvPr/>
          </p:nvSpPr>
          <p:spPr>
            <a:xfrm>
              <a:off x="4953000" y="5181600"/>
              <a:ext cx="2590800" cy="705000"/>
            </a:xfrm>
            <a:prstGeom prst="rect">
              <a:avLst/>
            </a:prstGeom>
            <a:noFill/>
            <a:ln>
              <a:noFill/>
            </a:ln>
          </p:spPr>
          <p:txBody>
            <a:bodyPr anchorCtr="0" anchor="t" bIns="45700" lIns="91425" spcFirstLastPara="1" rIns="91425" wrap="square" tIns="45700">
              <a:noAutofit/>
            </a:bodyPr>
            <a:lstStyle/>
            <a:p>
              <a:pPr indent="0" lvl="0" marL="0" marR="0" rtl="0" algn="ctr">
                <a:lnSpc>
                  <a:spcPct val="88888"/>
                </a:lnSpc>
                <a:spcBef>
                  <a:spcPts val="0"/>
                </a:spcBef>
                <a:spcAft>
                  <a:spcPts val="0"/>
                </a:spcAft>
                <a:buClr>
                  <a:schemeClr val="accent2"/>
                </a:buClr>
                <a:buSzPts val="1200"/>
                <a:buFont typeface="Arial"/>
                <a:buNone/>
              </a:pPr>
              <a:r>
                <a:rPr b="0" i="0" lang="en" sz="1200" u="none">
                  <a:solidFill>
                    <a:schemeClr val="accent2"/>
                  </a:solidFill>
                  <a:latin typeface="Arial"/>
                  <a:ea typeface="Arial"/>
                  <a:cs typeface="Arial"/>
                  <a:sym typeface="Arial"/>
                </a:rPr>
                <a:t>OPTIONAL PARITY BIT MAY BE INSERTED BETWEEN </a:t>
              </a:r>
              <a:r>
                <a:rPr b="0" i="1" lang="en" sz="1600" u="none">
                  <a:solidFill>
                    <a:schemeClr val="accent2"/>
                  </a:solidFill>
                  <a:latin typeface="Palatino"/>
                  <a:ea typeface="Palatino"/>
                  <a:cs typeface="Palatino"/>
                  <a:sym typeface="Palatino"/>
                </a:rPr>
                <a:t>d</a:t>
              </a:r>
              <a:r>
                <a:rPr b="0" baseline="-25000" i="0" lang="en" sz="1400" u="none">
                  <a:solidFill>
                    <a:schemeClr val="accent2"/>
                  </a:solidFill>
                  <a:latin typeface="Palatino"/>
                  <a:ea typeface="Palatino"/>
                  <a:cs typeface="Palatino"/>
                  <a:sym typeface="Palatino"/>
                </a:rPr>
                <a:t>7</a:t>
              </a:r>
              <a:r>
                <a:rPr b="0" i="0" lang="en" sz="1800" u="none">
                  <a:solidFill>
                    <a:schemeClr val="accent2"/>
                  </a:solidFill>
                  <a:latin typeface="Arial"/>
                  <a:ea typeface="Arial"/>
                  <a:cs typeface="Arial"/>
                  <a:sym typeface="Arial"/>
                </a:rPr>
                <a:t> </a:t>
              </a:r>
              <a:r>
                <a:rPr b="0" i="0" lang="en" sz="1200" u="none">
                  <a:solidFill>
                    <a:schemeClr val="accent2"/>
                  </a:solidFill>
                  <a:latin typeface="Arial"/>
                  <a:ea typeface="Arial"/>
                  <a:cs typeface="Arial"/>
                  <a:sym typeface="Arial"/>
                </a:rPr>
                <a:t>AND STOP BIT</a:t>
              </a:r>
              <a:endParaRPr/>
            </a:p>
          </p:txBody>
        </p:sp>
        <p:cxnSp>
          <p:nvCxnSpPr>
            <p:cNvPr id="783" name="Google Shape;783;p94"/>
            <p:cNvCxnSpPr/>
            <p:nvPr/>
          </p:nvCxnSpPr>
          <p:spPr>
            <a:xfrm rot="10800000">
              <a:off x="6324600" y="4572000"/>
              <a:ext cx="0" cy="609600"/>
            </a:xfrm>
            <a:prstGeom prst="straightConnector1">
              <a:avLst/>
            </a:prstGeom>
            <a:noFill/>
            <a:ln cap="flat" cmpd="sng" w="12700">
              <a:solidFill>
                <a:schemeClr val="accent2"/>
              </a:solidFill>
              <a:prstDash val="solid"/>
              <a:miter lim="800000"/>
              <a:headEnd len="med" w="med" type="none"/>
              <a:tailEnd len="med" w="med" type="stealth"/>
            </a:ln>
          </p:spPr>
        </p:cxnSp>
        <p:cxnSp>
          <p:nvCxnSpPr>
            <p:cNvPr id="784" name="Google Shape;784;p94"/>
            <p:cNvCxnSpPr/>
            <p:nvPr/>
          </p:nvCxnSpPr>
          <p:spPr>
            <a:xfrm>
              <a:off x="7391400" y="3505200"/>
              <a:ext cx="0" cy="954000"/>
            </a:xfrm>
            <a:prstGeom prst="straightConnector1">
              <a:avLst/>
            </a:prstGeom>
            <a:noFill/>
            <a:ln cap="flat" cmpd="sng" w="9525">
              <a:solidFill>
                <a:schemeClr val="dk1"/>
              </a:solidFill>
              <a:prstDash val="solid"/>
              <a:miter lim="800000"/>
              <a:headEnd len="med" w="med" type="none"/>
              <a:tailEnd len="med" w="med" type="none"/>
            </a:ln>
          </p:spPr>
        </p:cxnSp>
        <p:sp>
          <p:nvSpPr>
            <p:cNvPr id="785" name="Google Shape;785;p94"/>
            <p:cNvSpPr txBox="1"/>
            <p:nvPr/>
          </p:nvSpPr>
          <p:spPr>
            <a:xfrm>
              <a:off x="6975475" y="3890962"/>
              <a:ext cx="297000" cy="336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600"/>
                <a:buFont typeface="Arial"/>
                <a:buNone/>
              </a:pPr>
              <a:r>
                <a:rPr b="0" i="0" lang="en" sz="1600" u="none">
                  <a:solidFill>
                    <a:schemeClr val="accent2"/>
                  </a:solidFill>
                  <a:latin typeface="Arial"/>
                  <a:ea typeface="Arial"/>
                  <a:cs typeface="Arial"/>
                  <a:sym typeface="Arial"/>
                </a:rPr>
                <a:t>1</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95"/>
          <p:cNvSpPr txBox="1"/>
          <p:nvPr>
            <p:ph idx="4294967295" type="title"/>
          </p:nvPr>
        </p:nvSpPr>
        <p:spPr>
          <a:xfrm>
            <a:off x="447675" y="381000"/>
            <a:ext cx="8207700" cy="78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a:t>What happens when sender and receiver aren't on the same page?</a:t>
            </a:r>
            <a:endParaRPr/>
          </a:p>
        </p:txBody>
      </p:sp>
      <p:sp>
        <p:nvSpPr>
          <p:cNvPr id="791" name="Google Shape;791;p95"/>
          <p:cNvSpPr txBox="1"/>
          <p:nvPr/>
        </p:nvSpPr>
        <p:spPr>
          <a:xfrm>
            <a:off x="392350" y="1534725"/>
            <a:ext cx="7964100" cy="4894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Change the Baud rate in Coolterm and watch what </a:t>
            </a:r>
            <a:r>
              <a:rPr lang="en" sz="1800">
                <a:solidFill>
                  <a:schemeClr val="dk2"/>
                </a:solidFill>
              </a:rPr>
              <a:t>happens</a:t>
            </a:r>
            <a:r>
              <a:rPr lang="en" sz="1800">
                <a:solidFill>
                  <a:schemeClr val="dk2"/>
                </a:solidFill>
              </a:rPr>
              <a:t> when you run the counter code.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Change the Baud rate back to 9600 and ensure the counter is back to counting happily.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Now change the data bits to 6 and </a:t>
            </a:r>
            <a:r>
              <a:rPr lang="en" sz="1800">
                <a:solidFill>
                  <a:schemeClr val="dk2"/>
                </a:solidFill>
              </a:rPr>
              <a:t>watch</a:t>
            </a:r>
            <a:r>
              <a:rPr lang="en" sz="1800">
                <a:solidFill>
                  <a:schemeClr val="dk2"/>
                </a:solidFill>
              </a:rPr>
              <a:t> what happens.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Change the data bits back to 8 and watch the counter return to 'normal'.</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Similarly, if you change stop bits, parity or other settings, the communication will fail.</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rgbClr val="2A00FF"/>
                </a:solidFill>
              </a:rPr>
              <a:t>Bottom line: Sender and receiver </a:t>
            </a:r>
            <a:br>
              <a:rPr lang="en" sz="1800">
                <a:solidFill>
                  <a:srgbClr val="2A00FF"/>
                </a:solidFill>
              </a:rPr>
            </a:br>
            <a:r>
              <a:rPr lang="en" sz="1800">
                <a:solidFill>
                  <a:srgbClr val="2A00FF"/>
                </a:solidFill>
              </a:rPr>
              <a:t>need to agree on these configurations. </a:t>
            </a:r>
            <a:endParaRPr sz="1800">
              <a:solidFill>
                <a:srgbClr val="2A00FF"/>
              </a:solidFill>
            </a:endParaRPr>
          </a:p>
          <a:p>
            <a:pPr indent="0" lvl="0" marL="0" rtl="0" algn="l">
              <a:spcBef>
                <a:spcPts val="0"/>
              </a:spcBef>
              <a:spcAft>
                <a:spcPts val="0"/>
              </a:spcAft>
              <a:buNone/>
            </a:pPr>
            <a:r>
              <a:t/>
            </a:r>
            <a:endParaRPr sz="1800">
              <a:solidFill>
                <a:srgbClr val="2A00FF"/>
              </a:solidFill>
            </a:endParaRPr>
          </a:p>
          <a:p>
            <a:pPr indent="0" lvl="0" marL="0" rtl="0" algn="l">
              <a:spcBef>
                <a:spcPts val="0"/>
              </a:spcBef>
              <a:spcAft>
                <a:spcPts val="0"/>
              </a:spcAft>
              <a:buNone/>
            </a:pPr>
            <a:r>
              <a:rPr lang="en" sz="1800">
                <a:solidFill>
                  <a:srgbClr val="CD3333"/>
                </a:solidFill>
              </a:rPr>
              <a:t>All of these settings take place in uart2_init().</a:t>
            </a:r>
            <a:endParaRPr sz="1800">
              <a:solidFill>
                <a:srgbClr val="CD3333"/>
              </a:solidFill>
            </a:endParaRPr>
          </a:p>
          <a:p>
            <a:pPr indent="0" lvl="0" marL="0" rtl="0" algn="l">
              <a:spcBef>
                <a:spcPts val="0"/>
              </a:spcBef>
              <a:spcAft>
                <a:spcPts val="0"/>
              </a:spcAft>
              <a:buNone/>
            </a:pPr>
            <a:r>
              <a:t/>
            </a:r>
            <a:endParaRPr sz="1800">
              <a:solidFill>
                <a:srgbClr val="CD3333"/>
              </a:solidFill>
            </a:endParaRPr>
          </a:p>
          <a:p>
            <a:pPr indent="0" lvl="0" marL="0" rtl="0" algn="l">
              <a:spcBef>
                <a:spcPts val="0"/>
              </a:spcBef>
              <a:spcAft>
                <a:spcPts val="0"/>
              </a:spcAft>
              <a:buNone/>
            </a:pPr>
            <a:r>
              <a:rPr lang="en" sz="1800">
                <a:solidFill>
                  <a:schemeClr val="dk1"/>
                </a:solidFill>
              </a:rPr>
              <a:t>Today's goal: understand uart2_init() and </a:t>
            </a:r>
            <a:br>
              <a:rPr lang="en" sz="1800">
                <a:solidFill>
                  <a:schemeClr val="dk1"/>
                </a:solidFill>
              </a:rPr>
            </a:br>
            <a:r>
              <a:rPr lang="en" sz="1800">
                <a:solidFill>
                  <a:schemeClr val="dk1"/>
                </a:solidFill>
              </a:rPr>
              <a:t>sending/receiving data.</a:t>
            </a:r>
            <a:endParaRPr sz="1800">
              <a:solidFill>
                <a:schemeClr val="dk1"/>
              </a:solidFill>
            </a:endParaRPr>
          </a:p>
        </p:txBody>
      </p:sp>
      <p:pic>
        <p:nvPicPr>
          <p:cNvPr id="792" name="Google Shape;792;p95"/>
          <p:cNvPicPr preferRelativeResize="0"/>
          <p:nvPr/>
        </p:nvPicPr>
        <p:blipFill>
          <a:blip r:embed="rId3">
            <a:alphaModFix/>
          </a:blip>
          <a:stretch>
            <a:fillRect/>
          </a:stretch>
        </p:blipFill>
        <p:spPr>
          <a:xfrm>
            <a:off x="5350900" y="3855700"/>
            <a:ext cx="3391825" cy="2932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96"/>
          <p:cNvSpPr txBox="1"/>
          <p:nvPr>
            <p:ph idx="4294967295" type="title"/>
          </p:nvPr>
        </p:nvSpPr>
        <p:spPr>
          <a:xfrm>
            <a:off x="447675" y="381000"/>
            <a:ext cx="4419300" cy="78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a:t>Steps to configure a UART</a:t>
            </a:r>
            <a:endParaRPr/>
          </a:p>
        </p:txBody>
      </p:sp>
      <p:sp>
        <p:nvSpPr>
          <p:cNvPr id="798" name="Google Shape;798;p96"/>
          <p:cNvSpPr txBox="1"/>
          <p:nvPr/>
        </p:nvSpPr>
        <p:spPr>
          <a:xfrm>
            <a:off x="392350" y="1534725"/>
            <a:ext cx="7964100" cy="4894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AutoNum type="arabicPeriod"/>
            </a:pPr>
            <a:r>
              <a:rPr lang="en" sz="1800">
                <a:solidFill>
                  <a:schemeClr val="dk2"/>
                </a:solidFill>
              </a:rPr>
              <a:t>Set up the physical connection</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Connect transmitter (TX) with receiver (RX)</a:t>
            </a:r>
            <a:br>
              <a:rPr lang="en" sz="1800">
                <a:solidFill>
                  <a:schemeClr val="dk2"/>
                </a:solidFill>
              </a:rPr>
            </a:br>
            <a:r>
              <a:rPr lang="en" sz="1800">
                <a:solidFill>
                  <a:schemeClr val="dk2"/>
                </a:solidFill>
              </a:rPr>
              <a:t>and vice versa</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Configure the pins you are using for TX</a:t>
            </a:r>
            <a:br>
              <a:rPr lang="en" sz="1800">
                <a:solidFill>
                  <a:schemeClr val="dk2"/>
                </a:solidFill>
              </a:rPr>
            </a:br>
            <a:r>
              <a:rPr lang="en" sz="1800">
                <a:solidFill>
                  <a:schemeClr val="dk2"/>
                </a:solidFill>
              </a:rPr>
              <a:t>and RX:</a:t>
            </a:r>
            <a:endParaRPr sz="1800">
              <a:solidFill>
                <a:schemeClr val="dk2"/>
              </a:solidFill>
            </a:endParaRPr>
          </a:p>
          <a:p>
            <a:pPr indent="-342900" lvl="2" marL="1371600" rtl="0" algn="l">
              <a:spcBef>
                <a:spcPts val="0"/>
              </a:spcBef>
              <a:spcAft>
                <a:spcPts val="0"/>
              </a:spcAft>
              <a:buClr>
                <a:schemeClr val="dk2"/>
              </a:buClr>
              <a:buSzPts val="1800"/>
              <a:buAutoNum type="romanLcPeriod"/>
            </a:pPr>
            <a:r>
              <a:rPr lang="en" sz="1800">
                <a:solidFill>
                  <a:schemeClr val="dk2"/>
                </a:solidFill>
              </a:rPr>
              <a:t>Turn on the clock to their GPIO port(s)</a:t>
            </a:r>
            <a:endParaRPr sz="1800">
              <a:solidFill>
                <a:schemeClr val="dk2"/>
              </a:solidFill>
            </a:endParaRPr>
          </a:p>
          <a:p>
            <a:pPr indent="-342900" lvl="2" marL="1371600" rtl="0" algn="l">
              <a:spcBef>
                <a:spcPts val="0"/>
              </a:spcBef>
              <a:spcAft>
                <a:spcPts val="0"/>
              </a:spcAft>
              <a:buClr>
                <a:schemeClr val="dk2"/>
              </a:buClr>
              <a:buSzPts val="1800"/>
              <a:buAutoNum type="romanLcPeriod"/>
            </a:pPr>
            <a:r>
              <a:rPr lang="en" sz="1800">
                <a:solidFill>
                  <a:schemeClr val="dk2"/>
                </a:solidFill>
              </a:rPr>
              <a:t>Switch pins to the correct mode </a:t>
            </a:r>
            <a:br>
              <a:rPr lang="en" sz="1800">
                <a:solidFill>
                  <a:schemeClr val="dk2"/>
                </a:solidFill>
              </a:rPr>
            </a:br>
            <a:r>
              <a:rPr lang="en" sz="1800">
                <a:solidFill>
                  <a:schemeClr val="dk2"/>
                </a:solidFill>
              </a:rPr>
              <a:t>(alternate function mode)</a:t>
            </a:r>
            <a:endParaRPr sz="1800">
              <a:solidFill>
                <a:schemeClr val="dk2"/>
              </a:solidFill>
            </a:endParaRPr>
          </a:p>
          <a:p>
            <a:pPr indent="-342900" lvl="2" marL="1371600" rtl="0" algn="l">
              <a:spcBef>
                <a:spcPts val="0"/>
              </a:spcBef>
              <a:spcAft>
                <a:spcPts val="0"/>
              </a:spcAft>
              <a:buClr>
                <a:schemeClr val="dk2"/>
              </a:buClr>
              <a:buSzPts val="1800"/>
              <a:buAutoNum type="romanLcPeriod"/>
            </a:pPr>
            <a:r>
              <a:rPr lang="en" sz="1800">
                <a:solidFill>
                  <a:schemeClr val="dk2"/>
                </a:solidFill>
              </a:rPr>
              <a:t>Select the specific UART peripheral on those pins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Set up the communication essentials</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Turn on the clock for the UART you are using</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Set Baud rate (we'll use 9600)</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Set Data bits, parity, start bits, stop bits (we'll go </a:t>
            </a:r>
            <a:r>
              <a:rPr lang="en" sz="1800">
                <a:solidFill>
                  <a:schemeClr val="dk2"/>
                </a:solidFill>
              </a:rPr>
              <a:t>with</a:t>
            </a:r>
            <a:r>
              <a:rPr lang="en" sz="1800">
                <a:solidFill>
                  <a:schemeClr val="dk2"/>
                </a:solidFill>
              </a:rPr>
              <a:t> the defaults)</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Turn on the UART</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Send / </a:t>
            </a:r>
            <a:r>
              <a:rPr lang="en" sz="1800">
                <a:solidFill>
                  <a:schemeClr val="dk2"/>
                </a:solidFill>
              </a:rPr>
              <a:t>Receive</a:t>
            </a:r>
            <a:r>
              <a:rPr lang="en" sz="1800">
                <a:solidFill>
                  <a:schemeClr val="dk2"/>
                </a:solidFill>
              </a:rPr>
              <a:t> data</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Make sure the hardware is ready (check a status flag)</a:t>
            </a:r>
            <a:endParaRPr sz="1800">
              <a:solidFill>
                <a:schemeClr val="dk2"/>
              </a:solidFill>
            </a:endParaRPr>
          </a:p>
          <a:p>
            <a:pPr indent="-342900" lvl="1" marL="914400" rtl="0" algn="l">
              <a:spcBef>
                <a:spcPts val="0"/>
              </a:spcBef>
              <a:spcAft>
                <a:spcPts val="0"/>
              </a:spcAft>
              <a:buClr>
                <a:schemeClr val="dk2"/>
              </a:buClr>
              <a:buSzPts val="1800"/>
              <a:buAutoNum type="alphaLcPeriod"/>
            </a:pPr>
            <a:r>
              <a:rPr lang="en" sz="1800">
                <a:solidFill>
                  <a:schemeClr val="dk2"/>
                </a:solidFill>
              </a:rPr>
              <a:t>Write data to the send register / read data from the receive register</a:t>
            </a:r>
            <a:endParaRPr sz="1800">
              <a:solidFill>
                <a:schemeClr val="dk2"/>
              </a:solidFill>
            </a:endParaRPr>
          </a:p>
        </p:txBody>
      </p:sp>
      <p:sp>
        <p:nvSpPr>
          <p:cNvPr id="799" name="Google Shape;799;p96"/>
          <p:cNvSpPr txBox="1"/>
          <p:nvPr/>
        </p:nvSpPr>
        <p:spPr>
          <a:xfrm>
            <a:off x="5931600" y="607725"/>
            <a:ext cx="124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C0"/>
                </a:solidFill>
              </a:rPr>
              <a:t>STM32C0 uart2</a:t>
            </a:r>
            <a:endParaRPr sz="1800">
              <a:solidFill>
                <a:srgbClr val="0000C0"/>
              </a:solidFill>
            </a:endParaRPr>
          </a:p>
        </p:txBody>
      </p:sp>
      <p:sp>
        <p:nvSpPr>
          <p:cNvPr id="800" name="Google Shape;800;p96"/>
          <p:cNvSpPr txBox="1"/>
          <p:nvPr/>
        </p:nvSpPr>
        <p:spPr>
          <a:xfrm>
            <a:off x="7577100" y="607725"/>
            <a:ext cx="1566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C0"/>
                </a:solidFill>
              </a:rPr>
              <a:t>Device you are talking to</a:t>
            </a:r>
            <a:endParaRPr sz="1800">
              <a:solidFill>
                <a:srgbClr val="0000C0"/>
              </a:solidFill>
            </a:endParaRPr>
          </a:p>
        </p:txBody>
      </p:sp>
      <p:pic>
        <p:nvPicPr>
          <p:cNvPr id="801" name="Google Shape;801;p96" title="Screenshot 2026-01-23 at 12.56.16 PM.png"/>
          <p:cNvPicPr preferRelativeResize="0"/>
          <p:nvPr/>
        </p:nvPicPr>
        <p:blipFill rotWithShape="1">
          <a:blip r:embed="rId3">
            <a:alphaModFix/>
          </a:blip>
          <a:srcRect b="0" l="0" r="0" t="5078"/>
          <a:stretch/>
        </p:blipFill>
        <p:spPr>
          <a:xfrm>
            <a:off x="5788125" y="1276900"/>
            <a:ext cx="3250650" cy="2219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97"/>
          <p:cNvSpPr txBox="1"/>
          <p:nvPr>
            <p:ph idx="4294967295" type="title"/>
          </p:nvPr>
        </p:nvSpPr>
        <p:spPr>
          <a:xfrm>
            <a:off x="343650" y="633825"/>
            <a:ext cx="8456700" cy="78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sz="4200"/>
              <a:t>Setting up the physical connection</a:t>
            </a:r>
            <a:endParaRPr sz="4200"/>
          </a:p>
        </p:txBody>
      </p:sp>
      <p:sp>
        <p:nvSpPr>
          <p:cNvPr id="807" name="Google Shape;807;p97"/>
          <p:cNvSpPr txBox="1"/>
          <p:nvPr/>
        </p:nvSpPr>
        <p:spPr>
          <a:xfrm>
            <a:off x="589950" y="2367000"/>
            <a:ext cx="79641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Connect transmitter (TX) with receiver (RX)</a:t>
            </a:r>
            <a:br>
              <a:rPr lang="en" sz="1800">
                <a:solidFill>
                  <a:schemeClr val="dk2"/>
                </a:solidFill>
              </a:rPr>
            </a:br>
            <a:r>
              <a:rPr lang="en" sz="1800">
                <a:solidFill>
                  <a:schemeClr val="dk2"/>
                </a:solidFill>
              </a:rPr>
              <a:t>and vice versa</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Configure the pins you are using for TX</a:t>
            </a:r>
            <a:br>
              <a:rPr lang="en" sz="1800">
                <a:solidFill>
                  <a:schemeClr val="dk2"/>
                </a:solidFill>
              </a:rPr>
            </a:br>
            <a:r>
              <a:rPr lang="en" sz="1800">
                <a:solidFill>
                  <a:schemeClr val="dk2"/>
                </a:solidFill>
              </a:rPr>
              <a:t>and RX:</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Turn on the clock to their GPIO port(s)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Switch pins to the correct mode (alternate function mode)	</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Select the specific UART peripheral on those pins</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id="812" name="Google Shape;812;p98"/>
          <p:cNvPicPr preferRelativeResize="0"/>
          <p:nvPr/>
        </p:nvPicPr>
        <p:blipFill>
          <a:blip r:embed="rId3">
            <a:alphaModFix/>
          </a:blip>
          <a:stretch>
            <a:fillRect/>
          </a:stretch>
        </p:blipFill>
        <p:spPr>
          <a:xfrm>
            <a:off x="3726351" y="721283"/>
            <a:ext cx="5027575" cy="5901568"/>
          </a:xfrm>
          <a:prstGeom prst="rect">
            <a:avLst/>
          </a:prstGeom>
          <a:noFill/>
          <a:ln>
            <a:noFill/>
          </a:ln>
        </p:spPr>
      </p:pic>
      <p:sp>
        <p:nvSpPr>
          <p:cNvPr id="813" name="Google Shape;813;p98"/>
          <p:cNvSpPr txBox="1"/>
          <p:nvPr>
            <p:ph type="title"/>
          </p:nvPr>
        </p:nvSpPr>
        <p:spPr>
          <a:xfrm>
            <a:off x="169925" y="147642"/>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Setting up the physical connection:</a:t>
            </a:r>
            <a:br>
              <a:rPr lang="en" sz="2600"/>
            </a:br>
            <a:r>
              <a:rPr lang="en" sz="2600"/>
              <a:t>USB / serial conversion</a:t>
            </a:r>
            <a:endParaRPr sz="2600"/>
          </a:p>
        </p:txBody>
      </p:sp>
      <p:sp>
        <p:nvSpPr>
          <p:cNvPr id="814" name="Google Shape;814;p9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5" name="Google Shape;815;p98"/>
          <p:cNvSpPr txBox="1"/>
          <p:nvPr/>
        </p:nvSpPr>
        <p:spPr>
          <a:xfrm>
            <a:off x="169925" y="5504300"/>
            <a:ext cx="2300100" cy="983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i="1" lang="en">
                <a:solidFill>
                  <a:srgbClr val="38761D"/>
                </a:solidFill>
              </a:rPr>
              <a:t>STM32C0 chip. </a:t>
            </a:r>
            <a:r>
              <a:rPr i="1" lang="en">
                <a:solidFill>
                  <a:srgbClr val="38761D"/>
                </a:solidFill>
              </a:rPr>
              <a:t>USART2:</a:t>
            </a:r>
            <a:r>
              <a:rPr i="1" lang="en">
                <a:solidFill>
                  <a:srgbClr val="FF0000"/>
                </a:solidFill>
              </a:rPr>
              <a:t> </a:t>
            </a:r>
            <a:r>
              <a:rPr i="1" lang="en">
                <a:solidFill>
                  <a:srgbClr val="00FFFF"/>
                </a:solidFill>
              </a:rPr>
              <a:t> </a:t>
            </a:r>
            <a:endParaRPr i="1">
              <a:solidFill>
                <a:srgbClr val="FF0000"/>
              </a:solidFill>
            </a:endParaRPr>
          </a:p>
          <a:p>
            <a:pPr indent="0" lvl="0" marL="0" marR="0" rtl="0" algn="r">
              <a:lnSpc>
                <a:spcPct val="100000"/>
              </a:lnSpc>
              <a:spcBef>
                <a:spcPts val="0"/>
              </a:spcBef>
              <a:spcAft>
                <a:spcPts val="0"/>
              </a:spcAft>
              <a:buClr>
                <a:srgbClr val="000000"/>
              </a:buClr>
              <a:buSzPts val="1400"/>
              <a:buFont typeface="Arial"/>
              <a:buNone/>
            </a:pPr>
            <a:r>
              <a:rPr i="1" lang="en">
                <a:solidFill>
                  <a:srgbClr val="FF0000"/>
                </a:solidFill>
              </a:rPr>
              <a:t>TX on PA2</a:t>
            </a:r>
            <a:br>
              <a:rPr i="1" lang="en">
                <a:solidFill>
                  <a:srgbClr val="FF0000"/>
                </a:solidFill>
              </a:rPr>
            </a:br>
            <a:r>
              <a:rPr i="1" lang="en">
                <a:solidFill>
                  <a:srgbClr val="9900FF"/>
                </a:solidFill>
              </a:rPr>
              <a:t>RX on PA3</a:t>
            </a:r>
            <a:endParaRPr b="0" i="1" sz="1400" u="none" cap="none" strike="noStrike">
              <a:solidFill>
                <a:srgbClr val="9900FF"/>
              </a:solidFill>
              <a:latin typeface="Arial"/>
              <a:ea typeface="Arial"/>
              <a:cs typeface="Arial"/>
              <a:sym typeface="Arial"/>
            </a:endParaRPr>
          </a:p>
        </p:txBody>
      </p:sp>
      <p:cxnSp>
        <p:nvCxnSpPr>
          <p:cNvPr id="816" name="Google Shape;816;p98"/>
          <p:cNvCxnSpPr>
            <a:stCxn id="817" idx="3"/>
          </p:cNvCxnSpPr>
          <p:nvPr/>
        </p:nvCxnSpPr>
        <p:spPr>
          <a:xfrm flipH="1" rot="10800000">
            <a:off x="2610275" y="2311475"/>
            <a:ext cx="3219900" cy="2645400"/>
          </a:xfrm>
          <a:prstGeom prst="straightConnector1">
            <a:avLst/>
          </a:prstGeom>
          <a:noFill/>
          <a:ln cap="flat" cmpd="sng" w="19050">
            <a:solidFill>
              <a:srgbClr val="38761D"/>
            </a:solidFill>
            <a:prstDash val="solid"/>
            <a:round/>
            <a:headEnd len="sm" w="sm" type="none"/>
            <a:tailEnd len="med" w="med" type="triangle"/>
          </a:ln>
        </p:spPr>
      </p:cxnSp>
      <p:sp>
        <p:nvSpPr>
          <p:cNvPr id="818" name="Google Shape;818;p98"/>
          <p:cNvSpPr txBox="1"/>
          <p:nvPr/>
        </p:nvSpPr>
        <p:spPr>
          <a:xfrm>
            <a:off x="5634875" y="5180600"/>
            <a:ext cx="865200" cy="32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rgbClr val="FF0000"/>
                </a:solidFill>
                <a:highlight>
                  <a:schemeClr val="lt1"/>
                </a:highlight>
              </a:rPr>
              <a:t>PA2</a:t>
            </a:r>
            <a:r>
              <a:rPr b="1" lang="en" sz="1200">
                <a:solidFill>
                  <a:srgbClr val="FF0000"/>
                </a:solidFill>
              </a:rPr>
              <a:t> </a:t>
            </a:r>
            <a:r>
              <a:rPr b="1" lang="en" sz="1200">
                <a:solidFill>
                  <a:srgbClr val="9900FF"/>
                </a:solidFill>
                <a:highlight>
                  <a:schemeClr val="lt1"/>
                </a:highlight>
              </a:rPr>
              <a:t>PA3</a:t>
            </a:r>
            <a:endParaRPr b="1" i="0" sz="1200" u="none" cap="none" strike="noStrike">
              <a:solidFill>
                <a:srgbClr val="9900FF"/>
              </a:solidFill>
              <a:highlight>
                <a:schemeClr val="lt1"/>
              </a:highlight>
            </a:endParaRPr>
          </a:p>
        </p:txBody>
      </p:sp>
      <p:sp>
        <p:nvSpPr>
          <p:cNvPr id="819" name="Google Shape;819;p98"/>
          <p:cNvSpPr txBox="1"/>
          <p:nvPr/>
        </p:nvSpPr>
        <p:spPr>
          <a:xfrm>
            <a:off x="7235625" y="5022433"/>
            <a:ext cx="483300" cy="4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1</a:t>
            </a:r>
            <a:endParaRPr b="0" i="0" sz="1200" u="none" cap="none" strike="noStrike">
              <a:solidFill>
                <a:srgbClr val="EFEFEF"/>
              </a:solidFill>
              <a:latin typeface="Arial"/>
              <a:ea typeface="Arial"/>
              <a:cs typeface="Arial"/>
              <a:sym typeface="Arial"/>
            </a:endParaRPr>
          </a:p>
        </p:txBody>
      </p:sp>
      <p:sp>
        <p:nvSpPr>
          <p:cNvPr id="820" name="Google Shape;820;p98"/>
          <p:cNvSpPr txBox="1"/>
          <p:nvPr/>
        </p:nvSpPr>
        <p:spPr>
          <a:xfrm>
            <a:off x="4936075" y="5032225"/>
            <a:ext cx="483300" cy="32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14</a:t>
            </a:r>
            <a:endParaRPr b="0" i="0" sz="1200" u="none" cap="none" strike="noStrike">
              <a:solidFill>
                <a:srgbClr val="EFEFEF"/>
              </a:solidFill>
              <a:latin typeface="Arial"/>
              <a:ea typeface="Arial"/>
              <a:cs typeface="Arial"/>
              <a:sym typeface="Arial"/>
            </a:endParaRPr>
          </a:p>
        </p:txBody>
      </p:sp>
      <p:sp>
        <p:nvSpPr>
          <p:cNvPr id="821" name="Google Shape;821;p98"/>
          <p:cNvSpPr txBox="1"/>
          <p:nvPr/>
        </p:nvSpPr>
        <p:spPr>
          <a:xfrm>
            <a:off x="7177888" y="5355958"/>
            <a:ext cx="483300" cy="4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28</a:t>
            </a:r>
            <a:endParaRPr b="0" i="0" sz="1200" u="none" cap="none" strike="noStrike">
              <a:solidFill>
                <a:srgbClr val="EFEFEF"/>
              </a:solidFill>
              <a:latin typeface="Arial"/>
              <a:ea typeface="Arial"/>
              <a:cs typeface="Arial"/>
              <a:sym typeface="Arial"/>
            </a:endParaRPr>
          </a:p>
        </p:txBody>
      </p:sp>
      <p:cxnSp>
        <p:nvCxnSpPr>
          <p:cNvPr id="822" name="Google Shape;822;p98"/>
          <p:cNvCxnSpPr>
            <a:stCxn id="815" idx="3"/>
          </p:cNvCxnSpPr>
          <p:nvPr/>
        </p:nvCxnSpPr>
        <p:spPr>
          <a:xfrm flipH="1" rot="10800000">
            <a:off x="2470025" y="4976750"/>
            <a:ext cx="3429000" cy="1019100"/>
          </a:xfrm>
          <a:prstGeom prst="straightConnector1">
            <a:avLst/>
          </a:prstGeom>
          <a:noFill/>
          <a:ln cap="flat" cmpd="sng" w="28575">
            <a:solidFill>
              <a:srgbClr val="38761D"/>
            </a:solidFill>
            <a:prstDash val="solid"/>
            <a:round/>
            <a:headEnd len="sm" w="sm" type="none"/>
            <a:tailEnd len="med" w="med" type="triangle"/>
          </a:ln>
        </p:spPr>
      </p:cxnSp>
      <p:sp>
        <p:nvSpPr>
          <p:cNvPr id="823" name="Google Shape;823;p98"/>
          <p:cNvSpPr txBox="1"/>
          <p:nvPr/>
        </p:nvSpPr>
        <p:spPr>
          <a:xfrm>
            <a:off x="96975" y="1342550"/>
            <a:ext cx="3377100" cy="3202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AutoNum type="arabicPeriod"/>
            </a:pPr>
            <a:r>
              <a:rPr lang="en" sz="1600"/>
              <a:t>Hardware:  PA2 and PA3 of the STM32C0 are connected to PA2 and PA3 of the ST Link MCU.</a:t>
            </a:r>
            <a:endParaRPr sz="1600"/>
          </a:p>
          <a:p>
            <a:pPr indent="-330200" lvl="0" marL="457200" rtl="0" algn="l">
              <a:lnSpc>
                <a:spcPct val="115000"/>
              </a:lnSpc>
              <a:spcBef>
                <a:spcPts val="0"/>
              </a:spcBef>
              <a:spcAft>
                <a:spcPts val="0"/>
              </a:spcAft>
              <a:buSzPts val="1600"/>
              <a:buAutoNum type="arabicPeriod"/>
            </a:pPr>
            <a:r>
              <a:rPr lang="en" sz="1600"/>
              <a:t>Hardware:  Two pins on the ST Link MCU are wired to the USB Micro B port</a:t>
            </a:r>
            <a:endParaRPr sz="1600"/>
          </a:p>
          <a:p>
            <a:pPr indent="-330200" lvl="0" marL="457200" rtl="0" algn="l">
              <a:lnSpc>
                <a:spcPct val="115000"/>
              </a:lnSpc>
              <a:spcBef>
                <a:spcPts val="0"/>
              </a:spcBef>
              <a:spcAft>
                <a:spcPts val="0"/>
              </a:spcAft>
              <a:buSzPts val="1600"/>
              <a:buAutoNum type="arabicPeriod"/>
            </a:pPr>
            <a:r>
              <a:rPr lang="en" sz="1600"/>
              <a:t>Software: The ST Link MCU handles communication with the host computer via the USB port.</a:t>
            </a:r>
            <a:endParaRPr sz="1600"/>
          </a:p>
        </p:txBody>
      </p:sp>
      <p:cxnSp>
        <p:nvCxnSpPr>
          <p:cNvPr id="824" name="Google Shape;824;p98"/>
          <p:cNvCxnSpPr/>
          <p:nvPr/>
        </p:nvCxnSpPr>
        <p:spPr>
          <a:xfrm>
            <a:off x="6054025" y="5128425"/>
            <a:ext cx="0" cy="80700"/>
          </a:xfrm>
          <a:prstGeom prst="straightConnector1">
            <a:avLst/>
          </a:prstGeom>
          <a:noFill/>
          <a:ln cap="flat" cmpd="sng" w="28575">
            <a:solidFill>
              <a:srgbClr val="FF0000"/>
            </a:solidFill>
            <a:prstDash val="solid"/>
            <a:round/>
            <a:headEnd len="med" w="med" type="none"/>
            <a:tailEnd len="med" w="med" type="none"/>
          </a:ln>
        </p:spPr>
      </p:cxnSp>
      <p:cxnSp>
        <p:nvCxnSpPr>
          <p:cNvPr id="825" name="Google Shape;825;p98"/>
          <p:cNvCxnSpPr/>
          <p:nvPr/>
        </p:nvCxnSpPr>
        <p:spPr>
          <a:xfrm>
            <a:off x="6090725" y="5128425"/>
            <a:ext cx="0" cy="80700"/>
          </a:xfrm>
          <a:prstGeom prst="straightConnector1">
            <a:avLst/>
          </a:prstGeom>
          <a:noFill/>
          <a:ln cap="flat" cmpd="sng" w="28575">
            <a:solidFill>
              <a:srgbClr val="9900FF"/>
            </a:solidFill>
            <a:prstDash val="solid"/>
            <a:round/>
            <a:headEnd len="med" w="med" type="none"/>
            <a:tailEnd len="med" w="med" type="none"/>
          </a:ln>
        </p:spPr>
      </p:cxnSp>
      <p:sp>
        <p:nvSpPr>
          <p:cNvPr id="817" name="Google Shape;817;p98"/>
          <p:cNvSpPr txBox="1"/>
          <p:nvPr/>
        </p:nvSpPr>
        <p:spPr>
          <a:xfrm>
            <a:off x="310175" y="4465325"/>
            <a:ext cx="2300100" cy="983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i="1" lang="en">
                <a:solidFill>
                  <a:srgbClr val="38761D"/>
                </a:solidFill>
              </a:rPr>
              <a:t>ST Link</a:t>
            </a:r>
            <a:r>
              <a:rPr i="1" lang="en">
                <a:solidFill>
                  <a:srgbClr val="38761D"/>
                </a:solidFill>
              </a:rPr>
              <a:t> MCU</a:t>
            </a:r>
            <a:endParaRPr i="1">
              <a:solidFill>
                <a:srgbClr val="FF0000"/>
              </a:solidFill>
            </a:endParaRPr>
          </a:p>
          <a:p>
            <a:pPr indent="0" lvl="0" marL="0" marR="0" rtl="0" algn="r">
              <a:lnSpc>
                <a:spcPct val="100000"/>
              </a:lnSpc>
              <a:spcBef>
                <a:spcPts val="0"/>
              </a:spcBef>
              <a:spcAft>
                <a:spcPts val="0"/>
              </a:spcAft>
              <a:buClr>
                <a:srgbClr val="000000"/>
              </a:buClr>
              <a:buSzPts val="1400"/>
              <a:buFont typeface="Arial"/>
              <a:buNone/>
            </a:pPr>
            <a:r>
              <a:rPr i="1" lang="en">
                <a:solidFill>
                  <a:srgbClr val="FF0000"/>
                </a:solidFill>
              </a:rPr>
              <a:t>TX on PA2</a:t>
            </a:r>
            <a:br>
              <a:rPr i="1" lang="en">
                <a:solidFill>
                  <a:srgbClr val="FF0000"/>
                </a:solidFill>
              </a:rPr>
            </a:br>
            <a:r>
              <a:rPr i="1" lang="en">
                <a:solidFill>
                  <a:srgbClr val="9900FF"/>
                </a:solidFill>
              </a:rPr>
              <a:t>RX on PA3</a:t>
            </a:r>
            <a:endParaRPr b="0" i="1" sz="1400" u="none" cap="none" strike="noStrike">
              <a:solidFill>
                <a:srgbClr val="9900FF"/>
              </a:solidFill>
              <a:latin typeface="Arial"/>
              <a:ea typeface="Arial"/>
              <a:cs typeface="Arial"/>
              <a:sym typeface="Arial"/>
            </a:endParaRPr>
          </a:p>
        </p:txBody>
      </p:sp>
      <p:sp>
        <p:nvSpPr>
          <p:cNvPr id="826" name="Google Shape;826;p98"/>
          <p:cNvSpPr txBox="1"/>
          <p:nvPr/>
        </p:nvSpPr>
        <p:spPr>
          <a:xfrm>
            <a:off x="5849075" y="2217025"/>
            <a:ext cx="483300" cy="32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 sz="1200">
                <a:solidFill>
                  <a:srgbClr val="9900FF"/>
                </a:solidFill>
                <a:highlight>
                  <a:schemeClr val="lt1"/>
                </a:highlight>
              </a:rPr>
              <a:t>PA3</a:t>
            </a:r>
            <a:endParaRPr b="1" i="0" sz="1200" u="none" cap="none" strike="noStrike">
              <a:solidFill>
                <a:srgbClr val="9900FF"/>
              </a:solidFill>
              <a:highlight>
                <a:schemeClr val="lt1"/>
              </a:highlight>
            </a:endParaRPr>
          </a:p>
        </p:txBody>
      </p:sp>
      <p:sp>
        <p:nvSpPr>
          <p:cNvPr id="827" name="Google Shape;827;p98"/>
          <p:cNvSpPr txBox="1"/>
          <p:nvPr/>
        </p:nvSpPr>
        <p:spPr>
          <a:xfrm>
            <a:off x="5449700" y="1928775"/>
            <a:ext cx="483300" cy="32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rgbClr val="FF0000"/>
                </a:solidFill>
                <a:highlight>
                  <a:schemeClr val="lt1"/>
                </a:highlight>
              </a:rPr>
              <a:t>PA2</a:t>
            </a:r>
            <a:r>
              <a:rPr b="1" lang="en" sz="1200">
                <a:solidFill>
                  <a:srgbClr val="FF0000"/>
                </a:solidFill>
              </a:rPr>
              <a:t> </a:t>
            </a:r>
            <a:endParaRPr b="1" i="0" sz="1200" u="none" cap="none" strike="noStrike">
              <a:solidFill>
                <a:srgbClr val="9900FF"/>
              </a:solidFill>
              <a:highlight>
                <a:schemeClr val="lt1"/>
              </a:highlight>
            </a:endParaRPr>
          </a:p>
        </p:txBody>
      </p:sp>
      <p:cxnSp>
        <p:nvCxnSpPr>
          <p:cNvPr id="828" name="Google Shape;828;p98"/>
          <p:cNvCxnSpPr/>
          <p:nvPr/>
        </p:nvCxnSpPr>
        <p:spPr>
          <a:xfrm rot="10800000">
            <a:off x="5881650" y="2114350"/>
            <a:ext cx="118500" cy="3000"/>
          </a:xfrm>
          <a:prstGeom prst="straightConnector1">
            <a:avLst/>
          </a:prstGeom>
          <a:noFill/>
          <a:ln cap="flat" cmpd="sng" w="28575">
            <a:solidFill>
              <a:srgbClr val="FF0000"/>
            </a:solidFill>
            <a:prstDash val="solid"/>
            <a:round/>
            <a:headEnd len="med" w="med" type="none"/>
            <a:tailEnd len="med" w="med" type="none"/>
          </a:ln>
        </p:spPr>
      </p:cxnSp>
      <p:cxnSp>
        <p:nvCxnSpPr>
          <p:cNvPr id="829" name="Google Shape;829;p98"/>
          <p:cNvCxnSpPr/>
          <p:nvPr/>
        </p:nvCxnSpPr>
        <p:spPr>
          <a:xfrm>
            <a:off x="6038800" y="2171775"/>
            <a:ext cx="0" cy="80700"/>
          </a:xfrm>
          <a:prstGeom prst="straightConnector1">
            <a:avLst/>
          </a:prstGeom>
          <a:noFill/>
          <a:ln cap="flat" cmpd="sng" w="28575">
            <a:solidFill>
              <a:srgbClr val="9900FF"/>
            </a:solidFill>
            <a:prstDash val="solid"/>
            <a:round/>
            <a:headEnd len="med" w="med" type="none"/>
            <a:tailEnd len="med" w="med" type="none"/>
          </a:ln>
        </p:spPr>
      </p:cxnSp>
      <p:sp>
        <p:nvSpPr>
          <p:cNvPr id="830" name="Google Shape;830;p98"/>
          <p:cNvSpPr txBox="1"/>
          <p:nvPr/>
        </p:nvSpPr>
        <p:spPr>
          <a:xfrm>
            <a:off x="5753350" y="50075"/>
            <a:ext cx="1662900" cy="52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38761D"/>
                </a:solidFill>
                <a:latin typeface="Arial"/>
                <a:ea typeface="Arial"/>
                <a:cs typeface="Arial"/>
                <a:sym typeface="Arial"/>
              </a:rPr>
              <a:t>USB </a:t>
            </a:r>
            <a:r>
              <a:rPr lang="en">
                <a:solidFill>
                  <a:srgbClr val="38761D"/>
                </a:solidFill>
              </a:rPr>
              <a:t>Micro B</a:t>
            </a:r>
            <a:r>
              <a:rPr b="0" i="0" lang="en" sz="1400" u="none" cap="none" strike="noStrike">
                <a:solidFill>
                  <a:srgbClr val="38761D"/>
                </a:solidFill>
                <a:latin typeface="Arial"/>
                <a:ea typeface="Arial"/>
                <a:cs typeface="Arial"/>
                <a:sym typeface="Arial"/>
              </a:rPr>
              <a:t> </a:t>
            </a:r>
            <a:r>
              <a:rPr lang="en">
                <a:solidFill>
                  <a:srgbClr val="38761D"/>
                </a:solidFill>
              </a:rPr>
              <a:t>port</a:t>
            </a:r>
            <a:endParaRPr b="0" i="0" sz="1400" u="none" cap="none" strike="noStrike">
              <a:solidFill>
                <a:srgbClr val="38761D"/>
              </a:solidFill>
              <a:latin typeface="Arial"/>
              <a:ea typeface="Arial"/>
              <a:cs typeface="Arial"/>
              <a:sym typeface="Arial"/>
            </a:endParaRPr>
          </a:p>
        </p:txBody>
      </p:sp>
      <p:cxnSp>
        <p:nvCxnSpPr>
          <p:cNvPr id="831" name="Google Shape;831;p98"/>
          <p:cNvCxnSpPr/>
          <p:nvPr/>
        </p:nvCxnSpPr>
        <p:spPr>
          <a:xfrm>
            <a:off x="6379325" y="379175"/>
            <a:ext cx="697200" cy="361500"/>
          </a:xfrm>
          <a:prstGeom prst="straightConnector1">
            <a:avLst/>
          </a:prstGeom>
          <a:noFill/>
          <a:ln cap="flat" cmpd="sng" w="19050">
            <a:solidFill>
              <a:srgbClr val="38761D"/>
            </a:solidFill>
            <a:prstDash val="solid"/>
            <a:round/>
            <a:headEnd len="sm" w="sm" type="none"/>
            <a:tailEnd len="med" w="med" type="triangle"/>
          </a:ln>
        </p:spPr>
      </p:cxnSp>
      <p:cxnSp>
        <p:nvCxnSpPr>
          <p:cNvPr id="832" name="Google Shape;832;p98"/>
          <p:cNvCxnSpPr/>
          <p:nvPr/>
        </p:nvCxnSpPr>
        <p:spPr>
          <a:xfrm rot="10800000">
            <a:off x="6486025" y="1811775"/>
            <a:ext cx="118500" cy="3000"/>
          </a:xfrm>
          <a:prstGeom prst="straightConnector1">
            <a:avLst/>
          </a:prstGeom>
          <a:noFill/>
          <a:ln cap="flat" cmpd="sng" w="28575">
            <a:solidFill>
              <a:srgbClr val="00FF00"/>
            </a:solidFill>
            <a:prstDash val="solid"/>
            <a:round/>
            <a:headEnd len="med" w="med" type="none"/>
            <a:tailEnd len="med" w="med" type="none"/>
          </a:ln>
        </p:spPr>
      </p:cxnSp>
      <p:cxnSp>
        <p:nvCxnSpPr>
          <p:cNvPr id="833" name="Google Shape;833;p98"/>
          <p:cNvCxnSpPr/>
          <p:nvPr/>
        </p:nvCxnSpPr>
        <p:spPr>
          <a:xfrm rot="10800000">
            <a:off x="6486025" y="1857975"/>
            <a:ext cx="118500" cy="3000"/>
          </a:xfrm>
          <a:prstGeom prst="straightConnector1">
            <a:avLst/>
          </a:prstGeom>
          <a:noFill/>
          <a:ln cap="flat" cmpd="sng" w="28575">
            <a:solidFill>
              <a:srgbClr val="00FF00"/>
            </a:solidFill>
            <a:prstDash val="solid"/>
            <a:round/>
            <a:headEnd len="med" w="med" type="none"/>
            <a:tailEnd len="med" w="med" type="none"/>
          </a:ln>
        </p:spPr>
      </p:cxnSp>
      <p:sp>
        <p:nvSpPr>
          <p:cNvPr id="834" name="Google Shape;834;p98"/>
          <p:cNvSpPr txBox="1"/>
          <p:nvPr/>
        </p:nvSpPr>
        <p:spPr>
          <a:xfrm>
            <a:off x="6500075" y="1651425"/>
            <a:ext cx="1170000" cy="32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rgbClr val="008C00"/>
                </a:solidFill>
                <a:highlight>
                  <a:schemeClr val="lt1"/>
                </a:highlight>
              </a:rPr>
              <a:t>t</a:t>
            </a:r>
            <a:r>
              <a:rPr b="1" lang="en" sz="1200">
                <a:solidFill>
                  <a:srgbClr val="008C00"/>
                </a:solidFill>
                <a:highlight>
                  <a:schemeClr val="lt1"/>
                </a:highlight>
              </a:rPr>
              <a:t>o USB port</a:t>
            </a:r>
            <a:r>
              <a:rPr b="1" lang="en" sz="1200">
                <a:solidFill>
                  <a:srgbClr val="FF0000"/>
                </a:solidFill>
              </a:rPr>
              <a:t> </a:t>
            </a:r>
            <a:endParaRPr b="1" i="0" sz="1200" u="none" cap="none" strike="noStrike">
              <a:solidFill>
                <a:srgbClr val="9900FF"/>
              </a:solidFill>
              <a:highlight>
                <a:schemeClr val="lt1"/>
              </a:highlight>
            </a:endParaRPr>
          </a:p>
        </p:txBody>
      </p:sp>
      <p:sp>
        <p:nvSpPr>
          <p:cNvPr id="835" name="Google Shape;835;p98"/>
          <p:cNvSpPr/>
          <p:nvPr/>
        </p:nvSpPr>
        <p:spPr>
          <a:xfrm>
            <a:off x="7901875" y="951050"/>
            <a:ext cx="304800" cy="391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98"/>
          <p:cNvSpPr txBox="1"/>
          <p:nvPr/>
        </p:nvSpPr>
        <p:spPr>
          <a:xfrm>
            <a:off x="7343525" y="85175"/>
            <a:ext cx="1574400" cy="655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solidFill>
                  <a:srgbClr val="CC0000"/>
                </a:solidFill>
              </a:rPr>
              <a:t>Communication indicator light</a:t>
            </a:r>
            <a:endParaRPr i="1">
              <a:solidFill>
                <a:srgbClr val="CC0000"/>
              </a:solidFill>
            </a:endParaRPr>
          </a:p>
        </p:txBody>
      </p:sp>
      <p:cxnSp>
        <p:nvCxnSpPr>
          <p:cNvPr id="837" name="Google Shape;837;p98"/>
          <p:cNvCxnSpPr>
            <a:endCxn id="835" idx="0"/>
          </p:cNvCxnSpPr>
          <p:nvPr/>
        </p:nvCxnSpPr>
        <p:spPr>
          <a:xfrm flipH="1">
            <a:off x="8054275" y="594650"/>
            <a:ext cx="17400" cy="3564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9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UART Interfaces on the STM32 Nucleo Board</a:t>
            </a:r>
            <a:endParaRPr/>
          </a:p>
        </p:txBody>
      </p:sp>
      <p:sp>
        <p:nvSpPr>
          <p:cNvPr id="843" name="Google Shape;843;p9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STM32C0 has two USART instances: USART1 and USART2.</a:t>
            </a:r>
            <a:endParaRPr/>
          </a:p>
          <a:p>
            <a:pPr indent="-317500" lvl="1" marL="914400" rtl="0" algn="l">
              <a:spcBef>
                <a:spcPts val="0"/>
              </a:spcBef>
              <a:spcAft>
                <a:spcPts val="0"/>
              </a:spcAft>
              <a:buSzPts val="1400"/>
              <a:buChar char="○"/>
            </a:pPr>
            <a:r>
              <a:rPr lang="en"/>
              <a:t>USART1: Full feature set</a:t>
            </a:r>
            <a:endParaRPr/>
          </a:p>
          <a:p>
            <a:pPr indent="-317500" lvl="1" marL="914400" rtl="0" algn="l">
              <a:spcBef>
                <a:spcPts val="0"/>
              </a:spcBef>
              <a:spcAft>
                <a:spcPts val="0"/>
              </a:spcAft>
              <a:buClr>
                <a:srgbClr val="2A00FF"/>
              </a:buClr>
              <a:buSzPts val="1400"/>
              <a:buChar char="○"/>
            </a:pPr>
            <a:r>
              <a:rPr lang="en">
                <a:solidFill>
                  <a:srgbClr val="2A00FF"/>
                </a:solidFill>
              </a:rPr>
              <a:t>USART2: Basic feature set (this is more than enough for us)</a:t>
            </a:r>
            <a:endParaRPr>
              <a:solidFill>
                <a:srgbClr val="2A00FF"/>
              </a:solidFill>
            </a:endParaRPr>
          </a:p>
          <a:p>
            <a:pPr indent="-342900" lvl="0" marL="457200" rtl="0" algn="l">
              <a:spcBef>
                <a:spcPts val="0"/>
              </a:spcBef>
              <a:spcAft>
                <a:spcPts val="0"/>
              </a:spcAft>
              <a:buSzPts val="1800"/>
              <a:buChar char="●"/>
            </a:pPr>
            <a:r>
              <a:rPr lang="en"/>
              <a:t>Both USART instances can be accessed via many different pins (on alternate function mode), but for each only one set of pins is connected via solder bridges to the ST-LINK MCU (a separate MCU on the board that handles USB communication between the Nucleo and your computer.) These are:</a:t>
            </a:r>
            <a:endParaRPr/>
          </a:p>
          <a:p>
            <a:pPr indent="-342900" lvl="0" marL="457200" rtl="0" algn="l">
              <a:spcBef>
                <a:spcPts val="0"/>
              </a:spcBef>
              <a:spcAft>
                <a:spcPts val="0"/>
              </a:spcAft>
              <a:buSzPts val="1800"/>
              <a:buChar char="●"/>
            </a:pPr>
            <a:r>
              <a:rPr lang="en"/>
              <a:t>USART1:</a:t>
            </a:r>
            <a:endParaRPr/>
          </a:p>
          <a:p>
            <a:pPr indent="-317500" lvl="1" marL="914400" rtl="0" algn="l">
              <a:spcBef>
                <a:spcPts val="0"/>
              </a:spcBef>
              <a:spcAft>
                <a:spcPts val="0"/>
              </a:spcAft>
              <a:buSzPts val="1400"/>
              <a:buChar char="○"/>
            </a:pPr>
            <a:r>
              <a:rPr lang="en"/>
              <a:t>TX on PB6</a:t>
            </a:r>
            <a:endParaRPr/>
          </a:p>
          <a:p>
            <a:pPr indent="-317500" lvl="1" marL="914400" rtl="0" algn="l">
              <a:spcBef>
                <a:spcPts val="0"/>
              </a:spcBef>
              <a:spcAft>
                <a:spcPts val="0"/>
              </a:spcAft>
              <a:buSzPts val="1400"/>
              <a:buChar char="○"/>
            </a:pPr>
            <a:r>
              <a:rPr lang="en"/>
              <a:t>RX on PB7</a:t>
            </a:r>
            <a:endParaRPr/>
          </a:p>
          <a:p>
            <a:pPr indent="-342900" lvl="0" marL="457200" rtl="0" algn="l">
              <a:spcBef>
                <a:spcPts val="0"/>
              </a:spcBef>
              <a:spcAft>
                <a:spcPts val="0"/>
              </a:spcAft>
              <a:buClr>
                <a:srgbClr val="0000FF"/>
              </a:buClr>
              <a:buSzPts val="1800"/>
              <a:buChar char="●"/>
            </a:pPr>
            <a:r>
              <a:rPr lang="en">
                <a:solidFill>
                  <a:srgbClr val="0000FF"/>
                </a:solidFill>
              </a:rPr>
              <a:t>USART2:</a:t>
            </a:r>
            <a:endParaRPr>
              <a:solidFill>
                <a:srgbClr val="0000FF"/>
              </a:solidFill>
            </a:endParaRPr>
          </a:p>
          <a:p>
            <a:pPr indent="-317500" lvl="1" marL="914400" rtl="0" algn="l">
              <a:spcBef>
                <a:spcPts val="0"/>
              </a:spcBef>
              <a:spcAft>
                <a:spcPts val="0"/>
              </a:spcAft>
              <a:buClr>
                <a:srgbClr val="0000FF"/>
              </a:buClr>
              <a:buSzPts val="1400"/>
              <a:buChar char="○"/>
            </a:pPr>
            <a:r>
              <a:rPr lang="en">
                <a:solidFill>
                  <a:srgbClr val="0000FF"/>
                </a:solidFill>
              </a:rPr>
              <a:t>TX on PA2</a:t>
            </a:r>
            <a:endParaRPr>
              <a:solidFill>
                <a:srgbClr val="0000FF"/>
              </a:solidFill>
            </a:endParaRPr>
          </a:p>
          <a:p>
            <a:pPr indent="-317500" lvl="1" marL="914400" rtl="0" algn="l">
              <a:spcBef>
                <a:spcPts val="0"/>
              </a:spcBef>
              <a:spcAft>
                <a:spcPts val="0"/>
              </a:spcAft>
              <a:buClr>
                <a:srgbClr val="0000FF"/>
              </a:buClr>
              <a:buSzPts val="1400"/>
              <a:buChar char="○"/>
            </a:pPr>
            <a:r>
              <a:rPr lang="en">
                <a:solidFill>
                  <a:srgbClr val="0000FF"/>
                </a:solidFill>
              </a:rPr>
              <a:t>RX on PA3</a:t>
            </a:r>
            <a:endParaRPr>
              <a:solidFill>
                <a:srgbClr val="0000FF"/>
              </a:solidFill>
            </a:endParaRPr>
          </a:p>
          <a:p>
            <a:pPr indent="-342900" lvl="0" marL="457200" rtl="0" algn="l">
              <a:spcBef>
                <a:spcPts val="0"/>
              </a:spcBef>
              <a:spcAft>
                <a:spcPts val="0"/>
              </a:spcAft>
              <a:buSzPts val="1800"/>
              <a:buChar char="●"/>
            </a:pPr>
            <a:r>
              <a:rPr lang="en"/>
              <a:t>PA2 and PA3 are not accessible via the Arduino headers.</a:t>
            </a:r>
            <a:endParaRPr/>
          </a:p>
        </p:txBody>
      </p:sp>
      <p:sp>
        <p:nvSpPr>
          <p:cNvPr id="844" name="Google Shape;844;p99"/>
          <p:cNvSpPr txBox="1"/>
          <p:nvPr/>
        </p:nvSpPr>
        <p:spPr>
          <a:xfrm>
            <a:off x="3410800" y="4005550"/>
            <a:ext cx="1857000" cy="10158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We'll use these pins for printf() statements.</a:t>
            </a:r>
            <a:endParaRPr sz="1800">
              <a:solidFill>
                <a:srgbClr val="0000FF"/>
              </a:solidFill>
            </a:endParaRPr>
          </a:p>
        </p:txBody>
      </p:sp>
      <p:sp>
        <p:nvSpPr>
          <p:cNvPr id="845" name="Google Shape;845;p99"/>
          <p:cNvSpPr txBox="1"/>
          <p:nvPr/>
        </p:nvSpPr>
        <p:spPr>
          <a:xfrm>
            <a:off x="868200" y="5903975"/>
            <a:ext cx="796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F7F5F"/>
                </a:solidFill>
              </a:rPr>
              <a:t>Bottom line: We don't need to place any physical wires since the connections come pre-made on our board.</a:t>
            </a:r>
            <a:endParaRPr sz="1800">
              <a:solidFill>
                <a:srgbClr val="3F7F5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id="850" name="Google Shape;850;p100"/>
          <p:cNvPicPr preferRelativeResize="0"/>
          <p:nvPr/>
        </p:nvPicPr>
        <p:blipFill>
          <a:blip r:embed="rId3">
            <a:alphaModFix/>
          </a:blip>
          <a:stretch>
            <a:fillRect/>
          </a:stretch>
        </p:blipFill>
        <p:spPr>
          <a:xfrm>
            <a:off x="577225" y="2525185"/>
            <a:ext cx="8100176" cy="2045740"/>
          </a:xfrm>
          <a:prstGeom prst="rect">
            <a:avLst/>
          </a:prstGeom>
          <a:noFill/>
          <a:ln cap="flat" cmpd="sng" w="28575">
            <a:solidFill>
              <a:srgbClr val="38761D"/>
            </a:solidFill>
            <a:prstDash val="solid"/>
            <a:round/>
            <a:headEnd len="sm" w="sm" type="none"/>
            <a:tailEnd len="sm" w="sm" type="none"/>
          </a:ln>
        </p:spPr>
      </p:pic>
      <p:sp>
        <p:nvSpPr>
          <p:cNvPr id="851" name="Google Shape;851;p100"/>
          <p:cNvSpPr txBox="1"/>
          <p:nvPr>
            <p:ph type="title"/>
          </p:nvPr>
        </p:nvSpPr>
        <p:spPr>
          <a:xfrm>
            <a:off x="311700" y="3020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do you find pin numbers and such?</a:t>
            </a:r>
            <a:endParaRPr/>
          </a:p>
        </p:txBody>
      </p:sp>
      <p:sp>
        <p:nvSpPr>
          <p:cNvPr id="852" name="Google Shape;852;p100"/>
          <p:cNvSpPr txBox="1"/>
          <p:nvPr/>
        </p:nvSpPr>
        <p:spPr>
          <a:xfrm>
            <a:off x="6554400" y="1133575"/>
            <a:ext cx="1966500" cy="738900"/>
          </a:xfrm>
          <a:prstGeom prst="rect">
            <a:avLst/>
          </a:prstGeom>
          <a:solidFill>
            <a:schemeClr val="lt1"/>
          </a:solidFill>
          <a:ln cap="flat" cmpd="sng" w="2857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STM32 C0C31x  </a:t>
            </a:r>
            <a:br>
              <a:rPr lang="en" sz="1800">
                <a:solidFill>
                  <a:srgbClr val="38761D"/>
                </a:solidFill>
              </a:rPr>
            </a:br>
            <a:r>
              <a:rPr lang="en" sz="1800">
                <a:solidFill>
                  <a:srgbClr val="38761D"/>
                </a:solidFill>
              </a:rPr>
              <a:t>User Manual</a:t>
            </a:r>
            <a:endParaRPr sz="1800">
              <a:solidFill>
                <a:srgbClr val="38761D"/>
              </a:solidFill>
            </a:endParaRPr>
          </a:p>
        </p:txBody>
      </p:sp>
      <p:sp>
        <p:nvSpPr>
          <p:cNvPr id="853" name="Google Shape;853;p100"/>
          <p:cNvSpPr/>
          <p:nvPr/>
        </p:nvSpPr>
        <p:spPr>
          <a:xfrm>
            <a:off x="1991025" y="3581100"/>
            <a:ext cx="981600" cy="6084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100"/>
          <p:cNvSpPr/>
          <p:nvPr/>
        </p:nvSpPr>
        <p:spPr>
          <a:xfrm>
            <a:off x="2129300" y="2696200"/>
            <a:ext cx="622200" cy="401100"/>
          </a:xfrm>
          <a:prstGeom prst="ellipse">
            <a:avLst/>
          </a:prstGeom>
          <a:noFill/>
          <a:ln cap="flat" cmpd="sng" w="28575">
            <a:solidFill>
              <a:srgbClr val="CD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5" name="Google Shape;855;p100"/>
          <p:cNvSpPr/>
          <p:nvPr/>
        </p:nvSpPr>
        <p:spPr>
          <a:xfrm>
            <a:off x="650150" y="3581100"/>
            <a:ext cx="442200" cy="6084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01"/>
          <p:cNvSpPr txBox="1"/>
          <p:nvPr>
            <p:ph type="title"/>
          </p:nvPr>
        </p:nvSpPr>
        <p:spPr>
          <a:xfrm>
            <a:off x="311700" y="282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Setting Alternate Function Mode 1 for PA2 and PA3</a:t>
            </a:r>
            <a:endParaRPr sz="2700"/>
          </a:p>
        </p:txBody>
      </p:sp>
      <p:sp>
        <p:nvSpPr>
          <p:cNvPr id="861" name="Google Shape;861;p101"/>
          <p:cNvSpPr txBox="1"/>
          <p:nvPr/>
        </p:nvSpPr>
        <p:spPr>
          <a:xfrm>
            <a:off x="0" y="907625"/>
            <a:ext cx="6007200" cy="1154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Step 1: </a:t>
            </a:r>
            <a:r>
              <a:rPr lang="en" sz="1800">
                <a:solidFill>
                  <a:schemeClr val="dk2"/>
                </a:solidFill>
              </a:rPr>
              <a:t>Enable clock access for GPIOA </a:t>
            </a:r>
            <a:br>
              <a:rPr lang="en" sz="1800">
                <a:solidFill>
                  <a:schemeClr val="dk2"/>
                </a:solidFill>
              </a:rPr>
            </a:br>
            <a:r>
              <a:rPr b="1" lang="en" sz="1500">
                <a:solidFill>
                  <a:schemeClr val="dk1"/>
                </a:solidFill>
                <a:latin typeface="Courier New"/>
                <a:ea typeface="Courier New"/>
                <a:cs typeface="Courier New"/>
                <a:sym typeface="Courier New"/>
              </a:rPr>
              <a:t>#define GPIOAEN  (1U&lt;&lt;0)</a:t>
            </a:r>
            <a:br>
              <a:rPr b="1" lang="en" sz="1500">
                <a:solidFill>
                  <a:schemeClr val="dk1"/>
                </a:solidFill>
              </a:rPr>
            </a:br>
            <a:r>
              <a:rPr b="1" lang="en" sz="1500">
                <a:solidFill>
                  <a:schemeClr val="dk1"/>
                </a:solidFill>
                <a:latin typeface="Courier New"/>
                <a:ea typeface="Courier New"/>
                <a:cs typeface="Courier New"/>
                <a:sym typeface="Courier New"/>
              </a:rPr>
              <a:t>RCC-&gt;IOPENR |= GPIOAEN;</a:t>
            </a:r>
            <a:endParaRPr b="1" sz="15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500">
              <a:solidFill>
                <a:schemeClr val="dk2"/>
              </a:solidFill>
              <a:latin typeface="Courier New"/>
              <a:ea typeface="Courier New"/>
              <a:cs typeface="Courier New"/>
              <a:sym typeface="Courier New"/>
            </a:endParaRPr>
          </a:p>
        </p:txBody>
      </p:sp>
      <p:sp>
        <p:nvSpPr>
          <p:cNvPr id="862" name="Google Shape;862;p101"/>
          <p:cNvSpPr txBox="1"/>
          <p:nvPr/>
        </p:nvSpPr>
        <p:spPr>
          <a:xfrm>
            <a:off x="76650" y="2239900"/>
            <a:ext cx="7929000" cy="443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38761D"/>
                </a:solidFill>
              </a:rPr>
              <a:t>Shortcut: There are predefined macros!</a:t>
            </a:r>
            <a:endParaRPr sz="1800">
              <a:solidFill>
                <a:srgbClr val="38761D"/>
              </a:solidFill>
            </a:endParaRPr>
          </a:p>
          <a:p>
            <a:pPr indent="-342900" lvl="0" marL="457200" rtl="0" algn="l">
              <a:lnSpc>
                <a:spcPct val="115000"/>
              </a:lnSpc>
              <a:spcBef>
                <a:spcPts val="1600"/>
              </a:spcBef>
              <a:spcAft>
                <a:spcPts val="0"/>
              </a:spcAft>
              <a:buClr>
                <a:srgbClr val="38761D"/>
              </a:buClr>
              <a:buSzPts val="1800"/>
              <a:buChar char="●"/>
            </a:pPr>
            <a:r>
              <a:rPr lang="en" sz="1800">
                <a:solidFill>
                  <a:srgbClr val="38761D"/>
                </a:solidFill>
              </a:rPr>
              <a:t>Having to #define each bit we wish to modify is time consuming and not all that consistent.</a:t>
            </a:r>
            <a:endParaRPr sz="1800">
              <a:solidFill>
                <a:srgbClr val="38761D"/>
              </a:solidFill>
            </a:endParaRPr>
          </a:p>
          <a:p>
            <a:pPr indent="0" lvl="0" marL="457200" rtl="0" algn="l">
              <a:lnSpc>
                <a:spcPct val="115000"/>
              </a:lnSpc>
              <a:spcBef>
                <a:spcPts val="1600"/>
              </a:spcBef>
              <a:spcAft>
                <a:spcPts val="0"/>
              </a:spcAft>
              <a:buNone/>
            </a:pPr>
            <a:r>
              <a:rPr lang="en" sz="1800">
                <a:solidFill>
                  <a:srgbClr val="38761D"/>
                </a:solidFill>
              </a:rPr>
              <a:t>Good news: The file stm32c031xx.h (which is one of the header files we downloaded as part of the Cube IDE installation) contains macros for all of these!</a:t>
            </a:r>
            <a:endParaRPr sz="1800">
              <a:solidFill>
                <a:srgbClr val="38761D"/>
              </a:solidFill>
            </a:endParaRPr>
          </a:p>
          <a:p>
            <a:pPr indent="-342900" lvl="0" marL="457200" rtl="0" algn="l">
              <a:lnSpc>
                <a:spcPct val="115000"/>
              </a:lnSpc>
              <a:spcBef>
                <a:spcPts val="1600"/>
              </a:spcBef>
              <a:spcAft>
                <a:spcPts val="0"/>
              </a:spcAft>
              <a:buClr>
                <a:srgbClr val="38761D"/>
              </a:buClr>
              <a:buSzPts val="1800"/>
              <a:buChar char="●"/>
            </a:pPr>
            <a:r>
              <a:rPr lang="en" sz="1800">
                <a:solidFill>
                  <a:srgbClr val="38761D"/>
                </a:solidFill>
              </a:rPr>
              <a:t>Example: Instead of  </a:t>
            </a:r>
            <a:r>
              <a:rPr b="1" lang="en" sz="1500">
                <a:solidFill>
                  <a:schemeClr val="dk1"/>
                </a:solidFill>
                <a:latin typeface="Courier New"/>
                <a:ea typeface="Courier New"/>
                <a:cs typeface="Courier New"/>
                <a:sym typeface="Courier New"/>
              </a:rPr>
              <a:t>#define GPIOAEN	(1U&lt;&lt;</a:t>
            </a:r>
            <a:r>
              <a:rPr b="1" lang="en" sz="1500">
                <a:solidFill>
                  <a:srgbClr val="2A00FF"/>
                </a:solidFill>
                <a:latin typeface="Courier New"/>
                <a:ea typeface="Courier New"/>
                <a:cs typeface="Courier New"/>
                <a:sym typeface="Courier New"/>
              </a:rPr>
              <a:t>0</a:t>
            </a:r>
            <a:r>
              <a:rPr b="1" lang="en" sz="1500">
                <a:solidFill>
                  <a:schemeClr val="dk1"/>
                </a:solidFill>
                <a:latin typeface="Courier New"/>
                <a:ea typeface="Courier New"/>
                <a:cs typeface="Courier New"/>
                <a:sym typeface="Courier New"/>
              </a:rPr>
              <a:t>)</a:t>
            </a:r>
            <a:br>
              <a:rPr b="1" lang="en" sz="1500">
                <a:solidFill>
                  <a:schemeClr val="dk1"/>
                </a:solidFill>
                <a:latin typeface="Courier New"/>
                <a:ea typeface="Courier New"/>
                <a:cs typeface="Courier New"/>
                <a:sym typeface="Courier New"/>
              </a:rPr>
            </a:br>
            <a:r>
              <a:rPr b="1" lang="en" sz="1500">
                <a:solidFill>
                  <a:schemeClr val="dk1"/>
                </a:solidFill>
                <a:latin typeface="Courier New"/>
                <a:ea typeface="Courier New"/>
                <a:cs typeface="Courier New"/>
                <a:sym typeface="Courier New"/>
              </a:rPr>
              <a:t>                   RCC-&gt;IOPENR |= GPIOAEN;</a:t>
            </a:r>
            <a:endParaRPr b="1" sz="1800">
              <a:solidFill>
                <a:schemeClr val="dk1"/>
              </a:solidFill>
            </a:endParaRPr>
          </a:p>
          <a:p>
            <a:pPr indent="0" lvl="0" marL="457200" rtl="0" algn="l">
              <a:spcBef>
                <a:spcPts val="1600"/>
              </a:spcBef>
              <a:spcAft>
                <a:spcPts val="0"/>
              </a:spcAft>
              <a:buNone/>
            </a:pPr>
            <a:r>
              <a:rPr lang="en" sz="1800">
                <a:solidFill>
                  <a:srgbClr val="38761D"/>
                </a:solidFill>
              </a:rPr>
              <a:t>we can simply write: </a:t>
            </a:r>
            <a:r>
              <a:rPr b="1" lang="en" sz="1500">
                <a:solidFill>
                  <a:schemeClr val="dk1"/>
                </a:solidFill>
                <a:latin typeface="Courier New"/>
                <a:ea typeface="Courier New"/>
                <a:cs typeface="Courier New"/>
                <a:sym typeface="Courier New"/>
              </a:rPr>
              <a:t>RCC-&gt;</a:t>
            </a:r>
            <a:r>
              <a:rPr b="1" lang="en" sz="1500">
                <a:solidFill>
                  <a:schemeClr val="dk1"/>
                </a:solidFill>
                <a:latin typeface="Courier New"/>
                <a:ea typeface="Courier New"/>
                <a:cs typeface="Courier New"/>
                <a:sym typeface="Courier New"/>
              </a:rPr>
              <a:t>IOPENR</a:t>
            </a:r>
            <a:r>
              <a:rPr b="1" lang="en" sz="1500">
                <a:solidFill>
                  <a:schemeClr val="dk1"/>
                </a:solidFill>
                <a:latin typeface="Courier New"/>
                <a:ea typeface="Courier New"/>
                <a:cs typeface="Courier New"/>
                <a:sym typeface="Courier New"/>
              </a:rPr>
              <a:t> |= </a:t>
            </a:r>
            <a:r>
              <a:rPr b="1" lang="en" sz="1500">
                <a:solidFill>
                  <a:srgbClr val="2A00FF"/>
                </a:solidFill>
                <a:latin typeface="Courier New"/>
                <a:ea typeface="Courier New"/>
                <a:cs typeface="Courier New"/>
                <a:sym typeface="Courier New"/>
              </a:rPr>
              <a:t>RCC_IOPENR_GPIOAEN;</a:t>
            </a:r>
            <a:endParaRPr b="1" sz="1500">
              <a:solidFill>
                <a:srgbClr val="2A00FF"/>
              </a:solidFill>
              <a:latin typeface="Courier New"/>
              <a:ea typeface="Courier New"/>
              <a:cs typeface="Courier New"/>
              <a:sym typeface="Courier New"/>
            </a:endParaRPr>
          </a:p>
          <a:p>
            <a:pPr indent="0" lvl="0" marL="0" rtl="0" algn="l">
              <a:spcBef>
                <a:spcPts val="0"/>
              </a:spcBef>
              <a:spcAft>
                <a:spcPts val="0"/>
              </a:spcAft>
              <a:buNone/>
            </a:pPr>
            <a:r>
              <a:t/>
            </a:r>
            <a:endParaRPr sz="1500">
              <a:solidFill>
                <a:srgbClr val="38761D"/>
              </a:solidFill>
              <a:latin typeface="Courier New"/>
              <a:ea typeface="Courier New"/>
              <a:cs typeface="Courier New"/>
              <a:sym typeface="Courier New"/>
            </a:endParaRPr>
          </a:p>
          <a:p>
            <a:pPr indent="-342900" lvl="0" marL="457200" rtl="0" algn="l">
              <a:spcBef>
                <a:spcPts val="0"/>
              </a:spcBef>
              <a:spcAft>
                <a:spcPts val="0"/>
              </a:spcAft>
              <a:buClr>
                <a:srgbClr val="38761D"/>
              </a:buClr>
              <a:buSzPts val="1800"/>
              <a:buChar char="●"/>
            </a:pPr>
            <a:r>
              <a:rPr lang="en" sz="1800">
                <a:solidFill>
                  <a:srgbClr val="38761D"/>
                </a:solidFill>
              </a:rPr>
              <a:t>How do you know the correct name to use?  </a:t>
            </a:r>
            <a:endParaRPr sz="1800">
              <a:solidFill>
                <a:srgbClr val="38761D"/>
              </a:solidFill>
            </a:endParaRPr>
          </a:p>
          <a:p>
            <a:pPr indent="0" lvl="0" marL="457200" rtl="0" algn="l">
              <a:spcBef>
                <a:spcPts val="0"/>
              </a:spcBef>
              <a:spcAft>
                <a:spcPts val="0"/>
              </a:spcAft>
              <a:buNone/>
            </a:pPr>
            <a:r>
              <a:rPr lang="en" sz="1800">
                <a:solidFill>
                  <a:srgbClr val="38761D"/>
                </a:solidFill>
              </a:rPr>
              <a:t>Rule of thumb: </a:t>
            </a:r>
            <a:r>
              <a:rPr b="1" lang="en" sz="1800">
                <a:solidFill>
                  <a:srgbClr val="2A00FF"/>
                </a:solidFill>
                <a:latin typeface="Courier New"/>
                <a:ea typeface="Courier New"/>
                <a:cs typeface="Courier New"/>
                <a:sym typeface="Courier New"/>
              </a:rPr>
              <a:t>REGISTERNAME_BITNAME</a:t>
            </a:r>
            <a:endParaRPr b="1" sz="1800">
              <a:solidFill>
                <a:srgbClr val="2A00FF"/>
              </a:solidFill>
              <a:latin typeface="Courier New"/>
              <a:ea typeface="Courier New"/>
              <a:cs typeface="Courier New"/>
              <a:sym typeface="Courier New"/>
            </a:endParaRPr>
          </a:p>
          <a:p>
            <a:pPr indent="0" lvl="0" marL="0" rtl="0" algn="l">
              <a:spcBef>
                <a:spcPts val="0"/>
              </a:spcBef>
              <a:spcAft>
                <a:spcPts val="0"/>
              </a:spcAft>
              <a:buNone/>
            </a:pPr>
            <a:r>
              <a:t/>
            </a:r>
            <a:endParaRPr sz="1800">
              <a:solidFill>
                <a:srgbClr val="595959"/>
              </a:solidFill>
            </a:endParaRPr>
          </a:p>
        </p:txBody>
      </p:sp>
      <p:pic>
        <p:nvPicPr>
          <p:cNvPr id="863" name="Google Shape;863;p101"/>
          <p:cNvPicPr preferRelativeResize="0"/>
          <p:nvPr/>
        </p:nvPicPr>
        <p:blipFill>
          <a:blip r:embed="rId3">
            <a:alphaModFix/>
          </a:blip>
          <a:stretch>
            <a:fillRect/>
          </a:stretch>
        </p:blipFill>
        <p:spPr>
          <a:xfrm>
            <a:off x="1352225" y="2062027"/>
            <a:ext cx="7598199" cy="2611875"/>
          </a:xfrm>
          <a:prstGeom prst="rect">
            <a:avLst/>
          </a:prstGeom>
          <a:noFill/>
          <a:ln cap="flat" cmpd="sng" w="28575">
            <a:solidFill>
              <a:srgbClr val="2A00FF"/>
            </a:solidFill>
            <a:prstDash val="solid"/>
            <a:round/>
            <a:headEnd len="sm" w="sm" type="none"/>
            <a:tailEnd len="sm" w="sm" type="none"/>
          </a:ln>
        </p:spPr>
      </p:pic>
      <p:sp>
        <p:nvSpPr>
          <p:cNvPr id="864" name="Google Shape;864;p101"/>
          <p:cNvSpPr/>
          <p:nvPr/>
        </p:nvSpPr>
        <p:spPr>
          <a:xfrm>
            <a:off x="5516825" y="2060175"/>
            <a:ext cx="1424100" cy="373200"/>
          </a:xfrm>
          <a:prstGeom prst="rect">
            <a:avLst/>
          </a:prstGeom>
          <a:noFill/>
          <a:ln cap="flat" cmpd="sng" w="28575">
            <a:solidFill>
              <a:srgbClr val="2A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865" name="Google Shape;865;p101"/>
          <p:cNvSpPr/>
          <p:nvPr/>
        </p:nvSpPr>
        <p:spPr>
          <a:xfrm>
            <a:off x="8310100" y="3954725"/>
            <a:ext cx="522300" cy="373200"/>
          </a:xfrm>
          <a:prstGeom prst="rect">
            <a:avLst/>
          </a:prstGeom>
          <a:noFill/>
          <a:ln cap="flat" cmpd="sng" w="28575">
            <a:solidFill>
              <a:srgbClr val="2A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xEl>
                                              <p:pRg end="8" st="8"/>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02"/>
          <p:cNvSpPr txBox="1"/>
          <p:nvPr>
            <p:ph type="title"/>
          </p:nvPr>
        </p:nvSpPr>
        <p:spPr>
          <a:xfrm>
            <a:off x="311700" y="282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Setting Alternate Function Mode 1 for PA2 and PA3</a:t>
            </a:r>
            <a:endParaRPr sz="2700"/>
          </a:p>
        </p:txBody>
      </p:sp>
      <p:sp>
        <p:nvSpPr>
          <p:cNvPr id="871" name="Google Shape;871;p102"/>
          <p:cNvSpPr txBox="1"/>
          <p:nvPr/>
        </p:nvSpPr>
        <p:spPr>
          <a:xfrm>
            <a:off x="311700" y="1045900"/>
            <a:ext cx="8260800" cy="2447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Step 1: </a:t>
            </a:r>
            <a:r>
              <a:rPr lang="en" sz="1800">
                <a:solidFill>
                  <a:schemeClr val="dk2"/>
                </a:solidFill>
              </a:rPr>
              <a:t>Enable clock access for GPIOA </a:t>
            </a:r>
            <a:br>
              <a:rPr lang="en" sz="1800">
                <a:solidFill>
                  <a:schemeClr val="dk2"/>
                </a:solidFill>
              </a:rPr>
            </a:br>
            <a:r>
              <a:rPr b="1" lang="en" sz="1500">
                <a:solidFill>
                  <a:schemeClr val="dk1"/>
                </a:solidFill>
                <a:latin typeface="Courier New"/>
                <a:ea typeface="Courier New"/>
                <a:cs typeface="Courier New"/>
                <a:sym typeface="Courier New"/>
              </a:rPr>
              <a:t>RCC-&gt;IOPENR |= </a:t>
            </a:r>
            <a:r>
              <a:rPr b="1" lang="en" sz="1500">
                <a:solidFill>
                  <a:schemeClr val="dk1"/>
                </a:solidFill>
                <a:latin typeface="Courier New"/>
                <a:ea typeface="Courier New"/>
                <a:cs typeface="Courier New"/>
                <a:sym typeface="Courier New"/>
              </a:rPr>
              <a:t>RCC_IOPENR_GPIOAEN</a:t>
            </a:r>
            <a:r>
              <a:rPr b="1" lang="en"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Step 2: Set port mode register GPIOA_MODER for PA2 and PA3 to </a:t>
            </a:r>
            <a:r>
              <a:rPr b="1" lang="en" sz="1800">
                <a:solidFill>
                  <a:srgbClr val="2A00FF"/>
                </a:solidFill>
              </a:rPr>
              <a:t>Alternate Function</a:t>
            </a:r>
            <a:r>
              <a:rPr lang="en" sz="1800">
                <a:solidFill>
                  <a:schemeClr val="dk2"/>
                </a:solidFill>
              </a:rPr>
              <a:t>. </a:t>
            </a:r>
            <a:br>
              <a:rPr lang="en" sz="1800">
                <a:solidFill>
                  <a:srgbClr val="0000FF"/>
                </a:solidFill>
              </a:rPr>
            </a:br>
            <a:r>
              <a:rPr b="1" lang="en" sz="1500">
                <a:solidFill>
                  <a:srgbClr val="0000FF"/>
                </a:solidFill>
                <a:latin typeface="Courier New"/>
                <a:ea typeface="Courier New"/>
                <a:cs typeface="Courier New"/>
                <a:sym typeface="Courier New"/>
              </a:rPr>
              <a:t>GPIOA-&gt;MODER &amp;= ~</a:t>
            </a:r>
            <a:r>
              <a:rPr b="1" lang="en" sz="1500">
                <a:solidFill>
                  <a:srgbClr val="0000FF"/>
                </a:solidFill>
                <a:latin typeface="Courier New"/>
                <a:ea typeface="Courier New"/>
                <a:cs typeface="Courier New"/>
                <a:sym typeface="Courier New"/>
              </a:rPr>
              <a:t>GPIO_MODER_MODE2_Msk</a:t>
            </a:r>
            <a:r>
              <a:rPr b="1" lang="en" sz="1500">
                <a:solidFill>
                  <a:srgbClr val="0000FF"/>
                </a:solidFill>
                <a:latin typeface="Courier New"/>
                <a:ea typeface="Courier New"/>
                <a:cs typeface="Courier New"/>
                <a:sym typeface="Courier New"/>
              </a:rPr>
              <a:t>; 						//PA2</a:t>
            </a:r>
            <a:br>
              <a:rPr b="1" lang="en" sz="1500">
                <a:solidFill>
                  <a:srgbClr val="0000FF"/>
                </a:solidFill>
                <a:latin typeface="Courier New"/>
                <a:ea typeface="Courier New"/>
                <a:cs typeface="Courier New"/>
                <a:sym typeface="Courier New"/>
              </a:rPr>
            </a:br>
            <a:r>
              <a:rPr b="1" lang="en" sz="1500">
                <a:solidFill>
                  <a:srgbClr val="0000FF"/>
                </a:solidFill>
                <a:latin typeface="Courier New"/>
                <a:ea typeface="Courier New"/>
                <a:cs typeface="Courier New"/>
                <a:sym typeface="Courier New"/>
              </a:rPr>
              <a:t>GPIOA-&gt;MODER |= </a:t>
            </a:r>
            <a:r>
              <a:rPr b="1" lang="en" sz="1500">
                <a:solidFill>
                  <a:srgbClr val="0000FF"/>
                </a:solidFill>
                <a:latin typeface="Courier New"/>
                <a:ea typeface="Courier New"/>
                <a:cs typeface="Courier New"/>
                <a:sym typeface="Courier New"/>
              </a:rPr>
              <a:t>(GPIO_ALTERNATE &lt;&lt; GPIO_MODER_MODE2_Pos)</a:t>
            </a:r>
            <a:r>
              <a:rPr b="1" lang="en" sz="1500">
                <a:solidFill>
                  <a:srgbClr val="0000FF"/>
                </a:solidFill>
                <a:latin typeface="Courier New"/>
                <a:ea typeface="Courier New"/>
                <a:cs typeface="Courier New"/>
                <a:sym typeface="Courier New"/>
              </a:rPr>
              <a:t>;  	//PA2</a:t>
            </a:r>
            <a:endParaRPr b="1" sz="1500">
              <a:solidFill>
                <a:srgbClr val="0000FF"/>
              </a:solidFill>
              <a:latin typeface="Courier New"/>
              <a:ea typeface="Courier New"/>
              <a:cs typeface="Courier New"/>
              <a:sym typeface="Courier New"/>
            </a:endParaRPr>
          </a:p>
          <a:p>
            <a:pPr indent="0" lvl="0" marL="457200" rtl="0" algn="l">
              <a:spcBef>
                <a:spcPts val="0"/>
              </a:spcBef>
              <a:spcAft>
                <a:spcPts val="0"/>
              </a:spcAft>
              <a:buNone/>
            </a:pPr>
            <a:r>
              <a:rPr b="1" lang="en" sz="1500">
                <a:solidFill>
                  <a:srgbClr val="0000FF"/>
                </a:solidFill>
                <a:latin typeface="Courier New"/>
                <a:ea typeface="Courier New"/>
                <a:cs typeface="Courier New"/>
                <a:sym typeface="Courier New"/>
              </a:rPr>
              <a:t>GPIOA-&gt;MODER &amp;= ~</a:t>
            </a:r>
            <a:r>
              <a:rPr b="1" lang="en" sz="1500">
                <a:solidFill>
                  <a:srgbClr val="0000FF"/>
                </a:solidFill>
                <a:latin typeface="Courier New"/>
                <a:ea typeface="Courier New"/>
                <a:cs typeface="Courier New"/>
                <a:sym typeface="Courier New"/>
              </a:rPr>
              <a:t>GPIO_MODER_MODE3_Msk</a:t>
            </a:r>
            <a:r>
              <a:rPr b="1" lang="en" sz="1500">
                <a:solidFill>
                  <a:srgbClr val="0000FF"/>
                </a:solidFill>
                <a:latin typeface="Courier New"/>
                <a:ea typeface="Courier New"/>
                <a:cs typeface="Courier New"/>
                <a:sym typeface="Courier New"/>
              </a:rPr>
              <a:t>; 						//PA3</a:t>
            </a:r>
            <a:endParaRPr b="1" sz="1500">
              <a:solidFill>
                <a:srgbClr val="0000FF"/>
              </a:solidFill>
              <a:latin typeface="Courier New"/>
              <a:ea typeface="Courier New"/>
              <a:cs typeface="Courier New"/>
              <a:sym typeface="Courier New"/>
            </a:endParaRPr>
          </a:p>
          <a:p>
            <a:pPr indent="0" lvl="0" marL="457200" rtl="0" algn="l">
              <a:spcBef>
                <a:spcPts val="0"/>
              </a:spcBef>
              <a:spcAft>
                <a:spcPts val="0"/>
              </a:spcAft>
              <a:buNone/>
            </a:pPr>
            <a:r>
              <a:rPr b="1" lang="en" sz="1500">
                <a:solidFill>
                  <a:srgbClr val="0000FF"/>
                </a:solidFill>
                <a:latin typeface="Courier New"/>
                <a:ea typeface="Courier New"/>
                <a:cs typeface="Courier New"/>
                <a:sym typeface="Courier New"/>
              </a:rPr>
              <a:t>GPIOA-&gt;MODER |= </a:t>
            </a:r>
            <a:r>
              <a:rPr b="1" lang="en" sz="1500">
                <a:solidFill>
                  <a:srgbClr val="0000FF"/>
                </a:solidFill>
                <a:latin typeface="Courier New"/>
                <a:ea typeface="Courier New"/>
                <a:cs typeface="Courier New"/>
                <a:sym typeface="Courier New"/>
              </a:rPr>
              <a:t>(GPIO_ALTERNATE &lt;&lt; GPIO_MODER_MODE3_Pos)</a:t>
            </a:r>
            <a:r>
              <a:rPr b="1" lang="en" sz="1500">
                <a:solidFill>
                  <a:srgbClr val="0000FF"/>
                </a:solidFill>
                <a:latin typeface="Courier New"/>
                <a:ea typeface="Courier New"/>
                <a:cs typeface="Courier New"/>
                <a:sym typeface="Courier New"/>
              </a:rPr>
              <a:t>;  	//PA3</a:t>
            </a:r>
            <a:endParaRPr sz="1500">
              <a:solidFill>
                <a:schemeClr val="dk2"/>
              </a:solidFill>
              <a:latin typeface="Courier New"/>
              <a:ea typeface="Courier New"/>
              <a:cs typeface="Courier New"/>
              <a:sym typeface="Courier New"/>
            </a:endParaRPr>
          </a:p>
        </p:txBody>
      </p:sp>
      <p:pic>
        <p:nvPicPr>
          <p:cNvPr id="872" name="Google Shape;872;p102"/>
          <p:cNvPicPr preferRelativeResize="0"/>
          <p:nvPr/>
        </p:nvPicPr>
        <p:blipFill rotWithShape="1">
          <a:blip r:embed="rId3">
            <a:alphaModFix/>
          </a:blip>
          <a:srcRect b="0" l="12353" r="29813" t="71832"/>
          <a:stretch/>
        </p:blipFill>
        <p:spPr>
          <a:xfrm>
            <a:off x="2556625" y="3894181"/>
            <a:ext cx="4554824" cy="1310699"/>
          </a:xfrm>
          <a:prstGeom prst="rect">
            <a:avLst/>
          </a:prstGeom>
          <a:noFill/>
          <a:ln cap="flat" cmpd="sng" w="28575">
            <a:solidFill>
              <a:srgbClr val="2A00FF"/>
            </a:solidFill>
            <a:prstDash val="solid"/>
            <a:round/>
            <a:headEnd len="sm" w="sm" type="none"/>
            <a:tailEnd len="sm" w="sm" type="none"/>
          </a:ln>
        </p:spPr>
      </p:pic>
      <p:sp>
        <p:nvSpPr>
          <p:cNvPr id="873" name="Google Shape;873;p102"/>
          <p:cNvSpPr/>
          <p:nvPr/>
        </p:nvSpPr>
        <p:spPr>
          <a:xfrm>
            <a:off x="3295625" y="4774102"/>
            <a:ext cx="1600500" cy="219900"/>
          </a:xfrm>
          <a:prstGeom prst="rect">
            <a:avLst/>
          </a:prstGeom>
          <a:noFill/>
          <a:ln cap="flat" cmpd="sng" w="28575">
            <a:solidFill>
              <a:srgbClr val="2A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03"/>
          <p:cNvSpPr txBox="1"/>
          <p:nvPr>
            <p:ph type="title"/>
          </p:nvPr>
        </p:nvSpPr>
        <p:spPr>
          <a:xfrm>
            <a:off x="311700" y="282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Setting Alternate Function Mode 1 for PA2 and PA3</a:t>
            </a:r>
            <a:endParaRPr sz="2700"/>
          </a:p>
        </p:txBody>
      </p:sp>
      <p:sp>
        <p:nvSpPr>
          <p:cNvPr id="879" name="Google Shape;879;p103"/>
          <p:cNvSpPr txBox="1"/>
          <p:nvPr/>
        </p:nvSpPr>
        <p:spPr>
          <a:xfrm>
            <a:off x="311700" y="1045900"/>
            <a:ext cx="8427300" cy="4340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Step 1: </a:t>
            </a:r>
            <a:r>
              <a:rPr lang="en" sz="1800">
                <a:solidFill>
                  <a:schemeClr val="dk2"/>
                </a:solidFill>
              </a:rPr>
              <a:t>Enable clock access for GPIOA </a:t>
            </a:r>
            <a:br>
              <a:rPr lang="en" sz="1800">
                <a:solidFill>
                  <a:schemeClr val="dk2"/>
                </a:solidFill>
              </a:rPr>
            </a:br>
            <a:r>
              <a:rPr b="1" lang="en" sz="1500">
                <a:solidFill>
                  <a:schemeClr val="dk1"/>
                </a:solidFill>
                <a:latin typeface="Courier New"/>
                <a:ea typeface="Courier New"/>
                <a:cs typeface="Courier New"/>
                <a:sym typeface="Courier New"/>
              </a:rPr>
              <a:t>RCC-&gt;IOPENR |= RCC_IOPENR_GPIOAEN;</a:t>
            </a:r>
            <a:endParaRPr b="1" sz="1500">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Step 2: Set port mode register GPIOA_MODER for PA2 and PA3 to </a:t>
            </a:r>
            <a:r>
              <a:rPr b="1" lang="en" sz="1800">
                <a:solidFill>
                  <a:srgbClr val="2A00FF"/>
                </a:solidFill>
              </a:rPr>
              <a:t>Alternate Function</a:t>
            </a:r>
            <a:r>
              <a:rPr lang="en" sz="1800">
                <a:solidFill>
                  <a:schemeClr val="dk2"/>
                </a:solidFill>
              </a:rPr>
              <a:t>. </a:t>
            </a:r>
            <a:br>
              <a:rPr lang="en" sz="1800">
                <a:solidFill>
                  <a:srgbClr val="0000FF"/>
                </a:solidFill>
              </a:rPr>
            </a:br>
            <a:r>
              <a:rPr b="1" lang="en" sz="1500">
                <a:solidFill>
                  <a:srgbClr val="0000FF"/>
                </a:solidFill>
                <a:latin typeface="Courier New"/>
                <a:ea typeface="Courier New"/>
                <a:cs typeface="Courier New"/>
                <a:sym typeface="Courier New"/>
              </a:rPr>
              <a:t>GPIOA-&gt;MODER &amp;= ~GPIO_MODER_MODE2_Msk; 						//PA2</a:t>
            </a:r>
            <a:br>
              <a:rPr b="1" lang="en" sz="1500">
                <a:solidFill>
                  <a:srgbClr val="0000FF"/>
                </a:solidFill>
                <a:latin typeface="Courier New"/>
                <a:ea typeface="Courier New"/>
                <a:cs typeface="Courier New"/>
                <a:sym typeface="Courier New"/>
              </a:rPr>
            </a:br>
            <a:r>
              <a:rPr b="1" lang="en" sz="1500">
                <a:solidFill>
                  <a:srgbClr val="0000FF"/>
                </a:solidFill>
                <a:latin typeface="Courier New"/>
                <a:ea typeface="Courier New"/>
                <a:cs typeface="Courier New"/>
                <a:sym typeface="Courier New"/>
              </a:rPr>
              <a:t>GPIOA-&gt;MODER |= (GPIO_ALTERNATE &lt;&lt; GPIO_MODER_MODE2_Pos);  	//PA2</a:t>
            </a:r>
            <a:endParaRPr b="1" sz="1500">
              <a:solidFill>
                <a:srgbClr val="0000FF"/>
              </a:solidFill>
              <a:latin typeface="Courier New"/>
              <a:ea typeface="Courier New"/>
              <a:cs typeface="Courier New"/>
              <a:sym typeface="Courier New"/>
            </a:endParaRPr>
          </a:p>
          <a:p>
            <a:pPr indent="0" lvl="0" marL="457200" rtl="0" algn="l">
              <a:spcBef>
                <a:spcPts val="0"/>
              </a:spcBef>
              <a:spcAft>
                <a:spcPts val="0"/>
              </a:spcAft>
              <a:buNone/>
            </a:pPr>
            <a:r>
              <a:rPr b="1" lang="en" sz="1500">
                <a:solidFill>
                  <a:srgbClr val="0000FF"/>
                </a:solidFill>
                <a:latin typeface="Courier New"/>
                <a:ea typeface="Courier New"/>
                <a:cs typeface="Courier New"/>
                <a:sym typeface="Courier New"/>
              </a:rPr>
              <a:t>GPIOA-&gt;MODER &amp;= ~GPIO_MODER_MODE3_Msk; 						//PA3</a:t>
            </a:r>
            <a:endParaRPr b="1" sz="1500">
              <a:solidFill>
                <a:srgbClr val="0000FF"/>
              </a:solidFill>
              <a:latin typeface="Courier New"/>
              <a:ea typeface="Courier New"/>
              <a:cs typeface="Courier New"/>
              <a:sym typeface="Courier New"/>
            </a:endParaRPr>
          </a:p>
          <a:p>
            <a:pPr indent="0" lvl="0" marL="457200" rtl="0" algn="l">
              <a:spcBef>
                <a:spcPts val="0"/>
              </a:spcBef>
              <a:spcAft>
                <a:spcPts val="0"/>
              </a:spcAft>
              <a:buNone/>
            </a:pPr>
            <a:r>
              <a:rPr b="1" lang="en" sz="1500">
                <a:solidFill>
                  <a:srgbClr val="0000FF"/>
                </a:solidFill>
                <a:latin typeface="Courier New"/>
                <a:ea typeface="Courier New"/>
                <a:cs typeface="Courier New"/>
                <a:sym typeface="Courier New"/>
              </a:rPr>
              <a:t>GPIOA-&gt;MODER |= (GPIO_ALTERNATE &lt;&lt; GPIO_MODER_MODE3_Pos);  	//PA3</a:t>
            </a:r>
            <a:br>
              <a:rPr lang="en" sz="1500">
                <a:solidFill>
                  <a:schemeClr val="dk2"/>
                </a:solidFill>
                <a:latin typeface="Courier New"/>
                <a:ea typeface="Courier New"/>
                <a:cs typeface="Courier New"/>
                <a:sym typeface="Courier New"/>
              </a:rPr>
            </a:br>
            <a:endParaRPr sz="1500">
              <a:solidFill>
                <a:schemeClr val="dk2"/>
              </a:solidFill>
              <a:latin typeface="Courier New"/>
              <a:ea typeface="Courier New"/>
              <a:cs typeface="Courier New"/>
              <a:sym typeface="Courier New"/>
            </a:endParaRPr>
          </a:p>
          <a:p>
            <a:pPr indent="-342900" lvl="0" marL="457200" rtl="0" algn="l">
              <a:spcBef>
                <a:spcPts val="0"/>
              </a:spcBef>
              <a:spcAft>
                <a:spcPts val="0"/>
              </a:spcAft>
              <a:buClr>
                <a:schemeClr val="dk2"/>
              </a:buClr>
              <a:buSzPts val="1800"/>
              <a:buChar char="●"/>
            </a:pPr>
            <a:r>
              <a:rPr lang="en" sz="1800">
                <a:solidFill>
                  <a:schemeClr val="dk2"/>
                </a:solidFill>
              </a:rPr>
              <a:t>Step 3: </a:t>
            </a:r>
            <a:r>
              <a:rPr lang="en" sz="1800">
                <a:solidFill>
                  <a:schemeClr val="dk2"/>
                </a:solidFill>
              </a:rPr>
              <a:t>Set Alternate Function Register GPIOA_AFR for </a:t>
            </a:r>
            <a:br>
              <a:rPr lang="en" sz="1800">
                <a:solidFill>
                  <a:schemeClr val="dk2"/>
                </a:solidFill>
              </a:rPr>
            </a:br>
            <a:r>
              <a:rPr lang="en" sz="1800">
                <a:solidFill>
                  <a:schemeClr val="dk2"/>
                </a:solidFill>
              </a:rPr>
              <a:t>PA2 and PA3 to </a:t>
            </a:r>
            <a:r>
              <a:rPr b="1" lang="en" sz="1800">
                <a:solidFill>
                  <a:srgbClr val="3F7F59"/>
                </a:solidFill>
              </a:rPr>
              <a:t>AF1</a:t>
            </a:r>
            <a:r>
              <a:rPr lang="en" sz="1800">
                <a:solidFill>
                  <a:schemeClr val="dk2"/>
                </a:solidFill>
              </a:rPr>
              <a:t>. Since each pin uses four bits </a:t>
            </a:r>
            <a:br>
              <a:rPr lang="en" sz="1800">
                <a:solidFill>
                  <a:schemeClr val="dk2"/>
                </a:solidFill>
              </a:rPr>
            </a:br>
            <a:r>
              <a:rPr lang="en" sz="1800">
                <a:solidFill>
                  <a:schemeClr val="dk2"/>
                </a:solidFill>
              </a:rPr>
              <a:t>here, there are actually two registers: </a:t>
            </a:r>
            <a:br>
              <a:rPr lang="en" sz="1800">
                <a:solidFill>
                  <a:schemeClr val="dk2"/>
                </a:solidFill>
              </a:rPr>
            </a:br>
            <a:r>
              <a:rPr lang="en" sz="1800">
                <a:solidFill>
                  <a:schemeClr val="dk2"/>
                </a:solidFill>
              </a:rPr>
              <a:t>GPIOA_AFRL for pins 0-7 and GPIOA_AFRH </a:t>
            </a:r>
            <a:br>
              <a:rPr lang="en" sz="1800">
                <a:solidFill>
                  <a:schemeClr val="dk2"/>
                </a:solidFill>
              </a:rPr>
            </a:br>
            <a:r>
              <a:rPr lang="en" sz="1800">
                <a:solidFill>
                  <a:schemeClr val="dk2"/>
                </a:solidFill>
              </a:rPr>
              <a:t>for pins 8-15. The first register is accessed via </a:t>
            </a:r>
            <a:br>
              <a:rPr lang="en" sz="1800">
                <a:solidFill>
                  <a:schemeClr val="dk2"/>
                </a:solidFill>
              </a:rPr>
            </a:br>
            <a:r>
              <a:rPr lang="en" sz="1800">
                <a:solidFill>
                  <a:schemeClr val="dk2"/>
                </a:solidFill>
              </a:rPr>
              <a:t>GPIOA-&gt;AFR[0], the second one via GPIOA-&gt;AFR[1]. </a:t>
            </a:r>
            <a:endParaRPr sz="1500">
              <a:solidFill>
                <a:schemeClr val="dk2"/>
              </a:solidFill>
              <a:latin typeface="Courier New"/>
              <a:ea typeface="Courier New"/>
              <a:cs typeface="Courier New"/>
              <a:sym typeface="Courier New"/>
            </a:endParaRPr>
          </a:p>
        </p:txBody>
      </p:sp>
      <p:sp>
        <p:nvSpPr>
          <p:cNvPr id="880" name="Google Shape;880;p103"/>
          <p:cNvSpPr txBox="1"/>
          <p:nvPr/>
        </p:nvSpPr>
        <p:spPr>
          <a:xfrm>
            <a:off x="777899" y="5386600"/>
            <a:ext cx="7588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500">
                <a:solidFill>
                  <a:srgbClr val="3F7F59"/>
                </a:solidFill>
                <a:latin typeface="Courier New"/>
                <a:ea typeface="Courier New"/>
                <a:cs typeface="Courier New"/>
                <a:sym typeface="Courier New"/>
              </a:rPr>
              <a:t>GPIOA-&gt;AFR[0] &amp;= ~GPIO_AFRL_AFSEL2_Msk;					//PA2</a:t>
            </a:r>
            <a:endParaRPr b="1" sz="1500">
              <a:solidFill>
                <a:srgbClr val="3F7F59"/>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500">
                <a:solidFill>
                  <a:srgbClr val="3F7F59"/>
                </a:solidFill>
                <a:latin typeface="Courier New"/>
                <a:ea typeface="Courier New"/>
                <a:cs typeface="Courier New"/>
                <a:sym typeface="Courier New"/>
              </a:rPr>
              <a:t>GPIOA-&gt;AFR[0] |= GPIO_AF1 &lt;&lt; GPIO_AFRL_AFSEL2_Pos);		//PA2</a:t>
            </a:r>
            <a:endParaRPr b="1" sz="1500">
              <a:solidFill>
                <a:srgbClr val="3F7F59"/>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500">
                <a:solidFill>
                  <a:srgbClr val="3F7F59"/>
                </a:solidFill>
                <a:latin typeface="Courier New"/>
                <a:ea typeface="Courier New"/>
                <a:cs typeface="Courier New"/>
                <a:sym typeface="Courier New"/>
              </a:rPr>
              <a:t>GPIOA-&gt;AFR[0] &amp;= ~GPIO_AFRL_AFSEL3_Msk;					//PA3</a:t>
            </a:r>
            <a:endParaRPr b="1" sz="1500">
              <a:solidFill>
                <a:srgbClr val="3F7F59"/>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500">
                <a:solidFill>
                  <a:srgbClr val="3F7F59"/>
                </a:solidFill>
                <a:latin typeface="Courier New"/>
                <a:ea typeface="Courier New"/>
                <a:cs typeface="Courier New"/>
                <a:sym typeface="Courier New"/>
              </a:rPr>
              <a:t>GPIOA-&gt;AFR[0] |= GPIO_AF1 &lt;&lt; GPIO_AFRL_AFSEL3_Pos);		//PA3</a:t>
            </a:r>
            <a:endParaRPr b="1" sz="1500">
              <a:solidFill>
                <a:srgbClr val="3F7F59"/>
              </a:solidFill>
              <a:latin typeface="Courier New"/>
              <a:ea typeface="Courier New"/>
              <a:cs typeface="Courier New"/>
              <a:sym typeface="Courier New"/>
            </a:endParaRPr>
          </a:p>
        </p:txBody>
      </p:sp>
      <p:pic>
        <p:nvPicPr>
          <p:cNvPr id="881" name="Google Shape;881;p103"/>
          <p:cNvPicPr preferRelativeResize="0"/>
          <p:nvPr/>
        </p:nvPicPr>
        <p:blipFill rotWithShape="1">
          <a:blip r:embed="rId3">
            <a:alphaModFix/>
          </a:blip>
          <a:srcRect b="19420" l="1567" r="71138" t="16511"/>
          <a:stretch/>
        </p:blipFill>
        <p:spPr>
          <a:xfrm>
            <a:off x="6725625" y="3841547"/>
            <a:ext cx="2210951" cy="1310700"/>
          </a:xfrm>
          <a:prstGeom prst="rect">
            <a:avLst/>
          </a:prstGeom>
          <a:noFill/>
          <a:ln cap="flat" cmpd="sng" w="28575">
            <a:solidFill>
              <a:srgbClr val="38761D"/>
            </a:solidFill>
            <a:prstDash val="solid"/>
            <a:round/>
            <a:headEnd len="sm" w="sm" type="none"/>
            <a:tailEnd len="sm" w="sm" type="none"/>
          </a:ln>
        </p:spPr>
      </p:pic>
      <p:sp>
        <p:nvSpPr>
          <p:cNvPr id="882" name="Google Shape;882;p103"/>
          <p:cNvSpPr/>
          <p:nvPr/>
        </p:nvSpPr>
        <p:spPr>
          <a:xfrm>
            <a:off x="8327575" y="3695922"/>
            <a:ext cx="357600" cy="330900"/>
          </a:xfrm>
          <a:prstGeom prst="ellipse">
            <a:avLst/>
          </a:prstGeom>
          <a:noFill/>
          <a:ln cap="flat" cmpd="sng" w="28575">
            <a:solidFill>
              <a:srgbClr val="CD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3" name="Google Shape;883;p103"/>
          <p:cNvSpPr/>
          <p:nvPr/>
        </p:nvSpPr>
        <p:spPr>
          <a:xfrm>
            <a:off x="8036300" y="4596197"/>
            <a:ext cx="900300" cy="555900"/>
          </a:xfrm>
          <a:prstGeom prst="rect">
            <a:avLst/>
          </a:prstGeom>
          <a:noFill/>
          <a:ln cap="flat" cmpd="sng" w="28575">
            <a:solidFill>
              <a:srgbClr val="CD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04"/>
          <p:cNvSpPr txBox="1"/>
          <p:nvPr>
            <p:ph idx="4294967295" type="title"/>
          </p:nvPr>
        </p:nvSpPr>
        <p:spPr>
          <a:xfrm>
            <a:off x="343650" y="1611575"/>
            <a:ext cx="8456700" cy="78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sz="3600"/>
              <a:t>Setting up the communication essentials</a:t>
            </a:r>
            <a:endParaRPr sz="3600"/>
          </a:p>
        </p:txBody>
      </p:sp>
      <p:sp>
        <p:nvSpPr>
          <p:cNvPr id="889" name="Google Shape;889;p104"/>
          <p:cNvSpPr txBox="1"/>
          <p:nvPr/>
        </p:nvSpPr>
        <p:spPr>
          <a:xfrm>
            <a:off x="589950" y="3553425"/>
            <a:ext cx="79641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Turn on the clock for the UART you are using</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Set Baud rate (we'll use 9600)</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Set Data bits, parity, start bits, stop bits (we'll go with the defaults)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Turn on the UART</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pic>
        <p:nvPicPr>
          <p:cNvPr id="894" name="Google Shape;894;p105"/>
          <p:cNvPicPr preferRelativeResize="0"/>
          <p:nvPr/>
        </p:nvPicPr>
        <p:blipFill rotWithShape="1">
          <a:blip r:embed="rId3">
            <a:alphaModFix/>
          </a:blip>
          <a:srcRect b="4178" l="5270" r="3713" t="0"/>
          <a:stretch/>
        </p:blipFill>
        <p:spPr>
          <a:xfrm>
            <a:off x="1480850" y="867425"/>
            <a:ext cx="6566674" cy="5711400"/>
          </a:xfrm>
          <a:prstGeom prst="rect">
            <a:avLst/>
          </a:prstGeom>
          <a:noFill/>
          <a:ln>
            <a:noFill/>
          </a:ln>
        </p:spPr>
      </p:pic>
      <p:sp>
        <p:nvSpPr>
          <p:cNvPr id="895" name="Google Shape;895;p105"/>
          <p:cNvSpPr txBox="1"/>
          <p:nvPr>
            <p:ph idx="1" type="body"/>
          </p:nvPr>
        </p:nvSpPr>
        <p:spPr>
          <a:xfrm>
            <a:off x="184500" y="181525"/>
            <a:ext cx="8775000" cy="5715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0000"/>
                </a:solidFill>
              </a:rPr>
              <a:t>USART hardware in the STM32C0</a:t>
            </a:r>
            <a:endParaRPr sz="2800">
              <a:solidFill>
                <a:srgbClr val="000000"/>
              </a:solidFill>
            </a:endParaRPr>
          </a:p>
        </p:txBody>
      </p:sp>
      <p:sp>
        <p:nvSpPr>
          <p:cNvPr id="896" name="Google Shape;896;p105"/>
          <p:cNvSpPr txBox="1"/>
          <p:nvPr/>
        </p:nvSpPr>
        <p:spPr>
          <a:xfrm>
            <a:off x="7288650" y="1414400"/>
            <a:ext cx="1670700" cy="11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CC0000"/>
                </a:solidFill>
              </a:rPr>
              <a:t>TX shift register</a:t>
            </a:r>
            <a:endParaRPr i="1" u="sng">
              <a:solidFill>
                <a:srgbClr val="CC0000"/>
              </a:solidFill>
            </a:endParaRPr>
          </a:p>
          <a:p>
            <a:pPr indent="0" lvl="0" marL="0" rtl="0" algn="l">
              <a:spcBef>
                <a:spcPts val="0"/>
              </a:spcBef>
              <a:spcAft>
                <a:spcPts val="0"/>
              </a:spcAft>
              <a:buNone/>
            </a:pPr>
            <a:r>
              <a:rPr i="1" lang="en">
                <a:solidFill>
                  <a:srgbClr val="CC0000"/>
                </a:solidFill>
              </a:rPr>
              <a:t>Takes in 8 bits in at once (parallel)</a:t>
            </a:r>
            <a:endParaRPr i="1">
              <a:solidFill>
                <a:srgbClr val="CC0000"/>
              </a:solidFill>
            </a:endParaRPr>
          </a:p>
          <a:p>
            <a:pPr indent="0" lvl="0" marL="0" rtl="0" algn="l">
              <a:spcBef>
                <a:spcPts val="0"/>
              </a:spcBef>
              <a:spcAft>
                <a:spcPts val="0"/>
              </a:spcAft>
              <a:buNone/>
            </a:pPr>
            <a:r>
              <a:rPr i="1" lang="en">
                <a:solidFill>
                  <a:srgbClr val="CC0000"/>
                </a:solidFill>
              </a:rPr>
              <a:t>Sends bits out one at a time (serial)</a:t>
            </a:r>
            <a:endParaRPr i="1">
              <a:solidFill>
                <a:srgbClr val="CC0000"/>
              </a:solidFill>
            </a:endParaRPr>
          </a:p>
        </p:txBody>
      </p:sp>
      <p:sp>
        <p:nvSpPr>
          <p:cNvPr id="897" name="Google Shape;897;p105"/>
          <p:cNvSpPr txBox="1"/>
          <p:nvPr/>
        </p:nvSpPr>
        <p:spPr>
          <a:xfrm>
            <a:off x="7301725" y="5317325"/>
            <a:ext cx="1842300" cy="12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CC0000"/>
                </a:solidFill>
              </a:rPr>
              <a:t>RX shift register</a:t>
            </a:r>
            <a:endParaRPr i="1" u="sng">
              <a:solidFill>
                <a:srgbClr val="CC0000"/>
              </a:solidFill>
            </a:endParaRPr>
          </a:p>
          <a:p>
            <a:pPr indent="0" lvl="0" marL="0" rtl="0" algn="l">
              <a:spcBef>
                <a:spcPts val="0"/>
              </a:spcBef>
              <a:spcAft>
                <a:spcPts val="0"/>
              </a:spcAft>
              <a:buNone/>
            </a:pPr>
            <a:r>
              <a:rPr i="1" lang="en">
                <a:solidFill>
                  <a:srgbClr val="CC0000"/>
                </a:solidFill>
              </a:rPr>
              <a:t>Takes bits in one at a time (serial)</a:t>
            </a:r>
            <a:endParaRPr i="1">
              <a:solidFill>
                <a:srgbClr val="CC0000"/>
              </a:solidFill>
            </a:endParaRPr>
          </a:p>
          <a:p>
            <a:pPr indent="0" lvl="0" marL="0" rtl="0" algn="l">
              <a:spcBef>
                <a:spcPts val="0"/>
              </a:spcBef>
              <a:spcAft>
                <a:spcPts val="0"/>
              </a:spcAft>
              <a:buNone/>
            </a:pPr>
            <a:r>
              <a:rPr i="1" lang="en">
                <a:solidFill>
                  <a:srgbClr val="CC0000"/>
                </a:solidFill>
              </a:rPr>
              <a:t>Sends 8 bits out at once (parallel)</a:t>
            </a:r>
            <a:endParaRPr i="1">
              <a:solidFill>
                <a:srgbClr val="CC0000"/>
              </a:solidFill>
            </a:endParaRPr>
          </a:p>
        </p:txBody>
      </p:sp>
      <p:sp>
        <p:nvSpPr>
          <p:cNvPr id="898" name="Google Shape;898;p105"/>
          <p:cNvSpPr/>
          <p:nvPr/>
        </p:nvSpPr>
        <p:spPr>
          <a:xfrm>
            <a:off x="7113750" y="3904825"/>
            <a:ext cx="484800" cy="11028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05"/>
          <p:cNvSpPr txBox="1"/>
          <p:nvPr/>
        </p:nvSpPr>
        <p:spPr>
          <a:xfrm>
            <a:off x="7501325" y="4275175"/>
            <a:ext cx="596700" cy="36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CC0000"/>
                </a:solidFill>
              </a:rPr>
              <a:t>pins</a:t>
            </a:r>
            <a:endParaRPr i="1">
              <a:solidFill>
                <a:srgbClr val="CC0000"/>
              </a:solidFill>
            </a:endParaRPr>
          </a:p>
        </p:txBody>
      </p:sp>
      <p:sp>
        <p:nvSpPr>
          <p:cNvPr id="900" name="Google Shape;900;p105"/>
          <p:cNvSpPr/>
          <p:nvPr/>
        </p:nvSpPr>
        <p:spPr>
          <a:xfrm>
            <a:off x="2928225" y="2939125"/>
            <a:ext cx="947100" cy="1102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05"/>
          <p:cNvSpPr txBox="1"/>
          <p:nvPr/>
        </p:nvSpPr>
        <p:spPr>
          <a:xfrm>
            <a:off x="174375" y="5605375"/>
            <a:ext cx="1335300" cy="11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0000FF"/>
                </a:solidFill>
              </a:rPr>
              <a:t>USART baud rate register</a:t>
            </a:r>
            <a:endParaRPr i="1" u="sng">
              <a:solidFill>
                <a:srgbClr val="0000FF"/>
              </a:solidFill>
            </a:endParaRPr>
          </a:p>
          <a:p>
            <a:pPr indent="0" lvl="0" marL="0" rtl="0" algn="l">
              <a:spcBef>
                <a:spcPts val="0"/>
              </a:spcBef>
              <a:spcAft>
                <a:spcPts val="0"/>
              </a:spcAft>
              <a:buNone/>
            </a:pPr>
            <a:r>
              <a:rPr i="1" lang="en">
                <a:solidFill>
                  <a:srgbClr val="0000FF"/>
                </a:solidFill>
              </a:rPr>
              <a:t>Set baud rate</a:t>
            </a:r>
            <a:endParaRPr i="1">
              <a:solidFill>
                <a:srgbClr val="0000FF"/>
              </a:solidFill>
            </a:endParaRPr>
          </a:p>
        </p:txBody>
      </p:sp>
      <p:sp>
        <p:nvSpPr>
          <p:cNvPr id="902" name="Google Shape;902;p105"/>
          <p:cNvSpPr txBox="1"/>
          <p:nvPr/>
        </p:nvSpPr>
        <p:spPr>
          <a:xfrm>
            <a:off x="174375" y="3873475"/>
            <a:ext cx="1670700" cy="7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CC0000"/>
                </a:solidFill>
              </a:rPr>
              <a:t>TX data register</a:t>
            </a:r>
            <a:endParaRPr i="1" u="sng">
              <a:solidFill>
                <a:srgbClr val="CC0000"/>
              </a:solidFill>
            </a:endParaRPr>
          </a:p>
          <a:p>
            <a:pPr indent="0" lvl="0" marL="0" rtl="0" algn="l">
              <a:spcBef>
                <a:spcPts val="0"/>
              </a:spcBef>
              <a:spcAft>
                <a:spcPts val="0"/>
              </a:spcAft>
              <a:buNone/>
            </a:pPr>
            <a:r>
              <a:rPr i="1" lang="en">
                <a:solidFill>
                  <a:srgbClr val="CC0000"/>
                </a:solidFill>
              </a:rPr>
              <a:t>Write a byte to this register to send</a:t>
            </a:r>
            <a:endParaRPr i="1">
              <a:solidFill>
                <a:srgbClr val="CC0000"/>
              </a:solidFill>
            </a:endParaRPr>
          </a:p>
        </p:txBody>
      </p:sp>
      <p:sp>
        <p:nvSpPr>
          <p:cNvPr id="903" name="Google Shape;903;p105"/>
          <p:cNvSpPr txBox="1"/>
          <p:nvPr/>
        </p:nvSpPr>
        <p:spPr>
          <a:xfrm>
            <a:off x="174375" y="4739425"/>
            <a:ext cx="1670700" cy="7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CC0000"/>
                </a:solidFill>
              </a:rPr>
              <a:t>RX data register</a:t>
            </a:r>
            <a:endParaRPr i="1" u="sng">
              <a:solidFill>
                <a:srgbClr val="CC0000"/>
              </a:solidFill>
            </a:endParaRPr>
          </a:p>
          <a:p>
            <a:pPr indent="0" lvl="0" marL="0" rtl="0" algn="l">
              <a:spcBef>
                <a:spcPts val="0"/>
              </a:spcBef>
              <a:spcAft>
                <a:spcPts val="0"/>
              </a:spcAft>
              <a:buNone/>
            </a:pPr>
            <a:r>
              <a:rPr i="1" lang="en">
                <a:solidFill>
                  <a:srgbClr val="CC0000"/>
                </a:solidFill>
              </a:rPr>
              <a:t>Retrieve a received byte here</a:t>
            </a:r>
            <a:endParaRPr i="1">
              <a:solidFill>
                <a:srgbClr val="CC0000"/>
              </a:solidFill>
            </a:endParaRPr>
          </a:p>
        </p:txBody>
      </p:sp>
      <p:sp>
        <p:nvSpPr>
          <p:cNvPr id="904" name="Google Shape;904;p105"/>
          <p:cNvSpPr/>
          <p:nvPr/>
        </p:nvSpPr>
        <p:spPr>
          <a:xfrm>
            <a:off x="2928225" y="4155175"/>
            <a:ext cx="947100" cy="2109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05"/>
          <p:cNvSpPr/>
          <p:nvPr/>
        </p:nvSpPr>
        <p:spPr>
          <a:xfrm>
            <a:off x="5456100" y="3934525"/>
            <a:ext cx="916500" cy="1812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05"/>
          <p:cNvSpPr/>
          <p:nvPr/>
        </p:nvSpPr>
        <p:spPr>
          <a:xfrm>
            <a:off x="5440800" y="4708774"/>
            <a:ext cx="931800" cy="1812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05"/>
          <p:cNvSpPr/>
          <p:nvPr/>
        </p:nvSpPr>
        <p:spPr>
          <a:xfrm>
            <a:off x="2928225" y="4933225"/>
            <a:ext cx="947100" cy="210900"/>
          </a:xfrm>
          <a:prstGeom prst="rect">
            <a:avLst/>
          </a:prstGeom>
          <a:no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05"/>
          <p:cNvSpPr/>
          <p:nvPr/>
        </p:nvSpPr>
        <p:spPr>
          <a:xfrm>
            <a:off x="2928225" y="5684275"/>
            <a:ext cx="947100" cy="2109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05"/>
          <p:cNvSpPr txBox="1"/>
          <p:nvPr/>
        </p:nvSpPr>
        <p:spPr>
          <a:xfrm>
            <a:off x="245200" y="1208375"/>
            <a:ext cx="2051400" cy="10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0000FF"/>
                </a:solidFill>
              </a:rPr>
              <a:t>USART control/status registers</a:t>
            </a:r>
            <a:endParaRPr i="1" u="sng">
              <a:solidFill>
                <a:srgbClr val="0000FF"/>
              </a:solidFill>
            </a:endParaRPr>
          </a:p>
          <a:p>
            <a:pPr indent="0" lvl="0" marL="0" rtl="0" algn="l">
              <a:spcBef>
                <a:spcPts val="0"/>
              </a:spcBef>
              <a:spcAft>
                <a:spcPts val="0"/>
              </a:spcAft>
              <a:buNone/>
            </a:pPr>
            <a:r>
              <a:rPr i="1" lang="en">
                <a:solidFill>
                  <a:srgbClr val="0000FF"/>
                </a:solidFill>
              </a:rPr>
              <a:t>Set operating modes, read status flags</a:t>
            </a:r>
            <a:endParaRPr i="1">
              <a:solidFill>
                <a:srgbClr val="0000FF"/>
              </a:solidFill>
            </a:endParaRPr>
          </a:p>
        </p:txBody>
      </p:sp>
      <p:sp>
        <p:nvSpPr>
          <p:cNvPr id="910" name="Google Shape;910;p105"/>
          <p:cNvSpPr/>
          <p:nvPr/>
        </p:nvSpPr>
        <p:spPr>
          <a:xfrm>
            <a:off x="1767625" y="3605975"/>
            <a:ext cx="405000" cy="13272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05"/>
          <p:cNvSpPr txBox="1"/>
          <p:nvPr/>
        </p:nvSpPr>
        <p:spPr>
          <a:xfrm>
            <a:off x="245200" y="2596103"/>
            <a:ext cx="2051400" cy="13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u="sng">
                <a:solidFill>
                  <a:srgbClr val="38761D"/>
                </a:solidFill>
              </a:rPr>
              <a:t>APB bus</a:t>
            </a:r>
            <a:endParaRPr i="1" u="sng">
              <a:solidFill>
                <a:srgbClr val="38761D"/>
              </a:solidFill>
            </a:endParaRPr>
          </a:p>
          <a:p>
            <a:pPr indent="0" lvl="0" marL="0" rtl="0" algn="l">
              <a:spcBef>
                <a:spcPts val="0"/>
              </a:spcBef>
              <a:spcAft>
                <a:spcPts val="0"/>
              </a:spcAft>
              <a:buNone/>
            </a:pPr>
            <a:r>
              <a:rPr i="1" lang="en">
                <a:solidFill>
                  <a:srgbClr val="38761D"/>
                </a:solidFill>
              </a:rPr>
              <a:t>Date is sent to the USART module via the APB (advanced peripheral bus)</a:t>
            </a:r>
            <a:endParaRPr i="1">
              <a:solidFill>
                <a:srgbClr val="38761D"/>
              </a:solidFill>
            </a:endParaRPr>
          </a:p>
        </p:txBody>
      </p:sp>
      <p:sp>
        <p:nvSpPr>
          <p:cNvPr id="912" name="Google Shape;912;p105"/>
          <p:cNvSpPr/>
          <p:nvPr/>
        </p:nvSpPr>
        <p:spPr>
          <a:xfrm>
            <a:off x="7103550" y="2783500"/>
            <a:ext cx="405000" cy="3174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05"/>
          <p:cNvSpPr txBox="1"/>
          <p:nvPr/>
        </p:nvSpPr>
        <p:spPr>
          <a:xfrm>
            <a:off x="7841300" y="2868000"/>
            <a:ext cx="17514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Not used in asynchronous mode</a:t>
            </a:r>
            <a:endParaRPr>
              <a:solidFill>
                <a:srgbClr val="9900FF"/>
              </a:solidFill>
            </a:endParaRPr>
          </a:p>
        </p:txBody>
      </p:sp>
      <p:sp>
        <p:nvSpPr>
          <p:cNvPr id="914" name="Google Shape;914;p105"/>
          <p:cNvSpPr txBox="1"/>
          <p:nvPr/>
        </p:nvSpPr>
        <p:spPr>
          <a:xfrm>
            <a:off x="7508550" y="2652538"/>
            <a:ext cx="1605600" cy="4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9900FF"/>
                </a:solidFill>
              </a:rPr>
              <a:t>Clock Generator</a:t>
            </a:r>
            <a:endParaRPr b="1">
              <a:solidFill>
                <a:srgbClr val="9900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06"/>
          <p:cNvSpPr txBox="1"/>
          <p:nvPr>
            <p:ph type="title"/>
          </p:nvPr>
        </p:nvSpPr>
        <p:spPr>
          <a:xfrm>
            <a:off x="311700" y="3991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Scavenger Hunt</a:t>
            </a:r>
            <a:endParaRPr/>
          </a:p>
        </p:txBody>
      </p:sp>
      <p:sp>
        <p:nvSpPr>
          <p:cNvPr id="920" name="Google Shape;920;p106"/>
          <p:cNvSpPr txBox="1"/>
          <p:nvPr>
            <p:ph idx="1" type="body"/>
          </p:nvPr>
        </p:nvSpPr>
        <p:spPr>
          <a:xfrm>
            <a:off x="311700" y="1087531"/>
            <a:ext cx="8520600" cy="11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Reference manual, find the section that describes the USART registers. Find Control Register 1 and determine which bits need to be set to what values to achieve:</a:t>
            </a:r>
            <a:endParaRPr/>
          </a:p>
          <a:p>
            <a:pPr indent="0" lvl="0" marL="0" rtl="0" algn="l">
              <a:spcBef>
                <a:spcPts val="1600"/>
              </a:spcBef>
              <a:spcAft>
                <a:spcPts val="1600"/>
              </a:spcAft>
              <a:buNone/>
            </a:pPr>
            <a:r>
              <a:t/>
            </a:r>
            <a:endParaRPr/>
          </a:p>
        </p:txBody>
      </p:sp>
      <p:graphicFrame>
        <p:nvGraphicFramePr>
          <p:cNvPr id="921" name="Google Shape;921;p106"/>
          <p:cNvGraphicFramePr/>
          <p:nvPr/>
        </p:nvGraphicFramePr>
        <p:xfrm>
          <a:off x="879675" y="2383100"/>
          <a:ext cx="3000000" cy="3000000"/>
        </p:xfrm>
        <a:graphic>
          <a:graphicData uri="http://schemas.openxmlformats.org/drawingml/2006/table">
            <a:tbl>
              <a:tblPr>
                <a:noFill/>
                <a:tableStyleId>{AE405E08-EC01-44EE-92DF-2D28D43843B5}</a:tableStyleId>
              </a:tblPr>
              <a:tblGrid>
                <a:gridCol w="2048975"/>
                <a:gridCol w="1481700"/>
                <a:gridCol w="1942950"/>
                <a:gridCol w="1765350"/>
              </a:tblGrid>
              <a:tr h="381000">
                <a:tc>
                  <a:txBody>
                    <a:bodyPr/>
                    <a:lstStyle/>
                    <a:p>
                      <a:pPr indent="0" lvl="0" marL="0" rtl="0" algn="l">
                        <a:spcBef>
                          <a:spcPts val="0"/>
                        </a:spcBef>
                        <a:spcAft>
                          <a:spcPts val="0"/>
                        </a:spcAft>
                        <a:buNone/>
                      </a:pPr>
                      <a:r>
                        <a:rPr lang="en"/>
                        <a:t>Function</a:t>
                      </a:r>
                      <a:endParaRPr/>
                    </a:p>
                  </a:txBody>
                  <a:tcPr marT="91425" marB="91425" marR="91425" marL="91425"/>
                </a:tc>
                <a:tc>
                  <a:txBody>
                    <a:bodyPr/>
                    <a:lstStyle/>
                    <a:p>
                      <a:pPr indent="0" lvl="0" marL="0" rtl="0" algn="l">
                        <a:spcBef>
                          <a:spcPts val="0"/>
                        </a:spcBef>
                        <a:spcAft>
                          <a:spcPts val="0"/>
                        </a:spcAft>
                        <a:buNone/>
                      </a:pPr>
                      <a:r>
                        <a:rPr lang="en"/>
                        <a:t>Bit</a:t>
                      </a:r>
                      <a:endParaRPr/>
                    </a:p>
                  </a:txBody>
                  <a:tcPr marT="91425" marB="91425" marR="91425" marL="91425"/>
                </a:tc>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Value</a:t>
                      </a:r>
                      <a:endParaRPr/>
                    </a:p>
                  </a:txBody>
                  <a:tcPr marT="91425" marB="91425" marR="91425" marL="91425"/>
                </a:tc>
              </a:tr>
              <a:tr h="408350">
                <a:tc>
                  <a:txBody>
                    <a:bodyPr/>
                    <a:lstStyle/>
                    <a:p>
                      <a:pPr indent="0" lvl="0" marL="0" rtl="0" algn="l">
                        <a:spcBef>
                          <a:spcPts val="0"/>
                        </a:spcBef>
                        <a:spcAft>
                          <a:spcPts val="0"/>
                        </a:spcAft>
                        <a:buNone/>
                      </a:pPr>
                      <a:r>
                        <a:rPr lang="en">
                          <a:solidFill>
                            <a:schemeClr val="dk1"/>
                          </a:solidFill>
                        </a:rPr>
                        <a:t>Oversampling by 16</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1 start bit, 8 data bits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Enable transmitter</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Enable receiver</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
                        <a:t>Enable USART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922" name="Google Shape;922;p106"/>
          <p:cNvSpPr txBox="1"/>
          <p:nvPr>
            <p:ph idx="1" type="body"/>
          </p:nvPr>
        </p:nvSpPr>
        <p:spPr>
          <a:xfrm>
            <a:off x="311700" y="5099831"/>
            <a:ext cx="8520600" cy="11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IF you are done early, can you figure out which register turns on the clock for devices on the APB bus? </a:t>
            </a:r>
            <a:endParaRPr>
              <a:solidFill>
                <a:srgbClr val="0000FF"/>
              </a:solidFill>
            </a:endParaRPr>
          </a:p>
          <a:p>
            <a:pPr indent="0" lvl="0" marL="0" rtl="0" algn="l">
              <a:spcBef>
                <a:spcPts val="1600"/>
              </a:spcBef>
              <a:spcAft>
                <a:spcPts val="0"/>
              </a:spcAft>
              <a:buNone/>
            </a:pPr>
            <a:r>
              <a:rPr lang="en">
                <a:solidFill>
                  <a:srgbClr val="0000FF"/>
                </a:solidFill>
              </a:rPr>
              <a:t>Which bit in that register turns on the clock for USART2? </a:t>
            </a:r>
            <a:endParaRPr>
              <a:solidFill>
                <a:srgbClr val="0000FF"/>
              </a:solidFill>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6" name="Shape 926"/>
        <p:cNvGrpSpPr/>
        <p:nvPr/>
      </p:nvGrpSpPr>
      <p:grpSpPr>
        <a:xfrm>
          <a:off x="0" y="0"/>
          <a:ext cx="0" cy="0"/>
          <a:chOff x="0" y="0"/>
          <a:chExt cx="0" cy="0"/>
        </a:xfrm>
      </p:grpSpPr>
      <p:sp>
        <p:nvSpPr>
          <p:cNvPr id="927" name="Google Shape;927;p107"/>
          <p:cNvSpPr txBox="1"/>
          <p:nvPr>
            <p:ph type="title"/>
          </p:nvPr>
        </p:nvSpPr>
        <p:spPr>
          <a:xfrm>
            <a:off x="311700" y="3991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Scavenger Hunt</a:t>
            </a:r>
            <a:endParaRPr/>
          </a:p>
        </p:txBody>
      </p:sp>
      <p:sp>
        <p:nvSpPr>
          <p:cNvPr id="928" name="Google Shape;928;p107"/>
          <p:cNvSpPr txBox="1"/>
          <p:nvPr>
            <p:ph idx="1" type="body"/>
          </p:nvPr>
        </p:nvSpPr>
        <p:spPr>
          <a:xfrm>
            <a:off x="311700" y="1087531"/>
            <a:ext cx="8520600" cy="11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Reference manual, find the section that describes the  USART registers. Find Control Register 1 and determine which bits need to be set to what values to achieve:</a:t>
            </a:r>
            <a:endParaRPr/>
          </a:p>
          <a:p>
            <a:pPr indent="0" lvl="0" marL="0" rtl="0" algn="l">
              <a:spcBef>
                <a:spcPts val="1600"/>
              </a:spcBef>
              <a:spcAft>
                <a:spcPts val="1600"/>
              </a:spcAft>
              <a:buNone/>
            </a:pPr>
            <a:r>
              <a:t/>
            </a:r>
            <a:endParaRPr/>
          </a:p>
        </p:txBody>
      </p:sp>
      <p:graphicFrame>
        <p:nvGraphicFramePr>
          <p:cNvPr id="929" name="Google Shape;929;p107"/>
          <p:cNvGraphicFramePr/>
          <p:nvPr/>
        </p:nvGraphicFramePr>
        <p:xfrm>
          <a:off x="879675" y="2383100"/>
          <a:ext cx="3000000" cy="3000000"/>
        </p:xfrm>
        <a:graphic>
          <a:graphicData uri="http://schemas.openxmlformats.org/drawingml/2006/table">
            <a:tbl>
              <a:tblPr>
                <a:noFill/>
                <a:tableStyleId>{AE405E08-EC01-44EE-92DF-2D28D43843B5}</a:tableStyleId>
              </a:tblPr>
              <a:tblGrid>
                <a:gridCol w="2048975"/>
                <a:gridCol w="1481700"/>
                <a:gridCol w="1942950"/>
                <a:gridCol w="1765350"/>
              </a:tblGrid>
              <a:tr h="381000">
                <a:tc>
                  <a:txBody>
                    <a:bodyPr/>
                    <a:lstStyle/>
                    <a:p>
                      <a:pPr indent="0" lvl="0" marL="0" rtl="0" algn="l">
                        <a:spcBef>
                          <a:spcPts val="0"/>
                        </a:spcBef>
                        <a:spcAft>
                          <a:spcPts val="0"/>
                        </a:spcAft>
                        <a:buNone/>
                      </a:pPr>
                      <a:r>
                        <a:rPr lang="en"/>
                        <a:t>Function</a:t>
                      </a:r>
                      <a:endParaRPr/>
                    </a:p>
                  </a:txBody>
                  <a:tcPr marT="91425" marB="91425" marR="91425" marL="91425"/>
                </a:tc>
                <a:tc>
                  <a:txBody>
                    <a:bodyPr/>
                    <a:lstStyle/>
                    <a:p>
                      <a:pPr indent="0" lvl="0" marL="0" rtl="0" algn="l">
                        <a:spcBef>
                          <a:spcPts val="0"/>
                        </a:spcBef>
                        <a:spcAft>
                          <a:spcPts val="0"/>
                        </a:spcAft>
                        <a:buNone/>
                      </a:pPr>
                      <a:r>
                        <a:rPr lang="en"/>
                        <a:t>Bit</a:t>
                      </a:r>
                      <a:endParaRPr/>
                    </a:p>
                  </a:txBody>
                  <a:tcPr marT="91425" marB="91425" marR="91425" marL="91425"/>
                </a:tc>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Value</a:t>
                      </a:r>
                      <a:endParaRPr/>
                    </a:p>
                  </a:txBody>
                  <a:tcPr marT="91425" marB="91425" marR="91425" marL="91425"/>
                </a:tc>
              </a:tr>
              <a:tr h="408350">
                <a:tc>
                  <a:txBody>
                    <a:bodyPr/>
                    <a:lstStyle/>
                    <a:p>
                      <a:pPr indent="0" lvl="0" marL="0" rtl="0" algn="l">
                        <a:spcBef>
                          <a:spcPts val="0"/>
                        </a:spcBef>
                        <a:spcAft>
                          <a:spcPts val="0"/>
                        </a:spcAft>
                        <a:buClr>
                          <a:schemeClr val="dk1"/>
                        </a:buClr>
                        <a:buSzPts val="1100"/>
                        <a:buFont typeface="Arial"/>
                        <a:buNone/>
                      </a:pPr>
                      <a:r>
                        <a:rPr lang="en">
                          <a:solidFill>
                            <a:schemeClr val="dk1"/>
                          </a:solidFill>
                        </a:rPr>
                        <a:t>Oversampling by 16</a:t>
                      </a:r>
                      <a:endParaRPr/>
                    </a:p>
                  </a:txBody>
                  <a:tcPr marT="91425" marB="91425" marR="91425" marL="91425"/>
                </a:tc>
                <a:tc>
                  <a:txBody>
                    <a:bodyPr/>
                    <a:lstStyle/>
                    <a:p>
                      <a:pPr indent="0" lvl="0" marL="0" rtl="0" algn="l">
                        <a:spcBef>
                          <a:spcPts val="0"/>
                        </a:spcBef>
                        <a:spcAft>
                          <a:spcPts val="0"/>
                        </a:spcAft>
                        <a:buNone/>
                      </a:pPr>
                      <a:r>
                        <a:rPr lang="en"/>
                        <a:t>15</a:t>
                      </a:r>
                      <a:endParaRPr/>
                    </a:p>
                  </a:txBody>
                  <a:tcPr marT="91425" marB="91425" marR="91425" marL="91425"/>
                </a:tc>
                <a:tc>
                  <a:txBody>
                    <a:bodyPr/>
                    <a:lstStyle/>
                    <a:p>
                      <a:pPr indent="0" lvl="0" marL="0" rtl="0" algn="l">
                        <a:spcBef>
                          <a:spcPts val="0"/>
                        </a:spcBef>
                        <a:spcAft>
                          <a:spcPts val="0"/>
                        </a:spcAft>
                        <a:buNone/>
                      </a:pPr>
                      <a:r>
                        <a:rPr lang="en"/>
                        <a:t>OVER8</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81000">
                <a:tc>
                  <a:txBody>
                    <a:bodyPr/>
                    <a:lstStyle/>
                    <a:p>
                      <a:pPr indent="0" lvl="0" marL="0" rtl="0" algn="l">
                        <a:spcBef>
                          <a:spcPts val="0"/>
                        </a:spcBef>
                        <a:spcAft>
                          <a:spcPts val="0"/>
                        </a:spcAft>
                        <a:buNone/>
                      </a:pPr>
                      <a:r>
                        <a:rPr lang="en"/>
                        <a:t>1 start bit, 8 data bits</a:t>
                      </a:r>
                      <a:endParaRPr/>
                    </a:p>
                  </a:txBody>
                  <a:tcPr marT="91425" marB="91425" marR="91425" marL="91425"/>
                </a:tc>
                <a:tc>
                  <a:txBody>
                    <a:bodyPr/>
                    <a:lstStyle/>
                    <a:p>
                      <a:pPr indent="0" lvl="0" marL="0" rtl="0" algn="l">
                        <a:spcBef>
                          <a:spcPts val="0"/>
                        </a:spcBef>
                        <a:spcAft>
                          <a:spcPts val="0"/>
                        </a:spcAft>
                        <a:buNone/>
                      </a:pPr>
                      <a:r>
                        <a:rPr lang="en"/>
                        <a:t>12, 28</a:t>
                      </a:r>
                      <a:endParaRPr/>
                    </a:p>
                  </a:txBody>
                  <a:tcPr marT="91425" marB="91425" marR="91425" marL="91425"/>
                </a:tc>
                <a:tc>
                  <a:txBody>
                    <a:bodyPr/>
                    <a:lstStyle/>
                    <a:p>
                      <a:pPr indent="0" lvl="0" marL="0" rtl="0" algn="l">
                        <a:spcBef>
                          <a:spcPts val="0"/>
                        </a:spcBef>
                        <a:spcAft>
                          <a:spcPts val="0"/>
                        </a:spcAft>
                        <a:buNone/>
                      </a:pPr>
                      <a:r>
                        <a:rPr lang="en"/>
                        <a:t>M1, M0</a:t>
                      </a:r>
                      <a:endParaRPr/>
                    </a:p>
                  </a:txBody>
                  <a:tcPr marT="91425" marB="91425" marR="91425" marL="91425"/>
                </a:tc>
                <a:tc>
                  <a:txBody>
                    <a:bodyPr/>
                    <a:lstStyle/>
                    <a:p>
                      <a:pPr indent="0" lvl="0" marL="0" rtl="0" algn="l">
                        <a:spcBef>
                          <a:spcPts val="0"/>
                        </a:spcBef>
                        <a:spcAft>
                          <a:spcPts val="0"/>
                        </a:spcAft>
                        <a:buNone/>
                      </a:pPr>
                      <a:r>
                        <a:rPr lang="en"/>
                        <a:t>00</a:t>
                      </a:r>
                      <a:endParaRPr/>
                    </a:p>
                  </a:txBody>
                  <a:tcPr marT="91425" marB="91425" marR="91425" marL="91425"/>
                </a:tc>
              </a:tr>
              <a:tr h="381000">
                <a:tc>
                  <a:txBody>
                    <a:bodyPr/>
                    <a:lstStyle/>
                    <a:p>
                      <a:pPr indent="0" lvl="0" marL="0" rtl="0" algn="l">
                        <a:spcBef>
                          <a:spcPts val="0"/>
                        </a:spcBef>
                        <a:spcAft>
                          <a:spcPts val="0"/>
                        </a:spcAft>
                        <a:buNone/>
                      </a:pPr>
                      <a:r>
                        <a:rPr lang="en"/>
                        <a:t>Enable transmitter</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Enable receiver</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RE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Enable USART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UE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bl>
          </a:graphicData>
        </a:graphic>
      </p:graphicFrame>
      <p:sp>
        <p:nvSpPr>
          <p:cNvPr id="930" name="Google Shape;930;p107"/>
          <p:cNvSpPr txBox="1"/>
          <p:nvPr>
            <p:ph idx="1" type="body"/>
          </p:nvPr>
        </p:nvSpPr>
        <p:spPr>
          <a:xfrm>
            <a:off x="311700" y="5099831"/>
            <a:ext cx="8520600" cy="117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IF you are done early, can you </a:t>
            </a:r>
            <a:r>
              <a:rPr lang="en">
                <a:solidFill>
                  <a:srgbClr val="0000FF"/>
                </a:solidFill>
              </a:rPr>
              <a:t>figure</a:t>
            </a:r>
            <a:r>
              <a:rPr lang="en">
                <a:solidFill>
                  <a:srgbClr val="0000FF"/>
                </a:solidFill>
              </a:rPr>
              <a:t> out which register turns on the clock for devices on the APB bus? RCC_APBENR1</a:t>
            </a:r>
            <a:endParaRPr>
              <a:solidFill>
                <a:srgbClr val="0000FF"/>
              </a:solidFill>
            </a:endParaRPr>
          </a:p>
          <a:p>
            <a:pPr indent="0" lvl="0" marL="0" rtl="0" algn="l">
              <a:spcBef>
                <a:spcPts val="1600"/>
              </a:spcBef>
              <a:spcAft>
                <a:spcPts val="0"/>
              </a:spcAft>
              <a:buNone/>
            </a:pPr>
            <a:r>
              <a:rPr lang="en">
                <a:solidFill>
                  <a:srgbClr val="0000FF"/>
                </a:solidFill>
              </a:rPr>
              <a:t>Which bit in that register turns on the clock for USART2? Bit 17 (USART2EN)</a:t>
            </a:r>
            <a:endParaRPr>
              <a:solidFill>
                <a:srgbClr val="0000FF"/>
              </a:solidFill>
            </a:endParaRPr>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08"/>
          <p:cNvSpPr txBox="1"/>
          <p:nvPr>
            <p:ph type="title"/>
          </p:nvPr>
        </p:nvSpPr>
        <p:spPr>
          <a:xfrm>
            <a:off x="311700" y="2082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Enable Clock Access to USART</a:t>
            </a:r>
            <a:endParaRPr/>
          </a:p>
        </p:txBody>
      </p:sp>
      <p:sp>
        <p:nvSpPr>
          <p:cNvPr id="936" name="Google Shape;936;p108"/>
          <p:cNvSpPr txBox="1"/>
          <p:nvPr>
            <p:ph idx="1" type="body"/>
          </p:nvPr>
        </p:nvSpPr>
        <p:spPr>
          <a:xfrm>
            <a:off x="311700" y="971725"/>
            <a:ext cx="3954300" cy="27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doing anything else we need to enable clock access to the USART module. </a:t>
            </a:r>
            <a:endParaRPr/>
          </a:p>
          <a:p>
            <a:pPr indent="0" lvl="0" marL="0" rtl="0" algn="l">
              <a:spcBef>
                <a:spcPts val="1600"/>
              </a:spcBef>
              <a:spcAft>
                <a:spcPts val="0"/>
              </a:spcAft>
              <a:buNone/>
            </a:pPr>
            <a:r>
              <a:rPr lang="en"/>
              <a:t>The USART module is on the APB bus.</a:t>
            </a:r>
            <a:endParaRPr/>
          </a:p>
          <a:p>
            <a:pPr indent="0" lvl="0" marL="0" rtl="0" algn="l">
              <a:spcBef>
                <a:spcPts val="1600"/>
              </a:spcBef>
              <a:spcAft>
                <a:spcPts val="1600"/>
              </a:spcAft>
              <a:buNone/>
            </a:pPr>
            <a:r>
              <a:rPr lang="en"/>
              <a:t>So we need to turn on USART2 in RCC_APBENR1:</a:t>
            </a:r>
            <a:endParaRPr sz="1500">
              <a:latin typeface="Courier New"/>
              <a:ea typeface="Courier New"/>
              <a:cs typeface="Courier New"/>
              <a:sym typeface="Courier New"/>
            </a:endParaRPr>
          </a:p>
        </p:txBody>
      </p:sp>
      <p:pic>
        <p:nvPicPr>
          <p:cNvPr id="937" name="Google Shape;937;p108"/>
          <p:cNvPicPr preferRelativeResize="0"/>
          <p:nvPr/>
        </p:nvPicPr>
        <p:blipFill rotWithShape="1">
          <a:blip r:embed="rId3">
            <a:alphaModFix/>
          </a:blip>
          <a:srcRect b="4178" l="5272" r="3035" t="0"/>
          <a:stretch/>
        </p:blipFill>
        <p:spPr>
          <a:xfrm>
            <a:off x="4411675" y="706950"/>
            <a:ext cx="4732476" cy="4085674"/>
          </a:xfrm>
          <a:prstGeom prst="rect">
            <a:avLst/>
          </a:prstGeom>
          <a:noFill/>
          <a:ln>
            <a:noFill/>
          </a:ln>
        </p:spPr>
      </p:pic>
      <p:pic>
        <p:nvPicPr>
          <p:cNvPr id="938" name="Google Shape;938;p108"/>
          <p:cNvPicPr preferRelativeResize="0"/>
          <p:nvPr/>
        </p:nvPicPr>
        <p:blipFill>
          <a:blip r:embed="rId4">
            <a:alphaModFix/>
          </a:blip>
          <a:stretch>
            <a:fillRect/>
          </a:stretch>
        </p:blipFill>
        <p:spPr>
          <a:xfrm>
            <a:off x="2369100" y="5014178"/>
            <a:ext cx="6694726" cy="1553350"/>
          </a:xfrm>
          <a:prstGeom prst="rect">
            <a:avLst/>
          </a:prstGeom>
          <a:noFill/>
          <a:ln>
            <a:noFill/>
          </a:ln>
        </p:spPr>
      </p:pic>
      <p:sp>
        <p:nvSpPr>
          <p:cNvPr id="939" name="Google Shape;939;p108"/>
          <p:cNvSpPr txBox="1"/>
          <p:nvPr/>
        </p:nvSpPr>
        <p:spPr>
          <a:xfrm>
            <a:off x="119150" y="5090375"/>
            <a:ext cx="2131500" cy="14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RCC APB peripheral clock enable register 1 (RCC_APBENR1)</a:t>
            </a:r>
            <a:endParaRPr sz="1800">
              <a:solidFill>
                <a:schemeClr val="dk2"/>
              </a:solidFill>
            </a:endParaRPr>
          </a:p>
        </p:txBody>
      </p:sp>
      <p:sp>
        <p:nvSpPr>
          <p:cNvPr id="940" name="Google Shape;940;p108"/>
          <p:cNvSpPr/>
          <p:nvPr/>
        </p:nvSpPr>
        <p:spPr>
          <a:xfrm>
            <a:off x="8134275" y="4934750"/>
            <a:ext cx="476400" cy="7635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1" name="Google Shape;941;p108"/>
          <p:cNvSpPr/>
          <p:nvPr/>
        </p:nvSpPr>
        <p:spPr>
          <a:xfrm>
            <a:off x="4633775" y="2649300"/>
            <a:ext cx="337500" cy="9519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108"/>
          <p:cNvSpPr txBox="1"/>
          <p:nvPr/>
        </p:nvSpPr>
        <p:spPr>
          <a:xfrm>
            <a:off x="311700" y="3858575"/>
            <a:ext cx="4443300" cy="4155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9900FF"/>
                </a:solidFill>
                <a:latin typeface="Courier New"/>
                <a:ea typeface="Courier New"/>
                <a:cs typeface="Courier New"/>
                <a:sym typeface="Courier New"/>
              </a:rPr>
              <a:t>RCC-&gt;APBENR1 |= RCC_APBENR1_USART2EN;</a:t>
            </a:r>
            <a:endParaRPr b="1" sz="1800">
              <a:solidFill>
                <a:srgbClr val="9900FF"/>
              </a:solidFill>
            </a:endParaRPr>
          </a:p>
        </p:txBody>
      </p:sp>
      <p:sp>
        <p:nvSpPr>
          <p:cNvPr id="943" name="Google Shape;943;p108"/>
          <p:cNvSpPr/>
          <p:nvPr/>
        </p:nvSpPr>
        <p:spPr>
          <a:xfrm>
            <a:off x="311700" y="5985900"/>
            <a:ext cx="1651800" cy="3468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pic>
        <p:nvPicPr>
          <p:cNvPr id="948" name="Google Shape;948;p109"/>
          <p:cNvPicPr preferRelativeResize="0"/>
          <p:nvPr/>
        </p:nvPicPr>
        <p:blipFill>
          <a:blip r:embed="rId3">
            <a:alphaModFix/>
          </a:blip>
          <a:stretch>
            <a:fillRect/>
          </a:stretch>
        </p:blipFill>
        <p:spPr>
          <a:xfrm>
            <a:off x="304175" y="2210450"/>
            <a:ext cx="8716424" cy="1805000"/>
          </a:xfrm>
          <a:prstGeom prst="rect">
            <a:avLst/>
          </a:prstGeom>
          <a:noFill/>
          <a:ln cap="flat" cmpd="sng" w="28575">
            <a:solidFill>
              <a:srgbClr val="2A00FF"/>
            </a:solidFill>
            <a:prstDash val="solid"/>
            <a:round/>
            <a:headEnd len="sm" w="sm" type="none"/>
            <a:tailEnd len="sm" w="sm" type="none"/>
          </a:ln>
        </p:spPr>
      </p:pic>
      <p:sp>
        <p:nvSpPr>
          <p:cNvPr id="949" name="Google Shape;949;p109"/>
          <p:cNvSpPr txBox="1"/>
          <p:nvPr/>
        </p:nvSpPr>
        <p:spPr>
          <a:xfrm>
            <a:off x="241900" y="995813"/>
            <a:ext cx="3572100" cy="400200"/>
          </a:xfrm>
          <a:prstGeom prst="rect">
            <a:avLst/>
          </a:prstGeom>
          <a:noFill/>
          <a:ln cap="flat" cmpd="sng" w="28575">
            <a:solidFill>
              <a:srgbClr val="2A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USART control register 1 (USART_CR1)</a:t>
            </a:r>
            <a:endParaRPr>
              <a:solidFill>
                <a:schemeClr val="dk2"/>
              </a:solidFill>
            </a:endParaRPr>
          </a:p>
        </p:txBody>
      </p:sp>
      <p:pic>
        <p:nvPicPr>
          <p:cNvPr id="950" name="Google Shape;950;p109"/>
          <p:cNvPicPr preferRelativeResize="0"/>
          <p:nvPr/>
        </p:nvPicPr>
        <p:blipFill rotWithShape="1">
          <a:blip r:embed="rId4">
            <a:alphaModFix/>
          </a:blip>
          <a:srcRect b="0" l="0" r="0" t="48599"/>
          <a:stretch/>
        </p:blipFill>
        <p:spPr>
          <a:xfrm>
            <a:off x="294275" y="5562350"/>
            <a:ext cx="8716424" cy="780300"/>
          </a:xfrm>
          <a:prstGeom prst="rect">
            <a:avLst/>
          </a:prstGeom>
          <a:noFill/>
          <a:ln cap="flat" cmpd="sng" w="28575">
            <a:solidFill>
              <a:srgbClr val="274E13"/>
            </a:solidFill>
            <a:prstDash val="solid"/>
            <a:round/>
            <a:headEnd len="sm" w="sm" type="none"/>
            <a:tailEnd len="sm" w="sm" type="none"/>
          </a:ln>
        </p:spPr>
      </p:pic>
      <p:sp>
        <p:nvSpPr>
          <p:cNvPr id="951" name="Google Shape;951;p109"/>
          <p:cNvSpPr txBox="1"/>
          <p:nvPr/>
        </p:nvSpPr>
        <p:spPr>
          <a:xfrm>
            <a:off x="304175" y="4880675"/>
            <a:ext cx="3572100" cy="400200"/>
          </a:xfrm>
          <a:prstGeom prst="rect">
            <a:avLst/>
          </a:prstGeom>
          <a:noFill/>
          <a:ln cap="flat" cmpd="sng" w="28575">
            <a:solidFill>
              <a:srgbClr val="274E1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USART baud rate register (USART_BRR)</a:t>
            </a:r>
            <a:endParaRPr>
              <a:solidFill>
                <a:schemeClr val="dk2"/>
              </a:solidFill>
            </a:endParaRPr>
          </a:p>
        </p:txBody>
      </p:sp>
      <p:sp>
        <p:nvSpPr>
          <p:cNvPr id="952" name="Google Shape;952;p109"/>
          <p:cNvSpPr txBox="1"/>
          <p:nvPr/>
        </p:nvSpPr>
        <p:spPr>
          <a:xfrm>
            <a:off x="304175" y="1546975"/>
            <a:ext cx="5282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800">
                <a:solidFill>
                  <a:srgbClr val="990000"/>
                </a:solidFill>
              </a:rPr>
              <a:t>We can ignore most bits or leave them as zero.</a:t>
            </a:r>
            <a:endParaRPr sz="1800">
              <a:solidFill>
                <a:srgbClr val="990000"/>
              </a:solidFill>
            </a:endParaRPr>
          </a:p>
        </p:txBody>
      </p:sp>
      <p:sp>
        <p:nvSpPr>
          <p:cNvPr id="953" name="Google Shape;953;p109"/>
          <p:cNvSpPr/>
          <p:nvPr/>
        </p:nvSpPr>
        <p:spPr>
          <a:xfrm>
            <a:off x="6763475" y="3045707"/>
            <a:ext cx="522300" cy="882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109"/>
          <p:cNvSpPr/>
          <p:nvPr/>
        </p:nvSpPr>
        <p:spPr>
          <a:xfrm>
            <a:off x="7285775" y="3045707"/>
            <a:ext cx="522300" cy="882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109"/>
          <p:cNvSpPr/>
          <p:nvPr/>
        </p:nvSpPr>
        <p:spPr>
          <a:xfrm>
            <a:off x="8358175" y="3045695"/>
            <a:ext cx="522300" cy="882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6" name="Google Shape;956;p109"/>
          <p:cNvSpPr txBox="1"/>
          <p:nvPr/>
        </p:nvSpPr>
        <p:spPr>
          <a:xfrm>
            <a:off x="4674725" y="4915050"/>
            <a:ext cx="1857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274E13"/>
                </a:solidFill>
              </a:rPr>
              <a:t>Set baud rate</a:t>
            </a:r>
            <a:endParaRPr sz="2000">
              <a:solidFill>
                <a:srgbClr val="274E13"/>
              </a:solidFill>
            </a:endParaRPr>
          </a:p>
        </p:txBody>
      </p:sp>
      <p:sp>
        <p:nvSpPr>
          <p:cNvPr id="957" name="Google Shape;957;p109"/>
          <p:cNvSpPr txBox="1"/>
          <p:nvPr/>
        </p:nvSpPr>
        <p:spPr>
          <a:xfrm>
            <a:off x="7197050" y="4499507"/>
            <a:ext cx="1560600" cy="3975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Enable reception</a:t>
            </a:r>
            <a:endParaRPr>
              <a:solidFill>
                <a:srgbClr val="0000FF"/>
              </a:solidFill>
            </a:endParaRPr>
          </a:p>
        </p:txBody>
      </p:sp>
      <p:cxnSp>
        <p:nvCxnSpPr>
          <p:cNvPr id="958" name="Google Shape;958;p109"/>
          <p:cNvCxnSpPr/>
          <p:nvPr/>
        </p:nvCxnSpPr>
        <p:spPr>
          <a:xfrm rot="10800000">
            <a:off x="7646100" y="3650207"/>
            <a:ext cx="275400" cy="849300"/>
          </a:xfrm>
          <a:prstGeom prst="straightConnector1">
            <a:avLst/>
          </a:prstGeom>
          <a:noFill/>
          <a:ln cap="flat" cmpd="sng" w="9525">
            <a:solidFill>
              <a:srgbClr val="0000FF"/>
            </a:solidFill>
            <a:prstDash val="solid"/>
            <a:round/>
            <a:headEnd len="med" w="med" type="none"/>
            <a:tailEnd len="med" w="med" type="triangle"/>
          </a:ln>
        </p:spPr>
      </p:cxnSp>
      <p:sp>
        <p:nvSpPr>
          <p:cNvPr id="959" name="Google Shape;959;p109"/>
          <p:cNvSpPr txBox="1"/>
          <p:nvPr/>
        </p:nvSpPr>
        <p:spPr>
          <a:xfrm>
            <a:off x="5223450" y="1243057"/>
            <a:ext cx="1857600" cy="3975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Enable transmission</a:t>
            </a:r>
            <a:endParaRPr>
              <a:solidFill>
                <a:srgbClr val="0000FF"/>
              </a:solidFill>
            </a:endParaRPr>
          </a:p>
        </p:txBody>
      </p:sp>
      <p:cxnSp>
        <p:nvCxnSpPr>
          <p:cNvPr id="960" name="Google Shape;960;p109"/>
          <p:cNvCxnSpPr>
            <a:stCxn id="959" idx="2"/>
          </p:cNvCxnSpPr>
          <p:nvPr/>
        </p:nvCxnSpPr>
        <p:spPr>
          <a:xfrm>
            <a:off x="6152250" y="1640557"/>
            <a:ext cx="972300" cy="1547400"/>
          </a:xfrm>
          <a:prstGeom prst="straightConnector1">
            <a:avLst/>
          </a:prstGeom>
          <a:noFill/>
          <a:ln cap="flat" cmpd="sng" w="9525">
            <a:solidFill>
              <a:srgbClr val="0000FF"/>
            </a:solidFill>
            <a:prstDash val="solid"/>
            <a:round/>
            <a:headEnd len="med" w="med" type="none"/>
            <a:tailEnd len="med" w="med" type="triangle"/>
          </a:ln>
        </p:spPr>
      </p:cxnSp>
      <p:sp>
        <p:nvSpPr>
          <p:cNvPr id="961" name="Google Shape;961;p109"/>
          <p:cNvSpPr txBox="1"/>
          <p:nvPr/>
        </p:nvSpPr>
        <p:spPr>
          <a:xfrm>
            <a:off x="7382550" y="1328907"/>
            <a:ext cx="1560600" cy="3975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Enable USART</a:t>
            </a:r>
            <a:endParaRPr>
              <a:solidFill>
                <a:srgbClr val="0000FF"/>
              </a:solidFill>
            </a:endParaRPr>
          </a:p>
        </p:txBody>
      </p:sp>
      <p:cxnSp>
        <p:nvCxnSpPr>
          <p:cNvPr id="962" name="Google Shape;962;p109"/>
          <p:cNvCxnSpPr>
            <a:stCxn id="961" idx="2"/>
            <a:endCxn id="955" idx="0"/>
          </p:cNvCxnSpPr>
          <p:nvPr/>
        </p:nvCxnSpPr>
        <p:spPr>
          <a:xfrm>
            <a:off x="8162850" y="1726407"/>
            <a:ext cx="456600" cy="1319400"/>
          </a:xfrm>
          <a:prstGeom prst="straightConnector1">
            <a:avLst/>
          </a:prstGeom>
          <a:noFill/>
          <a:ln cap="flat" cmpd="sng" w="9525">
            <a:solidFill>
              <a:srgbClr val="0000FF"/>
            </a:solidFill>
            <a:prstDash val="solid"/>
            <a:round/>
            <a:headEnd len="med" w="med" type="none"/>
            <a:tailEnd len="med" w="med" type="triangle"/>
          </a:ln>
        </p:spPr>
      </p:cxnSp>
      <p:sp>
        <p:nvSpPr>
          <p:cNvPr id="963" name="Google Shape;963;p109"/>
          <p:cNvSpPr txBox="1"/>
          <p:nvPr>
            <p:ph type="title"/>
          </p:nvPr>
        </p:nvSpPr>
        <p:spPr>
          <a:xfrm>
            <a:off x="241900" y="64550"/>
            <a:ext cx="8456700" cy="78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sz="3600"/>
              <a:t>Setting up the communication essentials</a:t>
            </a:r>
            <a:endParaRPr sz="3600"/>
          </a:p>
        </p:txBody>
      </p:sp>
      <p:sp>
        <p:nvSpPr>
          <p:cNvPr id="964" name="Google Shape;964;p109"/>
          <p:cNvSpPr/>
          <p:nvPr/>
        </p:nvSpPr>
        <p:spPr>
          <a:xfrm>
            <a:off x="2004325" y="2210457"/>
            <a:ext cx="522300" cy="882000"/>
          </a:xfrm>
          <a:prstGeom prst="rect">
            <a:avLst/>
          </a:prstGeom>
          <a:noFill/>
          <a:ln cap="flat" cmpd="sng" w="28575">
            <a:solidFill>
              <a:srgbClr val="CD333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p109"/>
          <p:cNvSpPr/>
          <p:nvPr/>
        </p:nvSpPr>
        <p:spPr>
          <a:xfrm>
            <a:off x="2004325" y="3092457"/>
            <a:ext cx="522300" cy="882000"/>
          </a:xfrm>
          <a:prstGeom prst="rect">
            <a:avLst/>
          </a:prstGeom>
          <a:noFill/>
          <a:ln cap="flat" cmpd="sng" w="28575">
            <a:solidFill>
              <a:srgbClr val="CD333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109"/>
          <p:cNvSpPr/>
          <p:nvPr/>
        </p:nvSpPr>
        <p:spPr>
          <a:xfrm>
            <a:off x="401050" y="3092457"/>
            <a:ext cx="522300" cy="882000"/>
          </a:xfrm>
          <a:prstGeom prst="rect">
            <a:avLst/>
          </a:prstGeom>
          <a:noFill/>
          <a:ln cap="flat" cmpd="sng" w="28575">
            <a:solidFill>
              <a:srgbClr val="CD333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id="971" name="Google Shape;971;p110"/>
          <p:cNvPicPr preferRelativeResize="0"/>
          <p:nvPr/>
        </p:nvPicPr>
        <p:blipFill rotWithShape="1">
          <a:blip r:embed="rId3">
            <a:alphaModFix/>
          </a:blip>
          <a:srcRect b="58616" l="0" r="0" t="0"/>
          <a:stretch/>
        </p:blipFill>
        <p:spPr>
          <a:xfrm>
            <a:off x="0" y="627123"/>
            <a:ext cx="9144002" cy="1673001"/>
          </a:xfrm>
          <a:prstGeom prst="rect">
            <a:avLst/>
          </a:prstGeom>
          <a:noFill/>
          <a:ln>
            <a:noFill/>
          </a:ln>
        </p:spPr>
      </p:pic>
      <p:sp>
        <p:nvSpPr>
          <p:cNvPr id="972" name="Google Shape;972;p110"/>
          <p:cNvSpPr txBox="1"/>
          <p:nvPr>
            <p:ph type="title"/>
          </p:nvPr>
        </p:nvSpPr>
        <p:spPr>
          <a:xfrm>
            <a:off x="1748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Baud Rate Register</a:t>
            </a:r>
            <a:endParaRPr/>
          </a:p>
        </p:txBody>
      </p:sp>
      <p:sp>
        <p:nvSpPr>
          <p:cNvPr id="973" name="Google Shape;973;p110"/>
          <p:cNvSpPr txBox="1"/>
          <p:nvPr>
            <p:ph idx="1" type="body"/>
          </p:nvPr>
        </p:nvSpPr>
        <p:spPr>
          <a:xfrm>
            <a:off x="174800" y="2235725"/>
            <a:ext cx="8520600" cy="275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Determines the divisor USARTDIV for the system clock that's clocking the APB bus in order to achieve the desired baud rate.</a:t>
            </a:r>
            <a:endParaRPr/>
          </a:p>
          <a:p>
            <a:pPr indent="-342900" lvl="0" marL="457200" rtl="0" algn="l">
              <a:spcBef>
                <a:spcPts val="0"/>
              </a:spcBef>
              <a:spcAft>
                <a:spcPts val="0"/>
              </a:spcAft>
              <a:buSzPts val="1800"/>
              <a:buChar char="●"/>
            </a:pPr>
            <a:r>
              <a:rPr lang="en"/>
              <a:t>This divisor is what's written in the Baud Rate Register.</a:t>
            </a:r>
            <a:endParaRPr/>
          </a:p>
          <a:p>
            <a:pPr indent="-342900" lvl="0" marL="457200" rtl="0" algn="l">
              <a:spcBef>
                <a:spcPts val="0"/>
              </a:spcBef>
              <a:spcAft>
                <a:spcPts val="0"/>
              </a:spcAft>
              <a:buSzPts val="1800"/>
              <a:buChar char="●"/>
            </a:pPr>
            <a:r>
              <a:rPr lang="en"/>
              <a:t>Formula (for asynchronous mode, with oversampling by 16): </a:t>
            </a:r>
            <a:br>
              <a:rPr lang="en"/>
            </a:br>
            <a:br>
              <a:rPr lang="en"/>
            </a:br>
            <a:br>
              <a:rPr lang="en"/>
            </a:b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What's the number we should put into USART_BRR for a baud rate of 9600?</a:t>
            </a:r>
            <a:endParaRPr/>
          </a:p>
          <a:p>
            <a:pPr indent="0" lvl="0" marL="0" rtl="0" algn="l">
              <a:spcBef>
                <a:spcPts val="1600"/>
              </a:spcBef>
              <a:spcAft>
                <a:spcPts val="1600"/>
              </a:spcAft>
              <a:buNone/>
            </a:pPr>
            <a:r>
              <a:t/>
            </a:r>
            <a:endParaRPr/>
          </a:p>
        </p:txBody>
      </p:sp>
      <p:sp>
        <p:nvSpPr>
          <p:cNvPr id="974" name="Google Shape;974;p110"/>
          <p:cNvSpPr txBox="1"/>
          <p:nvPr/>
        </p:nvSpPr>
        <p:spPr>
          <a:xfrm>
            <a:off x="116400" y="877550"/>
            <a:ext cx="8911200" cy="501600"/>
          </a:xfrm>
          <a:prstGeom prst="rect">
            <a:avLst/>
          </a:prstGeom>
          <a:solidFill>
            <a:schemeClr val="lt2"/>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rPr>
              <a:t>U</a:t>
            </a:r>
            <a:r>
              <a:rPr lang="en">
                <a:solidFill>
                  <a:srgbClr val="0000FF"/>
                </a:solidFill>
              </a:rPr>
              <a:t>nused (reserved)</a:t>
            </a:r>
            <a:endParaRPr>
              <a:solidFill>
                <a:srgbClr val="0000FF"/>
              </a:solidFill>
            </a:endParaRPr>
          </a:p>
        </p:txBody>
      </p:sp>
      <p:sp>
        <p:nvSpPr>
          <p:cNvPr id="975" name="Google Shape;975;p110"/>
          <p:cNvSpPr txBox="1"/>
          <p:nvPr/>
        </p:nvSpPr>
        <p:spPr>
          <a:xfrm>
            <a:off x="6024100" y="64825"/>
            <a:ext cx="1642800" cy="461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USART_BRR</a:t>
            </a:r>
            <a:endParaRPr sz="1800">
              <a:solidFill>
                <a:srgbClr val="0000FF"/>
              </a:solidFill>
            </a:endParaRPr>
          </a:p>
        </p:txBody>
      </p:sp>
      <p:pic>
        <p:nvPicPr>
          <p:cNvPr id="976" name="Google Shape;976;p110"/>
          <p:cNvPicPr preferRelativeResize="0"/>
          <p:nvPr/>
        </p:nvPicPr>
        <p:blipFill rotWithShape="1">
          <a:blip r:embed="rId4">
            <a:alphaModFix/>
          </a:blip>
          <a:srcRect b="0" l="41556" r="26446" t="73408"/>
          <a:stretch/>
        </p:blipFill>
        <p:spPr>
          <a:xfrm>
            <a:off x="1974350" y="4007975"/>
            <a:ext cx="3580151" cy="763500"/>
          </a:xfrm>
          <a:prstGeom prst="rect">
            <a:avLst/>
          </a:prstGeom>
          <a:noFill/>
          <a:ln>
            <a:noFill/>
          </a:ln>
        </p:spPr>
      </p:pic>
      <p:sp>
        <p:nvSpPr>
          <p:cNvPr id="977" name="Google Shape;977;p110"/>
          <p:cNvSpPr txBox="1"/>
          <p:nvPr/>
        </p:nvSpPr>
        <p:spPr>
          <a:xfrm>
            <a:off x="5044200" y="3535175"/>
            <a:ext cx="4301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12 MHz (standard clock - scaled down by factor 4 from the 48 MHz oscillator)</a:t>
            </a:r>
            <a:endParaRPr sz="1800">
              <a:solidFill>
                <a:srgbClr val="38761D"/>
              </a:solidFill>
            </a:endParaRPr>
          </a:p>
        </p:txBody>
      </p:sp>
      <p:cxnSp>
        <p:nvCxnSpPr>
          <p:cNvPr id="978" name="Google Shape;978;p110"/>
          <p:cNvCxnSpPr>
            <a:stCxn id="977" idx="1"/>
          </p:cNvCxnSpPr>
          <p:nvPr/>
        </p:nvCxnSpPr>
        <p:spPr>
          <a:xfrm flipH="1">
            <a:off x="4368900" y="3904625"/>
            <a:ext cx="675300" cy="235800"/>
          </a:xfrm>
          <a:prstGeom prst="straightConnector1">
            <a:avLst/>
          </a:prstGeom>
          <a:noFill/>
          <a:ln cap="flat" cmpd="sng" w="9525">
            <a:solidFill>
              <a:srgbClr val="38761D"/>
            </a:solidFill>
            <a:prstDash val="solid"/>
            <a:round/>
            <a:headEnd len="med" w="med" type="none"/>
            <a:tailEnd len="med" w="med" type="triangle"/>
          </a:ln>
        </p:spPr>
      </p:cxnSp>
      <p:sp>
        <p:nvSpPr>
          <p:cNvPr id="979" name="Google Shape;979;p110"/>
          <p:cNvSpPr txBox="1"/>
          <p:nvPr/>
        </p:nvSpPr>
        <p:spPr>
          <a:xfrm>
            <a:off x="320450" y="3695525"/>
            <a:ext cx="116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We'll use 9600 bd.</a:t>
            </a:r>
            <a:endParaRPr sz="1800">
              <a:solidFill>
                <a:srgbClr val="38761D"/>
              </a:solidFill>
            </a:endParaRPr>
          </a:p>
        </p:txBody>
      </p:sp>
      <p:cxnSp>
        <p:nvCxnSpPr>
          <p:cNvPr id="980" name="Google Shape;980;p110"/>
          <p:cNvCxnSpPr>
            <a:stCxn id="979" idx="3"/>
          </p:cNvCxnSpPr>
          <p:nvPr/>
        </p:nvCxnSpPr>
        <p:spPr>
          <a:xfrm>
            <a:off x="1482650" y="4064975"/>
            <a:ext cx="1205100" cy="194700"/>
          </a:xfrm>
          <a:prstGeom prst="straightConnector1">
            <a:avLst/>
          </a:prstGeom>
          <a:noFill/>
          <a:ln cap="flat" cmpd="sng" w="9525">
            <a:solidFill>
              <a:schemeClr val="dk2"/>
            </a:solidFill>
            <a:prstDash val="solid"/>
            <a:round/>
            <a:headEnd len="med" w="med" type="none"/>
            <a:tailEnd len="med" w="med" type="triangle"/>
          </a:ln>
        </p:spPr>
      </p:cxnSp>
      <p:sp>
        <p:nvSpPr>
          <p:cNvPr id="981" name="Google Shape;981;p110"/>
          <p:cNvSpPr/>
          <p:nvPr/>
        </p:nvSpPr>
        <p:spPr>
          <a:xfrm>
            <a:off x="3799700" y="4444900"/>
            <a:ext cx="1310700" cy="23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2" name="Google Shape;982;p110"/>
          <p:cNvSpPr txBox="1"/>
          <p:nvPr/>
        </p:nvSpPr>
        <p:spPr>
          <a:xfrm>
            <a:off x="5291950" y="4434425"/>
            <a:ext cx="22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CD3333"/>
                </a:solidFill>
              </a:rPr>
              <a:t>This goes into BRR</a:t>
            </a:r>
            <a:r>
              <a:rPr lang="en" sz="1800">
                <a:solidFill>
                  <a:srgbClr val="CD3333"/>
                </a:solidFill>
              </a:rPr>
              <a:t>.</a:t>
            </a:r>
            <a:endParaRPr sz="1800">
              <a:solidFill>
                <a:srgbClr val="CD3333"/>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6" name="Shape 986"/>
        <p:cNvGrpSpPr/>
        <p:nvPr/>
      </p:nvGrpSpPr>
      <p:grpSpPr>
        <a:xfrm>
          <a:off x="0" y="0"/>
          <a:ext cx="0" cy="0"/>
          <a:chOff x="0" y="0"/>
          <a:chExt cx="0" cy="0"/>
        </a:xfrm>
      </p:grpSpPr>
      <p:pic>
        <p:nvPicPr>
          <p:cNvPr id="987" name="Google Shape;987;p111"/>
          <p:cNvPicPr preferRelativeResize="0"/>
          <p:nvPr/>
        </p:nvPicPr>
        <p:blipFill rotWithShape="1">
          <a:blip r:embed="rId3">
            <a:alphaModFix/>
          </a:blip>
          <a:srcRect b="58616" l="0" r="0" t="0"/>
          <a:stretch/>
        </p:blipFill>
        <p:spPr>
          <a:xfrm>
            <a:off x="0" y="627123"/>
            <a:ext cx="9144002" cy="1673001"/>
          </a:xfrm>
          <a:prstGeom prst="rect">
            <a:avLst/>
          </a:prstGeom>
          <a:noFill/>
          <a:ln>
            <a:noFill/>
          </a:ln>
        </p:spPr>
      </p:pic>
      <p:sp>
        <p:nvSpPr>
          <p:cNvPr id="988" name="Google Shape;988;p111"/>
          <p:cNvSpPr txBox="1"/>
          <p:nvPr>
            <p:ph type="title"/>
          </p:nvPr>
        </p:nvSpPr>
        <p:spPr>
          <a:xfrm>
            <a:off x="1748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Baud Rate Register</a:t>
            </a:r>
            <a:endParaRPr/>
          </a:p>
        </p:txBody>
      </p:sp>
      <p:sp>
        <p:nvSpPr>
          <p:cNvPr id="989" name="Google Shape;989;p111"/>
          <p:cNvSpPr txBox="1"/>
          <p:nvPr>
            <p:ph idx="1" type="body"/>
          </p:nvPr>
        </p:nvSpPr>
        <p:spPr>
          <a:xfrm>
            <a:off x="174800" y="2235725"/>
            <a:ext cx="8520600" cy="275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Determines the divisor USARTDIV for the system clock that's clocking the APB bus in order to achieve the desired baud rate.</a:t>
            </a:r>
            <a:endParaRPr/>
          </a:p>
          <a:p>
            <a:pPr indent="-342900" lvl="0" marL="457200" rtl="0" algn="l">
              <a:spcBef>
                <a:spcPts val="0"/>
              </a:spcBef>
              <a:spcAft>
                <a:spcPts val="0"/>
              </a:spcAft>
              <a:buSzPts val="1800"/>
              <a:buChar char="●"/>
            </a:pPr>
            <a:r>
              <a:rPr lang="en"/>
              <a:t>This divisor is what's written in the Baud Rate Register.</a:t>
            </a:r>
            <a:endParaRPr/>
          </a:p>
          <a:p>
            <a:pPr indent="-342900" lvl="0" marL="457200" rtl="0" algn="l">
              <a:spcBef>
                <a:spcPts val="0"/>
              </a:spcBef>
              <a:spcAft>
                <a:spcPts val="0"/>
              </a:spcAft>
              <a:buSzPts val="1800"/>
              <a:buChar char="●"/>
            </a:pPr>
            <a:r>
              <a:rPr lang="en"/>
              <a:t>Formula (for asynchronous mode, with oversampling by 16): </a:t>
            </a:r>
            <a:br>
              <a:rPr lang="en"/>
            </a:br>
            <a:br>
              <a:rPr lang="en"/>
            </a:br>
            <a:br>
              <a:rPr lang="en"/>
            </a:b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What's the number we should put into USART_BRR for a baud rate of 9600?</a:t>
            </a:r>
            <a:endParaRPr/>
          </a:p>
          <a:p>
            <a:pPr indent="0" lvl="0" marL="0" rtl="0" algn="l">
              <a:spcBef>
                <a:spcPts val="1600"/>
              </a:spcBef>
              <a:spcAft>
                <a:spcPts val="0"/>
              </a:spcAft>
              <a:buNone/>
            </a:pPr>
            <a:r>
              <a:rPr lang="en"/>
              <a:t>12,000,000 / 1250 = 9600, so in code:</a:t>
            </a:r>
            <a:endParaRPr/>
          </a:p>
          <a:p>
            <a:pPr indent="0" lvl="0" marL="0" rtl="0" algn="l">
              <a:lnSpc>
                <a:spcPct val="100000"/>
              </a:lnSpc>
              <a:spcBef>
                <a:spcPts val="1600"/>
              </a:spcBef>
              <a:spcAft>
                <a:spcPts val="0"/>
              </a:spcAft>
              <a:buClr>
                <a:schemeClr val="dk1"/>
              </a:buClr>
              <a:buSzPts val="1100"/>
              <a:buFont typeface="Arial"/>
              <a:buNone/>
            </a:pPr>
            <a:r>
              <a:rPr b="1" lang="en" sz="2200">
                <a:solidFill>
                  <a:schemeClr val="dk1"/>
                </a:solidFill>
                <a:latin typeface="Courier New"/>
                <a:ea typeface="Courier New"/>
                <a:cs typeface="Courier New"/>
                <a:sym typeface="Courier New"/>
              </a:rPr>
              <a:t>USART2-&gt;BRR = 1250;</a:t>
            </a:r>
            <a:r>
              <a:rPr lang="en" sz="2200">
                <a:solidFill>
                  <a:schemeClr val="dk1"/>
                </a:solidFill>
                <a:latin typeface="Courier New"/>
                <a:ea typeface="Courier New"/>
                <a:cs typeface="Courier New"/>
                <a:sym typeface="Courier New"/>
              </a:rPr>
              <a:t> </a:t>
            </a:r>
            <a:endParaRPr sz="2600"/>
          </a:p>
        </p:txBody>
      </p:sp>
      <p:sp>
        <p:nvSpPr>
          <p:cNvPr id="990" name="Google Shape;990;p111"/>
          <p:cNvSpPr txBox="1"/>
          <p:nvPr/>
        </p:nvSpPr>
        <p:spPr>
          <a:xfrm>
            <a:off x="116400" y="877550"/>
            <a:ext cx="8911200" cy="501600"/>
          </a:xfrm>
          <a:prstGeom prst="rect">
            <a:avLst/>
          </a:prstGeom>
          <a:solidFill>
            <a:schemeClr val="lt2"/>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rPr>
              <a:t>Unused (reserved)</a:t>
            </a:r>
            <a:endParaRPr>
              <a:solidFill>
                <a:srgbClr val="0000FF"/>
              </a:solidFill>
            </a:endParaRPr>
          </a:p>
        </p:txBody>
      </p:sp>
      <p:sp>
        <p:nvSpPr>
          <p:cNvPr id="991" name="Google Shape;991;p111"/>
          <p:cNvSpPr txBox="1"/>
          <p:nvPr/>
        </p:nvSpPr>
        <p:spPr>
          <a:xfrm>
            <a:off x="6024100" y="64825"/>
            <a:ext cx="1642800" cy="461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USART_BRR</a:t>
            </a:r>
            <a:endParaRPr sz="1800">
              <a:solidFill>
                <a:srgbClr val="0000FF"/>
              </a:solidFill>
            </a:endParaRPr>
          </a:p>
        </p:txBody>
      </p:sp>
      <p:pic>
        <p:nvPicPr>
          <p:cNvPr id="992" name="Google Shape;992;p111"/>
          <p:cNvPicPr preferRelativeResize="0"/>
          <p:nvPr/>
        </p:nvPicPr>
        <p:blipFill rotWithShape="1">
          <a:blip r:embed="rId4">
            <a:alphaModFix/>
          </a:blip>
          <a:srcRect b="0" l="41556" r="26446" t="73408"/>
          <a:stretch/>
        </p:blipFill>
        <p:spPr>
          <a:xfrm>
            <a:off x="1974350" y="4007975"/>
            <a:ext cx="3580151" cy="763500"/>
          </a:xfrm>
          <a:prstGeom prst="rect">
            <a:avLst/>
          </a:prstGeom>
          <a:noFill/>
          <a:ln>
            <a:noFill/>
          </a:ln>
        </p:spPr>
      </p:pic>
      <p:sp>
        <p:nvSpPr>
          <p:cNvPr id="993" name="Google Shape;993;p111"/>
          <p:cNvSpPr txBox="1"/>
          <p:nvPr/>
        </p:nvSpPr>
        <p:spPr>
          <a:xfrm>
            <a:off x="5044200" y="3535175"/>
            <a:ext cx="4301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12 MHz (standard clock - scaled down by factor 4 from the 48 MHz oscillator)</a:t>
            </a:r>
            <a:endParaRPr sz="1800">
              <a:solidFill>
                <a:srgbClr val="38761D"/>
              </a:solidFill>
            </a:endParaRPr>
          </a:p>
        </p:txBody>
      </p:sp>
      <p:cxnSp>
        <p:nvCxnSpPr>
          <p:cNvPr id="994" name="Google Shape;994;p111"/>
          <p:cNvCxnSpPr>
            <a:stCxn id="993" idx="1"/>
          </p:cNvCxnSpPr>
          <p:nvPr/>
        </p:nvCxnSpPr>
        <p:spPr>
          <a:xfrm flipH="1">
            <a:off x="4368900" y="3904625"/>
            <a:ext cx="675300" cy="235800"/>
          </a:xfrm>
          <a:prstGeom prst="straightConnector1">
            <a:avLst/>
          </a:prstGeom>
          <a:noFill/>
          <a:ln cap="flat" cmpd="sng" w="9525">
            <a:solidFill>
              <a:srgbClr val="38761D"/>
            </a:solidFill>
            <a:prstDash val="solid"/>
            <a:round/>
            <a:headEnd len="med" w="med" type="none"/>
            <a:tailEnd len="med" w="med" type="triangle"/>
          </a:ln>
        </p:spPr>
      </p:cxnSp>
      <p:sp>
        <p:nvSpPr>
          <p:cNvPr id="995" name="Google Shape;995;p111"/>
          <p:cNvSpPr txBox="1"/>
          <p:nvPr/>
        </p:nvSpPr>
        <p:spPr>
          <a:xfrm>
            <a:off x="320450" y="3695525"/>
            <a:ext cx="116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We'll use 9600 bd.</a:t>
            </a:r>
            <a:endParaRPr sz="1800">
              <a:solidFill>
                <a:srgbClr val="38761D"/>
              </a:solidFill>
            </a:endParaRPr>
          </a:p>
        </p:txBody>
      </p:sp>
      <p:cxnSp>
        <p:nvCxnSpPr>
          <p:cNvPr id="996" name="Google Shape;996;p111"/>
          <p:cNvCxnSpPr>
            <a:stCxn id="995" idx="3"/>
          </p:cNvCxnSpPr>
          <p:nvPr/>
        </p:nvCxnSpPr>
        <p:spPr>
          <a:xfrm>
            <a:off x="1482650" y="4064975"/>
            <a:ext cx="1205100" cy="194700"/>
          </a:xfrm>
          <a:prstGeom prst="straightConnector1">
            <a:avLst/>
          </a:prstGeom>
          <a:noFill/>
          <a:ln cap="flat" cmpd="sng" w="9525">
            <a:solidFill>
              <a:schemeClr val="dk2"/>
            </a:solidFill>
            <a:prstDash val="solid"/>
            <a:round/>
            <a:headEnd len="med" w="med" type="none"/>
            <a:tailEnd len="med" w="med" type="triangle"/>
          </a:ln>
        </p:spPr>
      </p:cxnSp>
      <p:sp>
        <p:nvSpPr>
          <p:cNvPr id="997" name="Google Shape;997;p111"/>
          <p:cNvSpPr/>
          <p:nvPr/>
        </p:nvSpPr>
        <p:spPr>
          <a:xfrm>
            <a:off x="3799700" y="4444900"/>
            <a:ext cx="1310700" cy="23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8" name="Google Shape;998;p111"/>
          <p:cNvSpPr txBox="1"/>
          <p:nvPr/>
        </p:nvSpPr>
        <p:spPr>
          <a:xfrm>
            <a:off x="5291950" y="4434425"/>
            <a:ext cx="22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CD3333"/>
                </a:solidFill>
              </a:rPr>
              <a:t>This goes into BRR.</a:t>
            </a:r>
            <a:endParaRPr sz="1800">
              <a:solidFill>
                <a:srgbClr val="CD3333"/>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id="1003" name="Google Shape;1003;p112"/>
          <p:cNvPicPr preferRelativeResize="0"/>
          <p:nvPr/>
        </p:nvPicPr>
        <p:blipFill rotWithShape="1">
          <a:blip r:embed="rId3">
            <a:alphaModFix/>
          </a:blip>
          <a:srcRect b="58616" l="0" r="0" t="0"/>
          <a:stretch/>
        </p:blipFill>
        <p:spPr>
          <a:xfrm>
            <a:off x="0" y="627123"/>
            <a:ext cx="9144002" cy="1673001"/>
          </a:xfrm>
          <a:prstGeom prst="rect">
            <a:avLst/>
          </a:prstGeom>
          <a:noFill/>
          <a:ln>
            <a:noFill/>
          </a:ln>
        </p:spPr>
      </p:pic>
      <p:sp>
        <p:nvSpPr>
          <p:cNvPr id="1004" name="Google Shape;1004;p112"/>
          <p:cNvSpPr txBox="1"/>
          <p:nvPr>
            <p:ph type="title"/>
          </p:nvPr>
        </p:nvSpPr>
        <p:spPr>
          <a:xfrm>
            <a:off x="1748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Baud Rate Register</a:t>
            </a:r>
            <a:endParaRPr/>
          </a:p>
        </p:txBody>
      </p:sp>
      <p:sp>
        <p:nvSpPr>
          <p:cNvPr id="1005" name="Google Shape;1005;p112"/>
          <p:cNvSpPr txBox="1"/>
          <p:nvPr/>
        </p:nvSpPr>
        <p:spPr>
          <a:xfrm>
            <a:off x="116400" y="877550"/>
            <a:ext cx="8911200" cy="501600"/>
          </a:xfrm>
          <a:prstGeom prst="rect">
            <a:avLst/>
          </a:prstGeom>
          <a:solidFill>
            <a:schemeClr val="lt2"/>
          </a:solidFill>
          <a:ln cap="flat" cmpd="sng" w="9525">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274E13"/>
                </a:solidFill>
              </a:rPr>
              <a:t>Unused (reserved)</a:t>
            </a:r>
            <a:endParaRPr>
              <a:solidFill>
                <a:srgbClr val="274E13"/>
              </a:solidFill>
            </a:endParaRPr>
          </a:p>
        </p:txBody>
      </p:sp>
      <p:sp>
        <p:nvSpPr>
          <p:cNvPr id="1006" name="Google Shape;1006;p112"/>
          <p:cNvSpPr txBox="1"/>
          <p:nvPr/>
        </p:nvSpPr>
        <p:spPr>
          <a:xfrm>
            <a:off x="6024100" y="64825"/>
            <a:ext cx="1642800" cy="461700"/>
          </a:xfrm>
          <a:prstGeom prst="rect">
            <a:avLst/>
          </a:prstGeom>
          <a:noFill/>
          <a:ln cap="flat" cmpd="sng" w="28575">
            <a:solidFill>
              <a:srgbClr val="274E1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74E13"/>
                </a:solidFill>
              </a:rPr>
              <a:t>USART_BRR</a:t>
            </a:r>
            <a:endParaRPr sz="1800">
              <a:solidFill>
                <a:srgbClr val="274E13"/>
              </a:solidFill>
            </a:endParaRPr>
          </a:p>
        </p:txBody>
      </p:sp>
      <p:sp>
        <p:nvSpPr>
          <p:cNvPr id="1007" name="Google Shape;1007;p112"/>
          <p:cNvSpPr txBox="1"/>
          <p:nvPr/>
        </p:nvSpPr>
        <p:spPr>
          <a:xfrm>
            <a:off x="200250" y="4273925"/>
            <a:ext cx="8743500" cy="14724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latin typeface="Courier New"/>
                <a:ea typeface="Courier New"/>
                <a:cs typeface="Courier New"/>
                <a:sym typeface="Courier New"/>
              </a:rPr>
              <a:t>#define SYS_FREQ		   12000000U		// standard clock </a:t>
            </a:r>
            <a:endParaRPr b="1"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700">
                <a:latin typeface="Courier New"/>
                <a:ea typeface="Courier New"/>
                <a:cs typeface="Courier New"/>
                <a:sym typeface="Courier New"/>
              </a:rPr>
              <a:t>#define APB_CLK		   SYS_FREQ		// No additional prescaling</a:t>
            </a:r>
            <a:endParaRPr b="1" sz="1700">
              <a:latin typeface="Courier New"/>
              <a:ea typeface="Courier New"/>
              <a:cs typeface="Courier New"/>
              <a:sym typeface="Courier New"/>
            </a:endParaRPr>
          </a:p>
          <a:p>
            <a:pPr indent="0" lvl="0" marL="0" rtl="0" algn="l">
              <a:spcBef>
                <a:spcPts val="0"/>
              </a:spcBef>
              <a:spcAft>
                <a:spcPts val="0"/>
              </a:spcAft>
              <a:buNone/>
            </a:pPr>
            <a:r>
              <a:rPr b="1" lang="en" sz="1700">
                <a:latin typeface="Courier New"/>
                <a:ea typeface="Courier New"/>
                <a:cs typeface="Courier New"/>
                <a:sym typeface="Courier New"/>
              </a:rPr>
              <a:t>#define UART_BAUD_RATE  9600</a:t>
            </a:r>
            <a:endParaRPr b="1" sz="1700">
              <a:latin typeface="Courier New"/>
              <a:ea typeface="Courier New"/>
              <a:cs typeface="Courier New"/>
              <a:sym typeface="Courier New"/>
            </a:endParaRPr>
          </a:p>
          <a:p>
            <a:pPr indent="0" lvl="0" marL="0" rtl="0" algn="l">
              <a:spcBef>
                <a:spcPts val="0"/>
              </a:spcBef>
              <a:spcAft>
                <a:spcPts val="0"/>
              </a:spcAft>
              <a:buNone/>
            </a:pPr>
            <a:r>
              <a:t/>
            </a:r>
            <a:endParaRPr b="1"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700">
                <a:latin typeface="Courier New"/>
                <a:ea typeface="Courier New"/>
                <a:cs typeface="Courier New"/>
                <a:sym typeface="Courier New"/>
              </a:rPr>
              <a:t>USART2-&gt;BRR = (APB_CLK + (UART_BAUD_RATE/2U))/UART_BAUD_RATE;</a:t>
            </a:r>
            <a:endParaRPr b="1" sz="17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700">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p:txBody>
      </p:sp>
      <p:sp>
        <p:nvSpPr>
          <p:cNvPr id="1008" name="Google Shape;1008;p112"/>
          <p:cNvSpPr txBox="1"/>
          <p:nvPr/>
        </p:nvSpPr>
        <p:spPr>
          <a:xfrm>
            <a:off x="1080900" y="6005600"/>
            <a:ext cx="7176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This formula computes round(APB_CLK / UART_BAUD_RATE) (add 1/2 and truncate) - slightly nicer than plain integer division.</a:t>
            </a:r>
            <a:endParaRPr sz="1800">
              <a:solidFill>
                <a:schemeClr val="dk2"/>
              </a:solidFill>
            </a:endParaRPr>
          </a:p>
        </p:txBody>
      </p:sp>
      <p:sp>
        <p:nvSpPr>
          <p:cNvPr id="1009" name="Google Shape;1009;p112"/>
          <p:cNvSpPr txBox="1"/>
          <p:nvPr/>
        </p:nvSpPr>
        <p:spPr>
          <a:xfrm>
            <a:off x="116400" y="2300113"/>
            <a:ext cx="7964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274E13"/>
                </a:solidFill>
                <a:latin typeface="Courier New"/>
                <a:ea typeface="Courier New"/>
                <a:cs typeface="Courier New"/>
                <a:sym typeface="Courier New"/>
              </a:rPr>
              <a:t>USART2-&gt;BRR = 1250;</a:t>
            </a:r>
            <a:endParaRPr b="1" sz="1800">
              <a:solidFill>
                <a:srgbClr val="274E13"/>
              </a:solidFill>
              <a:latin typeface="Courier New"/>
              <a:ea typeface="Courier New"/>
              <a:cs typeface="Courier New"/>
              <a:sym typeface="Courier New"/>
            </a:endParaRPr>
          </a:p>
          <a:p>
            <a:pPr indent="0" lvl="0" marL="0" rtl="0" algn="l">
              <a:spcBef>
                <a:spcPts val="0"/>
              </a:spcBef>
              <a:spcAft>
                <a:spcPts val="0"/>
              </a:spcAft>
              <a:buNone/>
            </a:pPr>
            <a:r>
              <a:t/>
            </a:r>
            <a:endParaRPr sz="1800">
              <a:solidFill>
                <a:srgbClr val="274E13"/>
              </a:solidFill>
            </a:endParaRPr>
          </a:p>
          <a:p>
            <a:pPr indent="0" lvl="0" marL="0" rtl="0" algn="l">
              <a:spcBef>
                <a:spcPts val="0"/>
              </a:spcBef>
              <a:spcAft>
                <a:spcPts val="0"/>
              </a:spcAft>
              <a:buNone/>
            </a:pPr>
            <a:r>
              <a:rPr lang="en" sz="1800">
                <a:solidFill>
                  <a:srgbClr val="274E13"/>
                </a:solidFill>
              </a:rPr>
              <a:t>This accomplishes our goal of setting the baud rate to 9600 at a processor speed of 12 MHz. But… bad style! </a:t>
            </a:r>
            <a:r>
              <a:rPr b="1" lang="en" sz="1800">
                <a:solidFill>
                  <a:srgbClr val="274E13"/>
                </a:solidFill>
              </a:rPr>
              <a:t>Avoid magic numbers!</a:t>
            </a:r>
            <a:endParaRPr b="1" sz="1800">
              <a:solidFill>
                <a:srgbClr val="274E13"/>
              </a:solidFill>
            </a:endParaRPr>
          </a:p>
          <a:p>
            <a:pPr indent="0" lvl="0" marL="0" rtl="0" algn="l">
              <a:spcBef>
                <a:spcPts val="0"/>
              </a:spcBef>
              <a:spcAft>
                <a:spcPts val="0"/>
              </a:spcAft>
              <a:buNone/>
            </a:pPr>
            <a:r>
              <a:t/>
            </a:r>
            <a:endParaRPr b="1" sz="1800">
              <a:solidFill>
                <a:srgbClr val="274E13"/>
              </a:solidFill>
            </a:endParaRPr>
          </a:p>
          <a:p>
            <a:pPr indent="0" lvl="0" marL="0" rtl="0" algn="l">
              <a:spcBef>
                <a:spcPts val="0"/>
              </a:spcBef>
              <a:spcAft>
                <a:spcPts val="0"/>
              </a:spcAft>
              <a:buClr>
                <a:schemeClr val="dk1"/>
              </a:buClr>
              <a:buSzPts val="1100"/>
              <a:buFont typeface="Arial"/>
              <a:buNone/>
            </a:pPr>
            <a:r>
              <a:rPr b="1" lang="en" sz="1800">
                <a:solidFill>
                  <a:srgbClr val="274E13"/>
                </a:solidFill>
              </a:rPr>
              <a:t>Better:</a:t>
            </a:r>
            <a:endParaRPr b="1" sz="1800">
              <a:solidFill>
                <a:srgbClr val="274E13"/>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pic>
        <p:nvPicPr>
          <p:cNvPr id="1014" name="Google Shape;1014;p113"/>
          <p:cNvPicPr preferRelativeResize="0"/>
          <p:nvPr/>
        </p:nvPicPr>
        <p:blipFill>
          <a:blip r:embed="rId3">
            <a:alphaModFix/>
          </a:blip>
          <a:stretch>
            <a:fillRect/>
          </a:stretch>
        </p:blipFill>
        <p:spPr>
          <a:xfrm>
            <a:off x="247375" y="2770208"/>
            <a:ext cx="8839202" cy="1990598"/>
          </a:xfrm>
          <a:prstGeom prst="rect">
            <a:avLst/>
          </a:prstGeom>
          <a:noFill/>
          <a:ln>
            <a:noFill/>
          </a:ln>
        </p:spPr>
      </p:pic>
      <p:sp>
        <p:nvSpPr>
          <p:cNvPr id="1015" name="Google Shape;1015;p113"/>
          <p:cNvSpPr txBox="1"/>
          <p:nvPr>
            <p:ph type="title"/>
          </p:nvPr>
        </p:nvSpPr>
        <p:spPr>
          <a:xfrm>
            <a:off x="311700" y="2358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Enable Receiver and/or Transmitter</a:t>
            </a:r>
            <a:endParaRPr/>
          </a:p>
        </p:txBody>
      </p:sp>
      <p:sp>
        <p:nvSpPr>
          <p:cNvPr id="1016" name="Google Shape;1016;p113"/>
          <p:cNvSpPr/>
          <p:nvPr/>
        </p:nvSpPr>
        <p:spPr>
          <a:xfrm>
            <a:off x="6762475" y="3973195"/>
            <a:ext cx="1062000" cy="650700"/>
          </a:xfrm>
          <a:prstGeom prst="rect">
            <a:avLst/>
          </a:prstGeom>
          <a:noFill/>
          <a:ln cap="flat" cmpd="sng" w="28575">
            <a:solidFill>
              <a:srgbClr val="2A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13"/>
          <p:cNvSpPr txBox="1"/>
          <p:nvPr/>
        </p:nvSpPr>
        <p:spPr>
          <a:xfrm>
            <a:off x="391150" y="906725"/>
            <a:ext cx="7903500" cy="15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Next Initialization Step:</a:t>
            </a:r>
            <a:endParaRPr sz="1800">
              <a:solidFill>
                <a:schemeClr val="dk1"/>
              </a:solidFill>
            </a:endParaRPr>
          </a:p>
          <a:p>
            <a:pPr indent="0" lvl="0" marL="0" rtl="0" algn="l">
              <a:spcBef>
                <a:spcPts val="0"/>
              </a:spcBef>
              <a:spcAft>
                <a:spcPts val="0"/>
              </a:spcAft>
              <a:buNone/>
            </a:pPr>
            <a:r>
              <a:t/>
            </a:r>
            <a:endParaRPr sz="1800"/>
          </a:p>
          <a:p>
            <a:pPr indent="0" lvl="0" marL="0" rtl="0" algn="l">
              <a:spcBef>
                <a:spcPts val="0"/>
              </a:spcBef>
              <a:spcAft>
                <a:spcPts val="0"/>
              </a:spcAft>
              <a:buNone/>
            </a:pPr>
            <a:r>
              <a:rPr lang="en" sz="1800"/>
              <a:t>Now that we have the BAUD rate under control, we need to enable the receiver and/or transmitter.</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USART control register 1 (USART_CR1):</a:t>
            </a:r>
            <a:endParaRPr b="1" sz="1800"/>
          </a:p>
        </p:txBody>
      </p:sp>
      <p:sp>
        <p:nvSpPr>
          <p:cNvPr id="1018" name="Google Shape;1018;p113"/>
          <p:cNvSpPr txBox="1"/>
          <p:nvPr/>
        </p:nvSpPr>
        <p:spPr>
          <a:xfrm>
            <a:off x="391150" y="4990330"/>
            <a:ext cx="7144500" cy="171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rgbClr val="0000FF"/>
                </a:solidFill>
                <a:latin typeface="Courier New"/>
                <a:ea typeface="Courier New"/>
                <a:cs typeface="Courier New"/>
                <a:sym typeface="Courier New"/>
              </a:rPr>
              <a:t>USART2-&gt;CR1 = USART_CR1_RE | USART_CR1_TE;</a:t>
            </a:r>
            <a:endParaRPr b="1" sz="19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b="1" sz="1900">
              <a:solidFill>
                <a:srgbClr val="0000FF"/>
              </a:solidFill>
              <a:latin typeface="Courier New"/>
              <a:ea typeface="Courier New"/>
              <a:cs typeface="Courier New"/>
              <a:sym typeface="Courier New"/>
            </a:endParaRPr>
          </a:p>
          <a:p>
            <a:pPr indent="0" lvl="0" marL="0" rtl="0" algn="l">
              <a:spcBef>
                <a:spcPts val="0"/>
              </a:spcBef>
              <a:spcAft>
                <a:spcPts val="0"/>
              </a:spcAft>
              <a:buNone/>
            </a:pPr>
            <a:r>
              <a:rPr lang="en" sz="1900">
                <a:solidFill>
                  <a:schemeClr val="dk1"/>
                </a:solidFill>
              </a:rPr>
              <a:t>And the very last step:</a:t>
            </a:r>
            <a:endParaRPr sz="1900">
              <a:solidFill>
                <a:schemeClr val="dk1"/>
              </a:solidFill>
            </a:endParaRPr>
          </a:p>
          <a:p>
            <a:pPr indent="0" lvl="0" marL="0" rtl="0" algn="l">
              <a:spcBef>
                <a:spcPts val="0"/>
              </a:spcBef>
              <a:spcAft>
                <a:spcPts val="0"/>
              </a:spcAft>
              <a:buNone/>
            </a:pPr>
            <a:r>
              <a:t/>
            </a:r>
            <a:endParaRPr b="1" sz="1900">
              <a:solidFill>
                <a:srgbClr val="0000FF"/>
              </a:solidFill>
              <a:latin typeface="Courier New"/>
              <a:ea typeface="Courier New"/>
              <a:cs typeface="Courier New"/>
              <a:sym typeface="Courier New"/>
            </a:endParaRPr>
          </a:p>
          <a:p>
            <a:pPr indent="0" lvl="0" marL="0" rtl="0" algn="l">
              <a:spcBef>
                <a:spcPts val="0"/>
              </a:spcBef>
              <a:spcAft>
                <a:spcPts val="0"/>
              </a:spcAft>
              <a:buNone/>
            </a:pPr>
            <a:r>
              <a:rPr b="1" lang="en" sz="1900">
                <a:solidFill>
                  <a:srgbClr val="0000FF"/>
                </a:solidFill>
                <a:latin typeface="Courier New"/>
                <a:ea typeface="Courier New"/>
                <a:cs typeface="Courier New"/>
                <a:sym typeface="Courier New"/>
              </a:rPr>
              <a:t>USART2-&gt;CR1 |= USART_CR1_UE;</a:t>
            </a:r>
            <a:endParaRPr b="1" sz="1900">
              <a:solidFill>
                <a:srgbClr val="0000FF"/>
              </a:solidFill>
              <a:latin typeface="Courier New"/>
              <a:ea typeface="Courier New"/>
              <a:cs typeface="Courier New"/>
              <a:sym typeface="Courier New"/>
            </a:endParaRPr>
          </a:p>
        </p:txBody>
      </p:sp>
      <p:sp>
        <p:nvSpPr>
          <p:cNvPr id="1019" name="Google Shape;1019;p113"/>
          <p:cNvSpPr/>
          <p:nvPr/>
        </p:nvSpPr>
        <p:spPr>
          <a:xfrm>
            <a:off x="8338500" y="3973200"/>
            <a:ext cx="493800" cy="650700"/>
          </a:xfrm>
          <a:prstGeom prst="rect">
            <a:avLst/>
          </a:prstGeom>
          <a:noFill/>
          <a:ln cap="flat" cmpd="sng" w="28575">
            <a:solidFill>
              <a:srgbClr val="2A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114"/>
          <p:cNvSpPr txBox="1"/>
          <p:nvPr>
            <p:ph type="title"/>
          </p:nvPr>
        </p:nvSpPr>
        <p:spPr>
          <a:xfrm>
            <a:off x="311700" y="17325"/>
            <a:ext cx="4707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a:t>
            </a:r>
            <a:r>
              <a:rPr lang="en"/>
              <a:t> Initializations</a:t>
            </a:r>
            <a:endParaRPr/>
          </a:p>
        </p:txBody>
      </p:sp>
      <p:pic>
        <p:nvPicPr>
          <p:cNvPr id="1025" name="Google Shape;1025;p114"/>
          <p:cNvPicPr preferRelativeResize="0"/>
          <p:nvPr/>
        </p:nvPicPr>
        <p:blipFill>
          <a:blip r:embed="rId3">
            <a:alphaModFix/>
          </a:blip>
          <a:stretch>
            <a:fillRect/>
          </a:stretch>
        </p:blipFill>
        <p:spPr>
          <a:xfrm>
            <a:off x="152400" y="946442"/>
            <a:ext cx="8839199" cy="1992606"/>
          </a:xfrm>
          <a:prstGeom prst="rect">
            <a:avLst/>
          </a:prstGeom>
          <a:noFill/>
          <a:ln>
            <a:noFill/>
          </a:ln>
        </p:spPr>
      </p:pic>
      <p:sp>
        <p:nvSpPr>
          <p:cNvPr id="1026" name="Google Shape;1026;p114"/>
          <p:cNvSpPr txBox="1"/>
          <p:nvPr/>
        </p:nvSpPr>
        <p:spPr>
          <a:xfrm>
            <a:off x="4330800" y="575775"/>
            <a:ext cx="4501500" cy="37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USART control register 1 [alternate] (USART_CR1)</a:t>
            </a:r>
            <a:endParaRPr b="1">
              <a:solidFill>
                <a:schemeClr val="dk2"/>
              </a:solidFill>
            </a:endParaRPr>
          </a:p>
        </p:txBody>
      </p:sp>
      <p:sp>
        <p:nvSpPr>
          <p:cNvPr id="1027" name="Google Shape;1027;p114"/>
          <p:cNvSpPr/>
          <p:nvPr/>
        </p:nvSpPr>
        <p:spPr>
          <a:xfrm>
            <a:off x="1866750" y="986175"/>
            <a:ext cx="542700" cy="17784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28" name="Google Shape;1028;p114"/>
          <p:cNvCxnSpPr>
            <a:stCxn id="1029" idx="0"/>
            <a:endCxn id="1027" idx="2"/>
          </p:cNvCxnSpPr>
          <p:nvPr/>
        </p:nvCxnSpPr>
        <p:spPr>
          <a:xfrm rot="10800000">
            <a:off x="2138100" y="2764550"/>
            <a:ext cx="0" cy="462900"/>
          </a:xfrm>
          <a:prstGeom prst="straightConnector1">
            <a:avLst/>
          </a:prstGeom>
          <a:noFill/>
          <a:ln cap="flat" cmpd="sng" w="9525">
            <a:solidFill>
              <a:srgbClr val="38761D"/>
            </a:solidFill>
            <a:prstDash val="solid"/>
            <a:round/>
            <a:headEnd len="med" w="med" type="none"/>
            <a:tailEnd len="med" w="med" type="triangle"/>
          </a:ln>
        </p:spPr>
      </p:cxnSp>
      <p:sp>
        <p:nvSpPr>
          <p:cNvPr id="1029" name="Google Shape;1029;p114"/>
          <p:cNvSpPr txBox="1"/>
          <p:nvPr/>
        </p:nvSpPr>
        <p:spPr>
          <a:xfrm>
            <a:off x="1608450" y="3227450"/>
            <a:ext cx="10593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00 selects </a:t>
            </a:r>
            <a:r>
              <a:rPr lang="en">
                <a:solidFill>
                  <a:srgbClr val="38761D"/>
                </a:solidFill>
              </a:rPr>
              <a:t>1 start bit, 8 data bits</a:t>
            </a:r>
            <a:endParaRPr>
              <a:solidFill>
                <a:srgbClr val="38761D"/>
              </a:solidFill>
            </a:endParaRPr>
          </a:p>
        </p:txBody>
      </p:sp>
      <p:sp>
        <p:nvSpPr>
          <p:cNvPr id="1030" name="Google Shape;1030;p114"/>
          <p:cNvSpPr/>
          <p:nvPr/>
        </p:nvSpPr>
        <p:spPr>
          <a:xfrm>
            <a:off x="258325" y="1911050"/>
            <a:ext cx="542700" cy="853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31" name="Google Shape;1031;p114"/>
          <p:cNvCxnSpPr>
            <a:stCxn id="1032" idx="0"/>
            <a:endCxn id="1030" idx="2"/>
          </p:cNvCxnSpPr>
          <p:nvPr/>
        </p:nvCxnSpPr>
        <p:spPr>
          <a:xfrm rot="10800000">
            <a:off x="529800" y="2764850"/>
            <a:ext cx="267900" cy="462600"/>
          </a:xfrm>
          <a:prstGeom prst="straightConnector1">
            <a:avLst/>
          </a:prstGeom>
          <a:noFill/>
          <a:ln cap="flat" cmpd="sng" w="9525">
            <a:solidFill>
              <a:srgbClr val="0000FF"/>
            </a:solidFill>
            <a:prstDash val="solid"/>
            <a:round/>
            <a:headEnd len="med" w="med" type="none"/>
            <a:tailEnd len="med" w="med" type="triangle"/>
          </a:ln>
        </p:spPr>
      </p:cxnSp>
      <p:sp>
        <p:nvSpPr>
          <p:cNvPr id="1032" name="Google Shape;1032;p114"/>
          <p:cNvSpPr txBox="1"/>
          <p:nvPr/>
        </p:nvSpPr>
        <p:spPr>
          <a:xfrm>
            <a:off x="152400" y="3227450"/>
            <a:ext cx="12906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0 selects oversampling by 16</a:t>
            </a:r>
            <a:endParaRPr>
              <a:solidFill>
                <a:srgbClr val="0000FF"/>
              </a:solidFill>
            </a:endParaRPr>
          </a:p>
        </p:txBody>
      </p:sp>
      <p:sp>
        <p:nvSpPr>
          <p:cNvPr id="1033" name="Google Shape;1033;p114"/>
          <p:cNvSpPr/>
          <p:nvPr/>
        </p:nvSpPr>
        <p:spPr>
          <a:xfrm>
            <a:off x="6684150" y="1926175"/>
            <a:ext cx="542700" cy="838500"/>
          </a:xfrm>
          <a:prstGeom prst="rect">
            <a:avLst/>
          </a:prstGeom>
          <a:noFill/>
          <a:ln cap="flat" cmpd="sng" w="28575">
            <a:solidFill>
              <a:srgbClr val="CD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34" name="Google Shape;1034;p114"/>
          <p:cNvCxnSpPr>
            <a:stCxn id="1035" idx="0"/>
            <a:endCxn id="1033" idx="2"/>
          </p:cNvCxnSpPr>
          <p:nvPr/>
        </p:nvCxnSpPr>
        <p:spPr>
          <a:xfrm flipH="1" rot="10800000">
            <a:off x="6306775" y="2764550"/>
            <a:ext cx="648600" cy="611400"/>
          </a:xfrm>
          <a:prstGeom prst="straightConnector1">
            <a:avLst/>
          </a:prstGeom>
          <a:noFill/>
          <a:ln cap="flat" cmpd="sng" w="9525">
            <a:solidFill>
              <a:srgbClr val="CD3333"/>
            </a:solidFill>
            <a:prstDash val="solid"/>
            <a:round/>
            <a:headEnd len="med" w="med" type="none"/>
            <a:tailEnd len="med" w="med" type="triangle"/>
          </a:ln>
        </p:spPr>
      </p:cxnSp>
      <p:sp>
        <p:nvSpPr>
          <p:cNvPr id="1035" name="Google Shape;1035;p114"/>
          <p:cNvSpPr txBox="1"/>
          <p:nvPr/>
        </p:nvSpPr>
        <p:spPr>
          <a:xfrm>
            <a:off x="5734975" y="3375950"/>
            <a:ext cx="1143600" cy="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CD3333"/>
                </a:solidFill>
              </a:rPr>
              <a:t>1</a:t>
            </a:r>
            <a:r>
              <a:rPr lang="en">
                <a:solidFill>
                  <a:srgbClr val="CD3333"/>
                </a:solidFill>
              </a:rPr>
              <a:t> enables transmitter</a:t>
            </a:r>
            <a:endParaRPr>
              <a:solidFill>
                <a:srgbClr val="CD3333"/>
              </a:solidFill>
            </a:endParaRPr>
          </a:p>
        </p:txBody>
      </p:sp>
      <p:sp>
        <p:nvSpPr>
          <p:cNvPr id="1036" name="Google Shape;1036;p114"/>
          <p:cNvSpPr/>
          <p:nvPr/>
        </p:nvSpPr>
        <p:spPr>
          <a:xfrm>
            <a:off x="7226850" y="1926163"/>
            <a:ext cx="542700" cy="8385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37" name="Google Shape;1037;p114"/>
          <p:cNvCxnSpPr>
            <a:stCxn id="1038" idx="0"/>
            <a:endCxn id="1036" idx="2"/>
          </p:cNvCxnSpPr>
          <p:nvPr/>
        </p:nvCxnSpPr>
        <p:spPr>
          <a:xfrm flipH="1" rot="10800000">
            <a:off x="7348050" y="2764550"/>
            <a:ext cx="150300" cy="611400"/>
          </a:xfrm>
          <a:prstGeom prst="straightConnector1">
            <a:avLst/>
          </a:prstGeom>
          <a:noFill/>
          <a:ln cap="flat" cmpd="sng" w="9525">
            <a:solidFill>
              <a:srgbClr val="9900FF"/>
            </a:solidFill>
            <a:prstDash val="solid"/>
            <a:round/>
            <a:headEnd len="med" w="med" type="none"/>
            <a:tailEnd len="med" w="med" type="triangle"/>
          </a:ln>
        </p:spPr>
      </p:cxnSp>
      <p:sp>
        <p:nvSpPr>
          <p:cNvPr id="1038" name="Google Shape;1038;p114"/>
          <p:cNvSpPr txBox="1"/>
          <p:nvPr/>
        </p:nvSpPr>
        <p:spPr>
          <a:xfrm>
            <a:off x="6776250" y="3375950"/>
            <a:ext cx="1143600" cy="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1 enables receiver</a:t>
            </a:r>
            <a:endParaRPr>
              <a:solidFill>
                <a:srgbClr val="9900FF"/>
              </a:solidFill>
            </a:endParaRPr>
          </a:p>
        </p:txBody>
      </p:sp>
      <p:pic>
        <p:nvPicPr>
          <p:cNvPr id="1039" name="Google Shape;1039;p114"/>
          <p:cNvPicPr preferRelativeResize="0"/>
          <p:nvPr/>
        </p:nvPicPr>
        <p:blipFill>
          <a:blip r:embed="rId4">
            <a:alphaModFix/>
          </a:blip>
          <a:stretch>
            <a:fillRect/>
          </a:stretch>
        </p:blipFill>
        <p:spPr>
          <a:xfrm>
            <a:off x="3384413" y="2889288"/>
            <a:ext cx="2790825" cy="438150"/>
          </a:xfrm>
          <a:prstGeom prst="rect">
            <a:avLst/>
          </a:prstGeom>
          <a:noFill/>
          <a:ln>
            <a:noFill/>
          </a:ln>
        </p:spPr>
      </p:pic>
      <p:sp>
        <p:nvSpPr>
          <p:cNvPr id="1040" name="Google Shape;1040;p114"/>
          <p:cNvSpPr/>
          <p:nvPr/>
        </p:nvSpPr>
        <p:spPr>
          <a:xfrm>
            <a:off x="8289600" y="1926163"/>
            <a:ext cx="542700" cy="838500"/>
          </a:xfrm>
          <a:prstGeom prst="rect">
            <a:avLst/>
          </a:prstGeom>
          <a:noFill/>
          <a:ln cap="flat" cmpd="sng" w="28575">
            <a:solidFill>
              <a:srgbClr val="7F6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1" name="Google Shape;1041;p114"/>
          <p:cNvCxnSpPr>
            <a:stCxn id="1042" idx="0"/>
            <a:endCxn id="1040" idx="2"/>
          </p:cNvCxnSpPr>
          <p:nvPr/>
        </p:nvCxnSpPr>
        <p:spPr>
          <a:xfrm flipH="1" rot="10800000">
            <a:off x="8419800" y="2764550"/>
            <a:ext cx="141300" cy="611400"/>
          </a:xfrm>
          <a:prstGeom prst="straightConnector1">
            <a:avLst/>
          </a:prstGeom>
          <a:noFill/>
          <a:ln cap="flat" cmpd="sng" w="9525">
            <a:solidFill>
              <a:srgbClr val="7F6000"/>
            </a:solidFill>
            <a:prstDash val="solid"/>
            <a:round/>
            <a:headEnd len="med" w="med" type="none"/>
            <a:tailEnd len="med" w="med" type="triangle"/>
          </a:ln>
        </p:spPr>
      </p:cxnSp>
      <p:sp>
        <p:nvSpPr>
          <p:cNvPr id="1042" name="Google Shape;1042;p114"/>
          <p:cNvSpPr txBox="1"/>
          <p:nvPr/>
        </p:nvSpPr>
        <p:spPr>
          <a:xfrm>
            <a:off x="7848000" y="3375950"/>
            <a:ext cx="1143600" cy="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7F6000"/>
                </a:solidFill>
              </a:rPr>
              <a:t>1 enables UART</a:t>
            </a:r>
            <a:endParaRPr>
              <a:solidFill>
                <a:srgbClr val="7F6000"/>
              </a:solidFill>
            </a:endParaRPr>
          </a:p>
        </p:txBody>
      </p:sp>
      <p:sp>
        <p:nvSpPr>
          <p:cNvPr id="1043" name="Google Shape;1043;p114"/>
          <p:cNvSpPr/>
          <p:nvPr/>
        </p:nvSpPr>
        <p:spPr>
          <a:xfrm>
            <a:off x="2928563" y="1917563"/>
            <a:ext cx="542700" cy="838500"/>
          </a:xfrm>
          <a:prstGeom prst="rect">
            <a:avLst/>
          </a:prstGeom>
          <a:no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4" name="Google Shape;1044;p114"/>
          <p:cNvCxnSpPr>
            <a:stCxn id="1045" idx="0"/>
            <a:endCxn id="1043" idx="2"/>
          </p:cNvCxnSpPr>
          <p:nvPr/>
        </p:nvCxnSpPr>
        <p:spPr>
          <a:xfrm rot="10800000">
            <a:off x="3199800" y="2756150"/>
            <a:ext cx="139800" cy="619800"/>
          </a:xfrm>
          <a:prstGeom prst="straightConnector1">
            <a:avLst/>
          </a:prstGeom>
          <a:noFill/>
          <a:ln cap="flat" cmpd="sng" w="9525">
            <a:solidFill>
              <a:srgbClr val="00FFFF"/>
            </a:solidFill>
            <a:prstDash val="solid"/>
            <a:round/>
            <a:headEnd len="med" w="med" type="none"/>
            <a:tailEnd len="med" w="med" type="triangle"/>
          </a:ln>
        </p:spPr>
      </p:cxnSp>
      <p:sp>
        <p:nvSpPr>
          <p:cNvPr id="1045" name="Google Shape;1045;p114"/>
          <p:cNvSpPr txBox="1"/>
          <p:nvPr/>
        </p:nvSpPr>
        <p:spPr>
          <a:xfrm>
            <a:off x="2667750" y="3375950"/>
            <a:ext cx="1343700" cy="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FFFF"/>
                </a:solidFill>
              </a:rPr>
              <a:t>0</a:t>
            </a:r>
            <a:r>
              <a:rPr lang="en">
                <a:solidFill>
                  <a:srgbClr val="00FFFF"/>
                </a:solidFill>
              </a:rPr>
              <a:t> disables parity control</a:t>
            </a:r>
            <a:endParaRPr>
              <a:solidFill>
                <a:srgbClr val="00FFFF"/>
              </a:solidFill>
            </a:endParaRPr>
          </a:p>
        </p:txBody>
      </p:sp>
      <p:pic>
        <p:nvPicPr>
          <p:cNvPr id="1046" name="Google Shape;1046;p114"/>
          <p:cNvPicPr preferRelativeResize="0"/>
          <p:nvPr/>
        </p:nvPicPr>
        <p:blipFill>
          <a:blip r:embed="rId5">
            <a:alphaModFix/>
          </a:blip>
          <a:stretch>
            <a:fillRect/>
          </a:stretch>
        </p:blipFill>
        <p:spPr>
          <a:xfrm>
            <a:off x="86200" y="4844425"/>
            <a:ext cx="8839200" cy="1917032"/>
          </a:xfrm>
          <a:prstGeom prst="rect">
            <a:avLst/>
          </a:prstGeom>
          <a:noFill/>
          <a:ln>
            <a:noFill/>
          </a:ln>
        </p:spPr>
      </p:pic>
      <p:sp>
        <p:nvSpPr>
          <p:cNvPr id="1047" name="Google Shape;1047;p114"/>
          <p:cNvSpPr txBox="1"/>
          <p:nvPr/>
        </p:nvSpPr>
        <p:spPr>
          <a:xfrm>
            <a:off x="5229550" y="4427850"/>
            <a:ext cx="3602700" cy="37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USART control register 2 (USART_CR2)</a:t>
            </a:r>
            <a:endParaRPr b="1">
              <a:solidFill>
                <a:schemeClr val="dk2"/>
              </a:solidFill>
            </a:endParaRPr>
          </a:p>
        </p:txBody>
      </p:sp>
      <p:sp>
        <p:nvSpPr>
          <p:cNvPr id="1048" name="Google Shape;1048;p114"/>
          <p:cNvSpPr/>
          <p:nvPr/>
        </p:nvSpPr>
        <p:spPr>
          <a:xfrm>
            <a:off x="1324050" y="5785600"/>
            <a:ext cx="1059300" cy="8385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49" name="Google Shape;1049;p114"/>
          <p:cNvCxnSpPr>
            <a:stCxn id="1050" idx="2"/>
            <a:endCxn id="1048" idx="0"/>
          </p:cNvCxnSpPr>
          <p:nvPr/>
        </p:nvCxnSpPr>
        <p:spPr>
          <a:xfrm>
            <a:off x="883500" y="4814025"/>
            <a:ext cx="970200" cy="971700"/>
          </a:xfrm>
          <a:prstGeom prst="straightConnector1">
            <a:avLst/>
          </a:prstGeom>
          <a:noFill/>
          <a:ln cap="flat" cmpd="sng" w="9525">
            <a:solidFill>
              <a:srgbClr val="FF00FF"/>
            </a:solidFill>
            <a:prstDash val="solid"/>
            <a:round/>
            <a:headEnd len="med" w="med" type="none"/>
            <a:tailEnd len="med" w="med" type="triangle"/>
          </a:ln>
        </p:spPr>
      </p:cxnSp>
      <p:sp>
        <p:nvSpPr>
          <p:cNvPr id="1050" name="Google Shape;1050;p114"/>
          <p:cNvSpPr txBox="1"/>
          <p:nvPr/>
        </p:nvSpPr>
        <p:spPr>
          <a:xfrm>
            <a:off x="311700" y="4199025"/>
            <a:ext cx="1143600" cy="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FF"/>
                </a:solidFill>
              </a:rPr>
              <a:t>00</a:t>
            </a:r>
            <a:r>
              <a:rPr lang="en">
                <a:solidFill>
                  <a:srgbClr val="FF00FF"/>
                </a:solidFill>
              </a:rPr>
              <a:t> selects 1 stop bit</a:t>
            </a:r>
            <a:endParaRPr>
              <a:solidFill>
                <a:srgbClr val="FF00FF"/>
              </a:solidFill>
            </a:endParaRPr>
          </a:p>
        </p:txBody>
      </p:sp>
      <p:pic>
        <p:nvPicPr>
          <p:cNvPr id="1051" name="Google Shape;1051;p114"/>
          <p:cNvPicPr preferRelativeResize="0"/>
          <p:nvPr/>
        </p:nvPicPr>
        <p:blipFill>
          <a:blip r:embed="rId4">
            <a:alphaModFix/>
          </a:blip>
          <a:stretch>
            <a:fillRect/>
          </a:stretch>
        </p:blipFill>
        <p:spPr>
          <a:xfrm>
            <a:off x="1804500" y="4361688"/>
            <a:ext cx="2790825" cy="438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15"/>
          <p:cNvSpPr txBox="1"/>
          <p:nvPr>
            <p:ph type="title"/>
          </p:nvPr>
        </p:nvSpPr>
        <p:spPr>
          <a:xfrm>
            <a:off x="311700" y="2623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a:t>
            </a:r>
            <a:r>
              <a:rPr lang="en"/>
              <a:t>Initializations</a:t>
            </a:r>
            <a:endParaRPr/>
          </a:p>
        </p:txBody>
      </p:sp>
      <p:sp>
        <p:nvSpPr>
          <p:cNvPr id="1057" name="Google Shape;1057;p115"/>
          <p:cNvSpPr txBox="1"/>
          <p:nvPr>
            <p:ph idx="1" type="body"/>
          </p:nvPr>
        </p:nvSpPr>
        <p:spPr>
          <a:xfrm>
            <a:off x="311700" y="919550"/>
            <a:ext cx="8520600" cy="476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To send a byte, the transmitter sends…</a:t>
            </a:r>
            <a:endParaRPr/>
          </a:p>
          <a:p>
            <a:pPr indent="-342900" lvl="0" marL="457200" rtl="0" algn="l">
              <a:spcBef>
                <a:spcPts val="1600"/>
              </a:spcBef>
              <a:spcAft>
                <a:spcPts val="0"/>
              </a:spcAft>
              <a:buSzPts val="1800"/>
              <a:buChar char="●"/>
            </a:pPr>
            <a:r>
              <a:rPr lang="en"/>
              <a:t>Start bit(s) (a zero)</a:t>
            </a:r>
            <a:endParaRPr/>
          </a:p>
          <a:p>
            <a:pPr indent="-342900" lvl="0" marL="457200" rtl="0" algn="l">
              <a:spcBef>
                <a:spcPts val="0"/>
              </a:spcBef>
              <a:spcAft>
                <a:spcPts val="0"/>
              </a:spcAft>
              <a:buSzPts val="1800"/>
              <a:buChar char="●"/>
            </a:pPr>
            <a:r>
              <a:rPr lang="en"/>
              <a:t>Data bits (LSB first, MSB last)</a:t>
            </a:r>
            <a:endParaRPr/>
          </a:p>
          <a:p>
            <a:pPr indent="-342900" lvl="0" marL="457200" rtl="0" algn="l">
              <a:spcBef>
                <a:spcPts val="0"/>
              </a:spcBef>
              <a:spcAft>
                <a:spcPts val="0"/>
              </a:spcAft>
              <a:buSzPts val="1800"/>
              <a:buChar char="●"/>
            </a:pPr>
            <a:r>
              <a:rPr lang="en"/>
              <a:t>Parity bits (optional for error detection - we won't be using those for now)</a:t>
            </a:r>
            <a:endParaRPr/>
          </a:p>
          <a:p>
            <a:pPr indent="-342900" lvl="0" marL="457200" rtl="0" algn="l">
              <a:spcBef>
                <a:spcPts val="0"/>
              </a:spcBef>
              <a:spcAft>
                <a:spcPts val="0"/>
              </a:spcAft>
              <a:buSzPts val="1800"/>
              <a:buChar char="●"/>
            </a:pPr>
            <a:r>
              <a:rPr lang="en"/>
              <a:t>Stop bit(s) (a one)</a:t>
            </a:r>
            <a:endParaRPr/>
          </a:p>
          <a:p>
            <a:pPr indent="0" lvl="0" marL="0" rtl="0" algn="l">
              <a:spcBef>
                <a:spcPts val="1600"/>
              </a:spcBef>
              <a:spcAft>
                <a:spcPts val="0"/>
              </a:spcAft>
              <a:buNone/>
            </a:pPr>
            <a:r>
              <a:rPr lang="en"/>
              <a:t>By accepting the </a:t>
            </a:r>
            <a:r>
              <a:rPr lang="en"/>
              <a:t>defaults</a:t>
            </a:r>
            <a:r>
              <a:rPr lang="en"/>
              <a:t> in CR1 and CR2, we select:</a:t>
            </a:r>
            <a:endParaRPr/>
          </a:p>
          <a:p>
            <a:pPr indent="-342900" lvl="0" marL="457200" rtl="0" algn="l">
              <a:spcBef>
                <a:spcPts val="1600"/>
              </a:spcBef>
              <a:spcAft>
                <a:spcPts val="0"/>
              </a:spcAft>
              <a:buSzPts val="1800"/>
              <a:buChar char="●"/>
            </a:pPr>
            <a:r>
              <a:rPr lang="en"/>
              <a:t>1 Start bit</a:t>
            </a:r>
            <a:endParaRPr/>
          </a:p>
          <a:p>
            <a:pPr indent="-342900" lvl="0" marL="457200" rtl="0" algn="l">
              <a:spcBef>
                <a:spcPts val="0"/>
              </a:spcBef>
              <a:spcAft>
                <a:spcPts val="0"/>
              </a:spcAft>
              <a:buSzPts val="1800"/>
              <a:buChar char="●"/>
            </a:pPr>
            <a:r>
              <a:rPr lang="en"/>
              <a:t>8 Data bits</a:t>
            </a:r>
            <a:endParaRPr/>
          </a:p>
          <a:p>
            <a:pPr indent="-342900" lvl="0" marL="457200" rtl="0" algn="l">
              <a:spcBef>
                <a:spcPts val="0"/>
              </a:spcBef>
              <a:spcAft>
                <a:spcPts val="0"/>
              </a:spcAft>
              <a:buSzPts val="1800"/>
              <a:buChar char="●"/>
            </a:pPr>
            <a:r>
              <a:rPr lang="en"/>
              <a:t>1 Stop bit</a:t>
            </a:r>
            <a:endParaRPr/>
          </a:p>
          <a:p>
            <a:pPr indent="-342900" lvl="0" marL="457200" rtl="0" algn="l">
              <a:spcBef>
                <a:spcPts val="0"/>
              </a:spcBef>
              <a:spcAft>
                <a:spcPts val="0"/>
              </a:spcAft>
              <a:buSzPts val="1800"/>
              <a:buChar char="●"/>
            </a:pPr>
            <a:r>
              <a:rPr lang="en"/>
              <a:t>No parity bits</a:t>
            </a:r>
            <a:endParaRPr/>
          </a:p>
          <a:p>
            <a:pPr indent="-342900" lvl="0" marL="457200" rtl="0" algn="l">
              <a:spcBef>
                <a:spcPts val="0"/>
              </a:spcBef>
              <a:spcAft>
                <a:spcPts val="0"/>
              </a:spcAft>
              <a:buSzPts val="1800"/>
              <a:buChar char="●"/>
            </a:pPr>
            <a:r>
              <a:rPr lang="en"/>
              <a:t>Oversampling by 16</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16"/>
          <p:cNvSpPr txBox="1"/>
          <p:nvPr>
            <p:ph type="title"/>
          </p:nvPr>
        </p:nvSpPr>
        <p:spPr>
          <a:xfrm>
            <a:off x="0" y="-55375"/>
            <a:ext cx="39117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Initialization - Summary</a:t>
            </a:r>
            <a:endParaRPr/>
          </a:p>
        </p:txBody>
      </p:sp>
      <p:sp>
        <p:nvSpPr>
          <p:cNvPr id="1063" name="Google Shape;1063;p116"/>
          <p:cNvSpPr txBox="1"/>
          <p:nvPr>
            <p:ph idx="1" type="body"/>
          </p:nvPr>
        </p:nvSpPr>
        <p:spPr>
          <a:xfrm>
            <a:off x="232250" y="635400"/>
            <a:ext cx="8520600" cy="6222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#define </a:t>
            </a:r>
            <a:r>
              <a:rPr b="1" lang="en" sz="1200">
                <a:solidFill>
                  <a:schemeClr val="dk1"/>
                </a:solidFill>
                <a:highlight>
                  <a:srgbClr val="FFFFFF"/>
                </a:highlight>
                <a:latin typeface="Courier New"/>
                <a:ea typeface="Courier New"/>
                <a:cs typeface="Courier New"/>
                <a:sym typeface="Courier New"/>
              </a:rPr>
              <a:t>SYS_FREQ  12000000U</a:t>
            </a:r>
            <a:r>
              <a:rPr b="1" lang="en" sz="1200">
                <a:solidFill>
                  <a:srgbClr val="7F0055"/>
                </a:solidFill>
                <a:highlight>
                  <a:srgbClr val="FFFFFF"/>
                </a:highlight>
                <a:latin typeface="Courier New"/>
                <a:ea typeface="Courier New"/>
                <a:cs typeface="Courier New"/>
                <a:sym typeface="Courier New"/>
              </a:rPr>
              <a:t> 	          </a:t>
            </a:r>
            <a:r>
              <a:rPr b="1" lang="en" sz="1200">
                <a:solidFill>
                  <a:srgbClr val="3F7F59"/>
                </a:solidFill>
                <a:highlight>
                  <a:srgbClr val="FFFFFF"/>
                </a:highlight>
                <a:latin typeface="Courier New"/>
                <a:ea typeface="Courier New"/>
                <a:cs typeface="Courier New"/>
                <a:sym typeface="Courier New"/>
              </a:rPr>
              <a:t>// standard clock HSISYS </a:t>
            </a:r>
            <a:endParaRPr b="1" sz="1200">
              <a:solidFill>
                <a:srgbClr val="3F7F59"/>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#define </a:t>
            </a:r>
            <a:r>
              <a:rPr b="1" lang="en" sz="1200">
                <a:solidFill>
                  <a:schemeClr val="dk1"/>
                </a:solidFill>
                <a:highlight>
                  <a:srgbClr val="FFFFFF"/>
                </a:highlight>
                <a:latin typeface="Courier New"/>
                <a:ea typeface="Courier New"/>
                <a:cs typeface="Courier New"/>
                <a:sym typeface="Courier New"/>
              </a:rPr>
              <a:t>APB_CLK   SYS_FREQ</a:t>
            </a:r>
            <a:r>
              <a:rPr b="1" lang="en" sz="1200">
                <a:solidFill>
                  <a:srgbClr val="7F0055"/>
                </a:solidFill>
                <a:highlight>
                  <a:srgbClr val="FFFFFF"/>
                </a:highlight>
                <a:latin typeface="Courier New"/>
                <a:ea typeface="Courier New"/>
                <a:cs typeface="Courier New"/>
                <a:sym typeface="Courier New"/>
              </a:rPr>
              <a:t>              </a:t>
            </a:r>
            <a:r>
              <a:rPr b="1" lang="en" sz="1200">
                <a:solidFill>
                  <a:srgbClr val="3F7F59"/>
                </a:solidFill>
                <a:highlight>
                  <a:srgbClr val="FFFFFF"/>
                </a:highlight>
                <a:latin typeface="Courier New"/>
                <a:ea typeface="Courier New"/>
                <a:cs typeface="Courier New"/>
                <a:sym typeface="Courier New"/>
              </a:rPr>
              <a:t>// No additional prescaling</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#define </a:t>
            </a:r>
            <a:r>
              <a:rPr b="1" lang="en" sz="1200">
                <a:solidFill>
                  <a:schemeClr val="dk1"/>
                </a:solidFill>
                <a:highlight>
                  <a:srgbClr val="FFFFFF"/>
                </a:highlight>
                <a:latin typeface="Courier New"/>
                <a:ea typeface="Courier New"/>
                <a:cs typeface="Courier New"/>
                <a:sym typeface="Courier New"/>
              </a:rPr>
              <a:t>UART_BAUD_RATE 9600</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uart2_init(</a:t>
            </a: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IOPENR</a:t>
            </a:r>
            <a:r>
              <a:rPr b="1" lang="en" sz="1200">
                <a:solidFill>
                  <a:schemeClr val="dk1"/>
                </a:solidFill>
                <a:highlight>
                  <a:srgbClr val="FFFFFF"/>
                </a:highlight>
                <a:latin typeface="Courier New"/>
                <a:ea typeface="Courier New"/>
                <a:cs typeface="Courier New"/>
                <a:sym typeface="Courier New"/>
              </a:rPr>
              <a:t> |= RCC_IOPENR_GPIOAEN; </a:t>
            </a:r>
            <a:r>
              <a:rPr b="1" lang="en" sz="1200">
                <a:solidFill>
                  <a:srgbClr val="3F7F5F"/>
                </a:solidFill>
                <a:highlight>
                  <a:srgbClr val="FFFFFF"/>
                </a:highlight>
                <a:latin typeface="Courier New"/>
                <a:ea typeface="Courier New"/>
                <a:cs typeface="Courier New"/>
                <a:sym typeface="Courier New"/>
              </a:rPr>
              <a:t>//enable clock access to </a:t>
            </a:r>
            <a:r>
              <a:rPr b="1" lang="en" sz="1200" u="sng">
                <a:solidFill>
                  <a:srgbClr val="3F7F5F"/>
                </a:solidFill>
                <a:highlight>
                  <a:srgbClr val="FFFFFF"/>
                </a:highlight>
                <a:latin typeface="Courier New"/>
                <a:ea typeface="Courier New"/>
                <a:cs typeface="Courier New"/>
                <a:sym typeface="Courier New"/>
              </a:rPr>
              <a:t>gpioa</a:t>
            </a:r>
            <a:r>
              <a:rPr b="1" lang="en" sz="1200">
                <a:solidFill>
                  <a:srgbClr val="3F7F5F"/>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//set PA2 (</a:t>
            </a:r>
            <a:r>
              <a:rPr b="1" lang="en" sz="1200" u="sng">
                <a:solidFill>
                  <a:srgbClr val="3F7F5F"/>
                </a:solidFill>
                <a:highlight>
                  <a:schemeClr val="lt1"/>
                </a:highlight>
                <a:latin typeface="Courier New"/>
                <a:ea typeface="Courier New"/>
                <a:cs typeface="Courier New"/>
                <a:sym typeface="Courier New"/>
              </a:rPr>
              <a:t>rx</a:t>
            </a:r>
            <a:r>
              <a:rPr b="1" lang="en" sz="1200">
                <a:solidFill>
                  <a:srgbClr val="3F7F5F"/>
                </a:solidFill>
                <a:highlight>
                  <a:schemeClr val="lt1"/>
                </a:highlight>
                <a:latin typeface="Courier New"/>
                <a:ea typeface="Courier New"/>
                <a:cs typeface="Courier New"/>
                <a:sym typeface="Courier New"/>
              </a:rPr>
              <a:t>) mode to alternate function mode</a:t>
            </a:r>
            <a:endParaRPr b="1" sz="1200">
              <a:solidFill>
                <a:schemeClr val="dk1"/>
              </a:solidFill>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GPIOA-&gt;</a:t>
            </a:r>
            <a:r>
              <a:rPr b="1" lang="en" sz="1200">
                <a:solidFill>
                  <a:srgbClr val="0000C0"/>
                </a:solidFill>
                <a:latin typeface="Courier New"/>
                <a:ea typeface="Courier New"/>
                <a:cs typeface="Courier New"/>
                <a:sym typeface="Courier New"/>
              </a:rPr>
              <a:t>MODER</a:t>
            </a:r>
            <a:r>
              <a:rPr b="1" lang="en" sz="1200">
                <a:solidFill>
                  <a:schemeClr val="dk1"/>
                </a:solidFill>
                <a:latin typeface="Courier New"/>
                <a:ea typeface="Courier New"/>
                <a:cs typeface="Courier New"/>
                <a:sym typeface="Courier New"/>
              </a:rPr>
              <a:t> &amp;= ~GPIO_MODER_MODE2_Msk);</a:t>
            </a:r>
            <a:endParaRPr b="1" sz="1200">
              <a:solidFill>
                <a:schemeClr val="dk1"/>
              </a:solidFill>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chemeClr val="dk1"/>
                </a:solidFill>
                <a:latin typeface="Courier New"/>
                <a:ea typeface="Courier New"/>
                <a:cs typeface="Courier New"/>
                <a:sym typeface="Courier New"/>
              </a:rPr>
              <a:t>GPIOA-&gt;</a:t>
            </a:r>
            <a:r>
              <a:rPr b="1" lang="en" sz="1200">
                <a:solidFill>
                  <a:srgbClr val="0000C0"/>
                </a:solidFill>
                <a:latin typeface="Courier New"/>
                <a:ea typeface="Courier New"/>
                <a:cs typeface="Courier New"/>
                <a:sym typeface="Courier New"/>
              </a:rPr>
              <a:t>MODER</a:t>
            </a:r>
            <a:r>
              <a:rPr b="1" lang="en" sz="1200">
                <a:solidFill>
                  <a:schemeClr val="dk1"/>
                </a:solidFill>
                <a:latin typeface="Courier New"/>
                <a:ea typeface="Courier New"/>
                <a:cs typeface="Courier New"/>
                <a:sym typeface="Courier New"/>
              </a:rPr>
              <a:t> |= </a:t>
            </a:r>
            <a:r>
              <a:rPr b="1" lang="en" sz="1200">
                <a:solidFill>
                  <a:schemeClr val="dk1"/>
                </a:solidFill>
                <a:latin typeface="Courier New"/>
                <a:ea typeface="Courier New"/>
                <a:cs typeface="Courier New"/>
                <a:sym typeface="Courier New"/>
              </a:rPr>
              <a:t>(GPIO_ALTERNATE &lt;&lt; GPIO_MODER_MODE2_Pos);</a:t>
            </a:r>
            <a:endParaRPr b="1" sz="1200">
              <a:solidFill>
                <a:schemeClr val="dk1"/>
              </a:solidFill>
              <a:latin typeface="Courier New"/>
              <a:ea typeface="Courier New"/>
              <a:cs typeface="Courier New"/>
              <a:sym typeface="Courier New"/>
            </a:endParaRPr>
          </a:p>
          <a:p>
            <a:pPr indent="431800" lvl="0" marL="25400" rtl="0" algn="l">
              <a:spcBef>
                <a:spcPts val="0"/>
              </a:spcBef>
              <a:spcAft>
                <a:spcPts val="0"/>
              </a:spcAft>
              <a:buNone/>
            </a:pPr>
            <a:r>
              <a:t/>
            </a:r>
            <a:endParaRPr b="1" sz="1200">
              <a:solidFill>
                <a:srgbClr val="3F7F5F"/>
              </a:solidFill>
              <a:highlight>
                <a:schemeClr val="lt1"/>
              </a:highlight>
              <a:latin typeface="Courier New"/>
              <a:ea typeface="Courier New"/>
              <a:cs typeface="Courier New"/>
              <a:sym typeface="Courier New"/>
            </a:endParaRPr>
          </a:p>
          <a:p>
            <a:pPr indent="431800" lvl="0" marL="25400" rtl="0" algn="l">
              <a:spcBef>
                <a:spcPts val="0"/>
              </a:spcBef>
              <a:spcAft>
                <a:spcPts val="0"/>
              </a:spcAft>
              <a:buNone/>
            </a:pPr>
            <a:r>
              <a:rPr b="1" lang="en" sz="1200">
                <a:solidFill>
                  <a:srgbClr val="3F7F5F"/>
                </a:solidFill>
                <a:highlight>
                  <a:schemeClr val="lt1"/>
                </a:highlight>
                <a:latin typeface="Courier New"/>
                <a:ea typeface="Courier New"/>
                <a:cs typeface="Courier New"/>
                <a:sym typeface="Courier New"/>
              </a:rPr>
              <a:t>// set PA3 (</a:t>
            </a:r>
            <a:r>
              <a:rPr b="1" lang="en" sz="1200" u="sng">
                <a:solidFill>
                  <a:srgbClr val="3F7F5F"/>
                </a:solidFill>
                <a:highlight>
                  <a:schemeClr val="lt1"/>
                </a:highlight>
                <a:latin typeface="Courier New"/>
                <a:ea typeface="Courier New"/>
                <a:cs typeface="Courier New"/>
                <a:sym typeface="Courier New"/>
              </a:rPr>
              <a:t>tx</a:t>
            </a:r>
            <a:r>
              <a:rPr b="1" lang="en" sz="1200">
                <a:solidFill>
                  <a:srgbClr val="3F7F5F"/>
                </a:solidFill>
                <a:highlight>
                  <a:schemeClr val="lt1"/>
                </a:highlight>
                <a:latin typeface="Courier New"/>
                <a:ea typeface="Courier New"/>
                <a:cs typeface="Courier New"/>
                <a:sym typeface="Courier New"/>
              </a:rPr>
              <a:t>) mode to alternate function mode</a:t>
            </a:r>
            <a:endParaRPr b="1" sz="12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GPIOA-&gt;</a:t>
            </a:r>
            <a:r>
              <a:rPr b="1" lang="en" sz="1200">
                <a:solidFill>
                  <a:srgbClr val="0000C0"/>
                </a:solidFill>
                <a:latin typeface="Courier New"/>
                <a:ea typeface="Courier New"/>
                <a:cs typeface="Courier New"/>
                <a:sym typeface="Courier New"/>
              </a:rPr>
              <a:t>MODER</a:t>
            </a:r>
            <a:r>
              <a:rPr b="1" lang="en" sz="1200">
                <a:solidFill>
                  <a:schemeClr val="dk1"/>
                </a:solidFill>
                <a:latin typeface="Courier New"/>
                <a:ea typeface="Courier New"/>
                <a:cs typeface="Courier New"/>
                <a:sym typeface="Courier New"/>
              </a:rPr>
              <a:t> &amp;= </a:t>
            </a:r>
            <a:r>
              <a:rPr b="1" lang="en" sz="1200">
                <a:solidFill>
                  <a:schemeClr val="dk1"/>
                </a:solidFill>
                <a:highlight>
                  <a:srgbClr val="FFFFFF"/>
                </a:highlight>
                <a:latin typeface="Courier New"/>
                <a:ea typeface="Courier New"/>
                <a:cs typeface="Courier New"/>
                <a:sym typeface="Courier New"/>
              </a:rPr>
              <a:t>~GPIO_MODER_MODE3_Msk);</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chemeClr val="dk1"/>
                </a:solidFill>
                <a:latin typeface="Courier New"/>
                <a:ea typeface="Courier New"/>
                <a:cs typeface="Courier New"/>
                <a:sym typeface="Courier New"/>
              </a:rPr>
              <a:t>GPIOA-&gt;</a:t>
            </a:r>
            <a:r>
              <a:rPr b="1" lang="en" sz="1200">
                <a:solidFill>
                  <a:srgbClr val="0000C0"/>
                </a:solidFill>
                <a:latin typeface="Courier New"/>
                <a:ea typeface="Courier New"/>
                <a:cs typeface="Courier New"/>
                <a:sym typeface="Courier New"/>
              </a:rPr>
              <a:t>MODER</a:t>
            </a:r>
            <a:r>
              <a:rPr b="1" lang="en" sz="1200">
                <a:solidFill>
                  <a:schemeClr val="dk1"/>
                </a:solidFill>
                <a:latin typeface="Courier New"/>
                <a:ea typeface="Courier New"/>
                <a:cs typeface="Courier New"/>
                <a:sym typeface="Courier New"/>
              </a:rPr>
              <a:t> |= </a:t>
            </a:r>
            <a:r>
              <a:rPr b="1" lang="en" sz="1200">
                <a:solidFill>
                  <a:schemeClr val="dk1"/>
                </a:solidFill>
                <a:highlight>
                  <a:srgbClr val="FFFFFF"/>
                </a:highlight>
                <a:latin typeface="Courier New"/>
                <a:ea typeface="Courier New"/>
                <a:cs typeface="Courier New"/>
                <a:sym typeface="Courier New"/>
              </a:rPr>
              <a:t>(GPIO_ALTERNATE &lt;&lt; GPIO_MODER_MODE3_Pos);</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2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rgbClr val="3F7F5F"/>
                </a:solidFill>
                <a:highlight>
                  <a:schemeClr val="lt1"/>
                </a:highlight>
                <a:latin typeface="Courier New"/>
                <a:ea typeface="Courier New"/>
                <a:cs typeface="Courier New"/>
                <a:sym typeface="Courier New"/>
              </a:rPr>
              <a:t>// set PA2 alternate function type to AF01 which is mapped to UART_TX for PA2</a:t>
            </a:r>
            <a:endParaRPr b="1" sz="12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GPIOA-&gt;</a:t>
            </a:r>
            <a:r>
              <a:rPr b="1" lang="en" sz="1200">
                <a:solidFill>
                  <a:srgbClr val="0000C0"/>
                </a:solidFill>
                <a:highlight>
                  <a:srgbClr val="FFFFFF"/>
                </a:highlight>
                <a:latin typeface="Courier New"/>
                <a:ea typeface="Courier New"/>
                <a:cs typeface="Courier New"/>
                <a:sym typeface="Courier New"/>
              </a:rPr>
              <a:t>AFR</a:t>
            </a:r>
            <a:r>
              <a:rPr b="1" lang="en" sz="1200">
                <a:solidFill>
                  <a:schemeClr val="dk1"/>
                </a:solidFill>
                <a:highlight>
                  <a:srgbClr val="FFFFFF"/>
                </a:highlight>
                <a:latin typeface="Courier New"/>
                <a:ea typeface="Courier New"/>
                <a:cs typeface="Courier New"/>
                <a:sym typeface="Courier New"/>
              </a:rPr>
              <a:t>[0] &amp;= ~GPIO_AFRL_AFSEL2_Msk);</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chemeClr val="dk1"/>
                </a:solidFill>
                <a:highlight>
                  <a:schemeClr val="lt1"/>
                </a:highlight>
                <a:latin typeface="Courier New"/>
                <a:ea typeface="Courier New"/>
                <a:cs typeface="Courier New"/>
                <a:sym typeface="Courier New"/>
              </a:rPr>
              <a:t>GPIOA-&gt;</a:t>
            </a:r>
            <a:r>
              <a:rPr b="1" lang="en" sz="1200">
                <a:solidFill>
                  <a:srgbClr val="0000C0"/>
                </a:solidFill>
                <a:highlight>
                  <a:schemeClr val="lt1"/>
                </a:highlight>
                <a:latin typeface="Courier New"/>
                <a:ea typeface="Courier New"/>
                <a:cs typeface="Courier New"/>
                <a:sym typeface="Courier New"/>
              </a:rPr>
              <a:t>AFR</a:t>
            </a:r>
            <a:r>
              <a:rPr b="1" lang="en" sz="1200">
                <a:solidFill>
                  <a:schemeClr val="dk1"/>
                </a:solidFill>
                <a:highlight>
                  <a:schemeClr val="lt1"/>
                </a:highlight>
                <a:latin typeface="Courier New"/>
                <a:ea typeface="Courier New"/>
                <a:cs typeface="Courier New"/>
                <a:sym typeface="Courier New"/>
              </a:rPr>
              <a:t>[0] |= </a:t>
            </a:r>
            <a:r>
              <a:rPr b="1" lang="en" sz="1200">
                <a:solidFill>
                  <a:schemeClr val="dk1"/>
                </a:solidFill>
                <a:highlight>
                  <a:srgbClr val="FFFFFF"/>
                </a:highlight>
                <a:latin typeface="Courier New"/>
                <a:ea typeface="Courier New"/>
                <a:cs typeface="Courier New"/>
                <a:sym typeface="Courier New"/>
              </a:rPr>
              <a:t>(GPIO_AF1 &lt;&lt; GPIO_AFRL_AFSEL2_Pos);</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chemeClr val="lt1"/>
                </a:highlight>
                <a:latin typeface="Courier New"/>
                <a:ea typeface="Courier New"/>
                <a:cs typeface="Courier New"/>
                <a:sym typeface="Courier New"/>
              </a:rPr>
              <a:t>// set PA3 alternate function type to AF01 which is mapped to UART_RX for PA3</a:t>
            </a:r>
            <a:endParaRPr b="1" sz="1200">
              <a:solidFill>
                <a:schemeClr val="dk1"/>
              </a:solidFill>
              <a:highlight>
                <a:srgbClr val="FFFFFF"/>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b="1" lang="en" sz="1200">
                <a:solidFill>
                  <a:schemeClr val="dk1"/>
                </a:solidFill>
                <a:highlight>
                  <a:schemeClr val="lt1"/>
                </a:highlight>
                <a:latin typeface="Courier New"/>
                <a:ea typeface="Courier New"/>
                <a:cs typeface="Courier New"/>
                <a:sym typeface="Courier New"/>
              </a:rPr>
              <a:t>GPIOA-&gt;</a:t>
            </a:r>
            <a:r>
              <a:rPr b="1" lang="en" sz="1200">
                <a:solidFill>
                  <a:srgbClr val="0000C0"/>
                </a:solidFill>
                <a:highlight>
                  <a:schemeClr val="lt1"/>
                </a:highlight>
                <a:latin typeface="Courier New"/>
                <a:ea typeface="Courier New"/>
                <a:cs typeface="Courier New"/>
                <a:sym typeface="Courier New"/>
              </a:rPr>
              <a:t>AFR</a:t>
            </a:r>
            <a:r>
              <a:rPr b="1" lang="en" sz="1200">
                <a:solidFill>
                  <a:schemeClr val="dk1"/>
                </a:solidFill>
                <a:highlight>
                  <a:schemeClr val="lt1"/>
                </a:highlight>
                <a:latin typeface="Courier New"/>
                <a:ea typeface="Courier New"/>
                <a:cs typeface="Courier New"/>
                <a:sym typeface="Courier New"/>
              </a:rPr>
              <a:t>[0] &amp;= </a:t>
            </a:r>
            <a:r>
              <a:rPr b="1" lang="en" sz="1200">
                <a:solidFill>
                  <a:schemeClr val="dk1"/>
                </a:solidFill>
                <a:highlight>
                  <a:srgbClr val="FFFFFF"/>
                </a:highlight>
                <a:latin typeface="Courier New"/>
                <a:ea typeface="Courier New"/>
                <a:cs typeface="Courier New"/>
                <a:sym typeface="Courier New"/>
              </a:rPr>
              <a:t>~GPIO_AFRL_AFSEL3_Msk;</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chemeClr val="dk1"/>
                </a:solidFill>
                <a:highlight>
                  <a:schemeClr val="lt1"/>
                </a:highlight>
                <a:latin typeface="Courier New"/>
                <a:ea typeface="Courier New"/>
                <a:cs typeface="Courier New"/>
                <a:sym typeface="Courier New"/>
              </a:rPr>
              <a:t>GPIOA-&gt;</a:t>
            </a:r>
            <a:r>
              <a:rPr b="1" lang="en" sz="1200">
                <a:solidFill>
                  <a:srgbClr val="0000C0"/>
                </a:solidFill>
                <a:highlight>
                  <a:schemeClr val="lt1"/>
                </a:highlight>
                <a:latin typeface="Courier New"/>
                <a:ea typeface="Courier New"/>
                <a:cs typeface="Courier New"/>
                <a:sym typeface="Courier New"/>
              </a:rPr>
              <a:t>AFR</a:t>
            </a:r>
            <a:r>
              <a:rPr b="1" lang="en" sz="1200">
                <a:solidFill>
                  <a:schemeClr val="dk1"/>
                </a:solidFill>
                <a:highlight>
                  <a:schemeClr val="lt1"/>
                </a:highlight>
                <a:latin typeface="Courier New"/>
                <a:ea typeface="Courier New"/>
                <a:cs typeface="Courier New"/>
                <a:sym typeface="Courier New"/>
              </a:rPr>
              <a:t>[0] |= </a:t>
            </a:r>
            <a:r>
              <a:rPr b="1" lang="en" sz="1200">
                <a:solidFill>
                  <a:schemeClr val="dk1"/>
                </a:solidFill>
                <a:highlight>
                  <a:srgbClr val="FFFFFF"/>
                </a:highlight>
                <a:latin typeface="Courier New"/>
                <a:ea typeface="Courier New"/>
                <a:cs typeface="Courier New"/>
                <a:sym typeface="Courier New"/>
              </a:rPr>
              <a:t>(GPIO_AF1 &lt;&lt; GPIO_AFRL_AFSEL3_Pos);</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RCC-&gt;</a:t>
            </a:r>
            <a:r>
              <a:rPr b="1" lang="en" sz="1200">
                <a:solidFill>
                  <a:srgbClr val="0000C0"/>
                </a:solidFill>
                <a:highlight>
                  <a:srgbClr val="FFFFFF"/>
                </a:highlight>
                <a:latin typeface="Courier New"/>
                <a:ea typeface="Courier New"/>
                <a:cs typeface="Courier New"/>
                <a:sym typeface="Courier New"/>
              </a:rPr>
              <a:t>APBENR1</a:t>
            </a:r>
            <a:r>
              <a:rPr b="1" lang="en" sz="1200">
                <a:solidFill>
                  <a:schemeClr val="dk1"/>
                </a:solidFill>
                <a:highlight>
                  <a:srgbClr val="FFFFFF"/>
                </a:highlight>
                <a:latin typeface="Courier New"/>
                <a:ea typeface="Courier New"/>
                <a:cs typeface="Courier New"/>
                <a:sym typeface="Courier New"/>
              </a:rPr>
              <a:t> |= RCC_APBENR1_USART2EN;      </a:t>
            </a:r>
            <a:r>
              <a:rPr b="1" lang="en" sz="1200">
                <a:solidFill>
                  <a:srgbClr val="3F7F5F"/>
                </a:solidFill>
                <a:highlight>
                  <a:srgbClr val="FFFFFF"/>
                </a:highlight>
                <a:latin typeface="Courier New"/>
                <a:ea typeface="Courier New"/>
                <a:cs typeface="Courier New"/>
                <a:sym typeface="Courier New"/>
              </a:rPr>
              <a:t>// enable clock access to uart2</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uart_set_baudrate(USART2, APB_CLK, UART_BAUD_RATE); </a:t>
            </a:r>
            <a:r>
              <a:rPr b="1" lang="en" sz="1200">
                <a:solidFill>
                  <a:srgbClr val="3F7F5F"/>
                </a:solidFill>
                <a:highlight>
                  <a:srgbClr val="FFFFFF"/>
                </a:highlight>
                <a:latin typeface="Courier New"/>
                <a:ea typeface="Courier New"/>
                <a:cs typeface="Courier New"/>
                <a:sym typeface="Courier New"/>
              </a:rPr>
              <a:t>// configure </a:t>
            </a:r>
            <a:r>
              <a:rPr b="1" lang="en" sz="1200" u="sng">
                <a:solidFill>
                  <a:srgbClr val="3F7F5F"/>
                </a:solidFill>
                <a:highlight>
                  <a:srgbClr val="FFFFFF"/>
                </a:highlight>
                <a:latin typeface="Courier New"/>
                <a:ea typeface="Courier New"/>
                <a:cs typeface="Courier New"/>
                <a:sym typeface="Courier New"/>
              </a:rPr>
              <a:t>baudrate</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USART2-&gt;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USART_CR1_RE | USART_CR1_TE; </a:t>
            </a:r>
            <a:r>
              <a:rPr b="1" lang="en" sz="1200">
                <a:solidFill>
                  <a:srgbClr val="3F7F5F"/>
                </a:solidFill>
                <a:highlight>
                  <a:srgbClr val="FFFFFF"/>
                </a:highlight>
                <a:latin typeface="Courier New"/>
                <a:ea typeface="Courier New"/>
                <a:cs typeface="Courier New"/>
                <a:sym typeface="Courier New"/>
              </a:rPr>
              <a:t>// enable transmitter and receiver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USART2-&gt;</a:t>
            </a:r>
            <a:r>
              <a:rPr b="1" lang="en" sz="1200">
                <a:solidFill>
                  <a:srgbClr val="0000C0"/>
                </a:solidFill>
                <a:highlight>
                  <a:srgbClr val="FFFFFF"/>
                </a:highlight>
                <a:latin typeface="Courier New"/>
                <a:ea typeface="Courier New"/>
                <a:cs typeface="Courier New"/>
                <a:sym typeface="Courier New"/>
              </a:rPr>
              <a:t>CR1</a:t>
            </a:r>
            <a:r>
              <a:rPr b="1" lang="en" sz="1200">
                <a:solidFill>
                  <a:schemeClr val="dk1"/>
                </a:solidFill>
                <a:highlight>
                  <a:srgbClr val="FFFFFF"/>
                </a:highlight>
                <a:latin typeface="Courier New"/>
                <a:ea typeface="Courier New"/>
                <a:cs typeface="Courier New"/>
                <a:sym typeface="Courier New"/>
              </a:rPr>
              <a:t> |= USART_CR1_UE;               </a:t>
            </a:r>
            <a:r>
              <a:rPr b="1" lang="en" sz="1200">
                <a:solidFill>
                  <a:srgbClr val="3F7F5F"/>
                </a:solidFill>
                <a:highlight>
                  <a:srgbClr val="FFFFFF"/>
                </a:highlight>
                <a:latin typeface="Courier New"/>
                <a:ea typeface="Courier New"/>
                <a:cs typeface="Courier New"/>
                <a:sym typeface="Courier New"/>
              </a:rPr>
              <a:t>// enable </a:t>
            </a:r>
            <a:r>
              <a:rPr b="1" lang="en" sz="1200" u="sng">
                <a:solidFill>
                  <a:srgbClr val="3F7F5F"/>
                </a:solidFill>
                <a:highlight>
                  <a:srgbClr val="FFFFFF"/>
                </a:highlight>
                <a:latin typeface="Courier New"/>
                <a:ea typeface="Courier New"/>
                <a:cs typeface="Courier New"/>
                <a:sym typeface="Courier New"/>
              </a:rPr>
              <a:t>uart</a:t>
            </a:r>
            <a:r>
              <a:rPr b="1" lang="en" sz="1200">
                <a:solidFill>
                  <a:srgbClr val="3F7F5F"/>
                </a:solidFill>
                <a:highlight>
                  <a:srgbClr val="FFFFFF"/>
                </a:highlight>
                <a:latin typeface="Courier New"/>
                <a:ea typeface="Courier New"/>
                <a:cs typeface="Courier New"/>
                <a:sym typeface="Courier New"/>
              </a:rPr>
              <a:t> module</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solidFill>
                <a:srgbClr val="7F0055"/>
              </a:solidFill>
              <a:highlight>
                <a:srgbClr val="FFFFFF"/>
              </a:highlight>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17"/>
          <p:cNvSpPr txBox="1"/>
          <p:nvPr>
            <p:ph idx="4294967295" type="title"/>
          </p:nvPr>
        </p:nvSpPr>
        <p:spPr>
          <a:xfrm>
            <a:off x="1909350" y="1611575"/>
            <a:ext cx="5325300" cy="780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lang="en" sz="4200"/>
              <a:t>Send / Receive Data</a:t>
            </a:r>
            <a:endParaRPr sz="4200"/>
          </a:p>
        </p:txBody>
      </p:sp>
      <p:sp>
        <p:nvSpPr>
          <p:cNvPr id="1069" name="Google Shape;1069;p117"/>
          <p:cNvSpPr txBox="1"/>
          <p:nvPr/>
        </p:nvSpPr>
        <p:spPr>
          <a:xfrm>
            <a:off x="589950" y="3553425"/>
            <a:ext cx="79641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Make sure the hardware is ready (check a status flag)</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Write data to the send register / read data from the receive register</a:t>
            </a:r>
            <a:endParaRPr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18"/>
          <p:cNvSpPr txBox="1"/>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2"/>
              </a:buClr>
              <a:buSzPts val="1200"/>
              <a:buFont typeface="Helvetica Neue"/>
              <a:buNone/>
            </a:pPr>
            <a:r>
              <a:rPr b="0" i="1" lang="en" sz="1200" u="none">
                <a:solidFill>
                  <a:schemeClr val="lt2"/>
                </a:solidFill>
                <a:latin typeface="Helvetica Neue"/>
                <a:ea typeface="Helvetica Neue"/>
                <a:cs typeface="Helvetica Neue"/>
                <a:sym typeface="Helvetica Neue"/>
              </a:rPr>
              <a:t>17.</a:t>
            </a:r>
            <a:fld id="{00000000-1234-1234-1234-123412341234}" type="slidenum">
              <a:rPr b="0" i="1" lang="en" sz="1200" u="none">
                <a:solidFill>
                  <a:schemeClr val="lt2"/>
                </a:solidFill>
                <a:latin typeface="Helvetica Neue"/>
                <a:ea typeface="Helvetica Neue"/>
                <a:cs typeface="Helvetica Neue"/>
                <a:sym typeface="Helvetica Neue"/>
              </a:rPr>
              <a:t>‹#›</a:t>
            </a:fld>
            <a:endParaRPr/>
          </a:p>
        </p:txBody>
      </p:sp>
      <p:sp>
        <p:nvSpPr>
          <p:cNvPr id="1078" name="Google Shape;1078;p118"/>
          <p:cNvSpPr txBox="1"/>
          <p:nvPr>
            <p:ph idx="4294967295" type="title"/>
          </p:nvPr>
        </p:nvSpPr>
        <p:spPr>
          <a:xfrm>
            <a:off x="457200" y="381000"/>
            <a:ext cx="7789200" cy="53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Helvetica Neue"/>
              <a:buNone/>
            </a:pPr>
            <a:r>
              <a:rPr i="0" lang="en" u="none" cap="none" strike="noStrike">
                <a:solidFill>
                  <a:schemeClr val="dk1"/>
                </a:solidFill>
              </a:rPr>
              <a:t>Sending/Receiving Data</a:t>
            </a:r>
            <a:endParaRPr/>
          </a:p>
        </p:txBody>
      </p:sp>
      <p:sp>
        <p:nvSpPr>
          <p:cNvPr id="1079" name="Google Shape;1079;p118"/>
          <p:cNvSpPr txBox="1"/>
          <p:nvPr/>
        </p:nvSpPr>
        <p:spPr>
          <a:xfrm>
            <a:off x="893762" y="1225550"/>
            <a:ext cx="184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080" name="Google Shape;1080;p118"/>
          <p:cNvSpPr txBox="1"/>
          <p:nvPr/>
        </p:nvSpPr>
        <p:spPr>
          <a:xfrm>
            <a:off x="609600" y="990600"/>
            <a:ext cx="8093100" cy="83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Palatino"/>
              <a:buNone/>
            </a:pPr>
            <a:r>
              <a:rPr i="0" lang="en" sz="1800" u="none">
                <a:solidFill>
                  <a:schemeClr val="dk1"/>
                </a:solidFill>
              </a:rPr>
              <a:t>Sending is easy: Just shift bits out of the T</a:t>
            </a:r>
            <a:r>
              <a:rPr lang="en" sz="1800">
                <a:solidFill>
                  <a:schemeClr val="dk1"/>
                </a:solidFill>
              </a:rPr>
              <a:t>X shift </a:t>
            </a:r>
            <a:r>
              <a:rPr i="0" lang="en" sz="1800" u="none">
                <a:solidFill>
                  <a:schemeClr val="dk1"/>
                </a:solidFill>
              </a:rPr>
              <a:t>register at the baud rate.</a:t>
            </a:r>
            <a:endParaRPr sz="1800"/>
          </a:p>
          <a:p>
            <a:pPr indent="0" lvl="0" marL="0" marR="0" rtl="0" algn="l">
              <a:lnSpc>
                <a:spcPct val="100000"/>
              </a:lnSpc>
              <a:spcBef>
                <a:spcPts val="0"/>
              </a:spcBef>
              <a:spcAft>
                <a:spcPts val="0"/>
              </a:spcAft>
              <a:buClr>
                <a:schemeClr val="dk1"/>
              </a:buClr>
              <a:buSzPts val="1600"/>
              <a:buFont typeface="Arial"/>
              <a:buNone/>
            </a:pPr>
            <a:r>
              <a:t/>
            </a:r>
            <a:endParaRPr i="0" sz="1800" u="none">
              <a:solidFill>
                <a:schemeClr val="dk1"/>
              </a:solidFill>
            </a:endParaRPr>
          </a:p>
          <a:p>
            <a:pPr indent="0" lvl="0" marL="0" marR="0" rtl="0" algn="l">
              <a:lnSpc>
                <a:spcPct val="100000"/>
              </a:lnSpc>
              <a:spcBef>
                <a:spcPts val="0"/>
              </a:spcBef>
              <a:spcAft>
                <a:spcPts val="0"/>
              </a:spcAft>
              <a:buClr>
                <a:schemeClr val="dk1"/>
              </a:buClr>
              <a:buSzPts val="1600"/>
              <a:buFont typeface="Palatino"/>
              <a:buNone/>
            </a:pPr>
            <a:r>
              <a:rPr i="0" lang="en" sz="1800" u="none">
                <a:solidFill>
                  <a:schemeClr val="dk1"/>
                </a:solidFill>
              </a:rPr>
              <a:t>Receiving is harder (UART): No clock to synchronize the bit stream!</a:t>
            </a:r>
            <a:endParaRPr sz="1800"/>
          </a:p>
        </p:txBody>
      </p:sp>
      <p:sp>
        <p:nvSpPr>
          <p:cNvPr id="1081" name="Google Shape;1081;p118"/>
          <p:cNvSpPr txBox="1"/>
          <p:nvPr/>
        </p:nvSpPr>
        <p:spPr>
          <a:xfrm>
            <a:off x="685800" y="4191000"/>
            <a:ext cx="8275200" cy="1823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Palatino"/>
              <a:buNone/>
            </a:pPr>
            <a:r>
              <a:rPr i="0" lang="en" sz="1800" u="none">
                <a:solidFill>
                  <a:schemeClr val="dk1"/>
                </a:solidFill>
              </a:rPr>
              <a:t>Solution (clock reco</a:t>
            </a:r>
            <a:r>
              <a:rPr lang="en" sz="1800">
                <a:solidFill>
                  <a:schemeClr val="dk1"/>
                </a:solidFill>
              </a:rPr>
              <a:t>very)</a:t>
            </a:r>
            <a:r>
              <a:rPr i="0" lang="en" sz="1800" u="none">
                <a:solidFill>
                  <a:schemeClr val="dk1"/>
                </a:solidFill>
              </a:rPr>
              <a:t>:  </a:t>
            </a:r>
            <a:endParaRPr sz="1800"/>
          </a:p>
          <a:p>
            <a:pPr indent="-342900" lvl="0" marL="457200" marR="0" rtl="0" algn="l">
              <a:lnSpc>
                <a:spcPct val="100000"/>
              </a:lnSpc>
              <a:spcBef>
                <a:spcPts val="0"/>
              </a:spcBef>
              <a:spcAft>
                <a:spcPts val="0"/>
              </a:spcAft>
              <a:buClr>
                <a:schemeClr val="dk1"/>
              </a:buClr>
              <a:buSzPts val="1800"/>
              <a:buChar char="●"/>
            </a:pPr>
            <a:r>
              <a:rPr i="0" lang="en" sz="1800" u="none" cap="none" strike="noStrike">
                <a:solidFill>
                  <a:schemeClr val="dk1"/>
                </a:solidFill>
              </a:rPr>
              <a:t>Sample the incoming signal at 16× </a:t>
            </a:r>
            <a:r>
              <a:rPr lang="en" sz="1800">
                <a:solidFill>
                  <a:schemeClr val="dk1"/>
                </a:solidFill>
              </a:rPr>
              <a:t>the</a:t>
            </a:r>
            <a:r>
              <a:rPr i="0" lang="en" sz="1800" u="none" cap="none" strike="noStrike">
                <a:solidFill>
                  <a:schemeClr val="dk1"/>
                </a:solidFill>
              </a:rPr>
              <a:t> </a:t>
            </a:r>
            <a:r>
              <a:rPr lang="en" sz="1800" u="none" cap="none" strike="noStrike">
                <a:solidFill>
                  <a:schemeClr val="dk1"/>
                </a:solidFill>
              </a:rPr>
              <a:t>agreed-upon baud rate (oversampling)</a:t>
            </a:r>
            <a:endParaRPr sz="1800"/>
          </a:p>
          <a:p>
            <a:pPr indent="-342900" lvl="0" marL="457200" marR="0" rtl="0" algn="l">
              <a:lnSpc>
                <a:spcPct val="100000"/>
              </a:lnSpc>
              <a:spcBef>
                <a:spcPts val="0"/>
              </a:spcBef>
              <a:spcAft>
                <a:spcPts val="0"/>
              </a:spcAft>
              <a:buClr>
                <a:schemeClr val="dk1"/>
              </a:buClr>
              <a:buSzPts val="1800"/>
              <a:buChar char="●"/>
            </a:pPr>
            <a:r>
              <a:rPr i="0" lang="en" sz="1800" u="none" cap="none" strike="noStrike">
                <a:solidFill>
                  <a:schemeClr val="dk1"/>
                </a:solidFill>
              </a:rPr>
              <a:t>Watch for the start bit (always a 1-0 transition)</a:t>
            </a:r>
            <a:endParaRPr sz="1800"/>
          </a:p>
          <a:p>
            <a:pPr indent="-342900" lvl="0" marL="457200" marR="0" rtl="0" algn="l">
              <a:lnSpc>
                <a:spcPct val="100000"/>
              </a:lnSpc>
              <a:spcBef>
                <a:spcPts val="0"/>
              </a:spcBef>
              <a:spcAft>
                <a:spcPts val="0"/>
              </a:spcAft>
              <a:buClr>
                <a:schemeClr val="dk1"/>
              </a:buClr>
              <a:buSzPts val="1800"/>
              <a:buChar char="●"/>
            </a:pPr>
            <a:r>
              <a:rPr i="0" lang="en" sz="1800" u="none" cap="none" strike="noStrike">
                <a:solidFill>
                  <a:schemeClr val="dk1"/>
                </a:solidFill>
              </a:rPr>
              <a:t>Count 8 clocks to the middle of the start bit, shift it into the RX shift </a:t>
            </a:r>
            <a:r>
              <a:rPr lang="en" sz="1800">
                <a:solidFill>
                  <a:schemeClr val="dk1"/>
                </a:solidFill>
              </a:rPr>
              <a:t>register</a:t>
            </a:r>
            <a:endParaRPr sz="1800"/>
          </a:p>
          <a:p>
            <a:pPr indent="-342900" lvl="0" marL="457200" marR="0" rtl="0" algn="l">
              <a:lnSpc>
                <a:spcPct val="100000"/>
              </a:lnSpc>
              <a:spcBef>
                <a:spcPts val="0"/>
              </a:spcBef>
              <a:spcAft>
                <a:spcPts val="0"/>
              </a:spcAft>
              <a:buClr>
                <a:schemeClr val="dk1"/>
              </a:buClr>
              <a:buSzPts val="1800"/>
              <a:buChar char="●"/>
            </a:pPr>
            <a:r>
              <a:rPr i="0" lang="en" sz="1800" u="none" cap="none" strike="noStrike">
                <a:solidFill>
                  <a:schemeClr val="dk1"/>
                </a:solidFill>
              </a:rPr>
              <a:t>Sample the signal every 16 clocks after that  </a:t>
            </a:r>
            <a:endParaRPr sz="1800"/>
          </a:p>
        </p:txBody>
      </p:sp>
      <p:sp>
        <p:nvSpPr>
          <p:cNvPr id="1082" name="Google Shape;1082;p118"/>
          <p:cNvSpPr txBox="1"/>
          <p:nvPr/>
        </p:nvSpPr>
        <p:spPr>
          <a:xfrm>
            <a:off x="533400" y="6169812"/>
            <a:ext cx="53436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1200"/>
              <a:buFont typeface="Arial"/>
              <a:buNone/>
            </a:pPr>
            <a:r>
              <a:rPr b="0" i="1" lang="en" sz="1200" u="none">
                <a:solidFill>
                  <a:schemeClr val="dk2"/>
                </a:solidFill>
                <a:latin typeface="Arial"/>
                <a:ea typeface="Arial"/>
                <a:cs typeface="Arial"/>
                <a:sym typeface="Arial"/>
              </a:rPr>
              <a:t>Also see:  </a:t>
            </a:r>
            <a:r>
              <a:rPr b="0" i="1" lang="en" sz="1200" u="sng">
                <a:solidFill>
                  <a:schemeClr val="hlink"/>
                </a:solidFill>
                <a:latin typeface="Arial"/>
                <a:ea typeface="Arial"/>
                <a:cs typeface="Arial"/>
                <a:sym typeface="Arial"/>
                <a:hlinkClick r:id="rId3"/>
              </a:rPr>
              <a:t>http://en.wikipedia.org/wiki/Universal_asynchronous_receiver/transmitter</a:t>
            </a:r>
            <a:endParaRPr/>
          </a:p>
        </p:txBody>
      </p:sp>
      <p:grpSp>
        <p:nvGrpSpPr>
          <p:cNvPr id="1083" name="Google Shape;1083;p118"/>
          <p:cNvGrpSpPr/>
          <p:nvPr/>
        </p:nvGrpSpPr>
        <p:grpSpPr>
          <a:xfrm>
            <a:off x="645973" y="2249975"/>
            <a:ext cx="7417702" cy="1527183"/>
            <a:chOff x="0" y="0"/>
            <a:chExt cx="2147483646" cy="2147483647"/>
          </a:xfrm>
        </p:grpSpPr>
        <p:cxnSp>
          <p:nvCxnSpPr>
            <p:cNvPr id="1084" name="Google Shape;1084;p118"/>
            <p:cNvCxnSpPr/>
            <p:nvPr/>
          </p:nvCxnSpPr>
          <p:spPr>
            <a:xfrm>
              <a:off x="44124567" y="1531041930"/>
              <a:ext cx="2095572407" cy="0"/>
            </a:xfrm>
            <a:prstGeom prst="straightConnector1">
              <a:avLst/>
            </a:prstGeom>
            <a:noFill/>
            <a:ln cap="flat" cmpd="sng" w="9525">
              <a:solidFill>
                <a:schemeClr val="dk1"/>
              </a:solidFill>
              <a:prstDash val="solid"/>
              <a:miter lim="800000"/>
              <a:headEnd len="med" w="med" type="none"/>
              <a:tailEnd len="med" w="med" type="none"/>
            </a:ln>
          </p:spPr>
        </p:cxnSp>
        <p:cxnSp>
          <p:nvCxnSpPr>
            <p:cNvPr id="1085" name="Google Shape;1085;p118"/>
            <p:cNvCxnSpPr/>
            <p:nvPr/>
          </p:nvCxnSpPr>
          <p:spPr>
            <a:xfrm>
              <a:off x="233238254"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86" name="Google Shape;1086;p118"/>
            <p:cNvCxnSpPr/>
            <p:nvPr/>
          </p:nvCxnSpPr>
          <p:spPr>
            <a:xfrm>
              <a:off x="380326660"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87" name="Google Shape;1087;p118"/>
            <p:cNvCxnSpPr/>
            <p:nvPr/>
          </p:nvCxnSpPr>
          <p:spPr>
            <a:xfrm>
              <a:off x="527415135"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88" name="Google Shape;1088;p118"/>
            <p:cNvCxnSpPr/>
            <p:nvPr/>
          </p:nvCxnSpPr>
          <p:spPr>
            <a:xfrm>
              <a:off x="674503540"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89" name="Google Shape;1089;p118"/>
            <p:cNvCxnSpPr/>
            <p:nvPr/>
          </p:nvCxnSpPr>
          <p:spPr>
            <a:xfrm>
              <a:off x="821591946"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90" name="Google Shape;1090;p118"/>
            <p:cNvCxnSpPr/>
            <p:nvPr/>
          </p:nvCxnSpPr>
          <p:spPr>
            <a:xfrm>
              <a:off x="968680351"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91" name="Google Shape;1091;p118"/>
            <p:cNvCxnSpPr/>
            <p:nvPr/>
          </p:nvCxnSpPr>
          <p:spPr>
            <a:xfrm>
              <a:off x="1115768757"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92" name="Google Shape;1092;p118"/>
            <p:cNvCxnSpPr/>
            <p:nvPr/>
          </p:nvCxnSpPr>
          <p:spPr>
            <a:xfrm>
              <a:off x="1262857231"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93" name="Google Shape;1093;p118"/>
            <p:cNvCxnSpPr/>
            <p:nvPr/>
          </p:nvCxnSpPr>
          <p:spPr>
            <a:xfrm>
              <a:off x="1409945567"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94" name="Google Shape;1094;p118"/>
            <p:cNvCxnSpPr/>
            <p:nvPr/>
          </p:nvCxnSpPr>
          <p:spPr>
            <a:xfrm>
              <a:off x="1557034042" y="204125527"/>
              <a:ext cx="0" cy="1278009346"/>
            </a:xfrm>
            <a:prstGeom prst="straightConnector1">
              <a:avLst/>
            </a:prstGeom>
            <a:noFill/>
            <a:ln cap="flat" cmpd="sng" w="9525">
              <a:solidFill>
                <a:schemeClr val="dk1"/>
              </a:solidFill>
              <a:prstDash val="solid"/>
              <a:miter lim="800000"/>
              <a:headEnd len="med" w="med" type="none"/>
              <a:tailEnd len="med" w="med" type="none"/>
            </a:ln>
          </p:spPr>
        </p:cxnSp>
        <p:cxnSp>
          <p:nvCxnSpPr>
            <p:cNvPr id="1095" name="Google Shape;1095;p118"/>
            <p:cNvCxnSpPr/>
            <p:nvPr/>
          </p:nvCxnSpPr>
          <p:spPr>
            <a:xfrm>
              <a:off x="1704122517" y="204125527"/>
              <a:ext cx="0" cy="1278009346"/>
            </a:xfrm>
            <a:prstGeom prst="straightConnector1">
              <a:avLst/>
            </a:prstGeom>
            <a:noFill/>
            <a:ln cap="flat" cmpd="sng" w="9525">
              <a:solidFill>
                <a:schemeClr val="dk1"/>
              </a:solidFill>
              <a:prstDash val="solid"/>
              <a:miter lim="800000"/>
              <a:headEnd len="med" w="med" type="none"/>
              <a:tailEnd len="med" w="med" type="none"/>
            </a:ln>
          </p:spPr>
        </p:cxnSp>
        <p:sp>
          <p:nvSpPr>
            <p:cNvPr id="1096" name="Google Shape;1096;p118"/>
            <p:cNvSpPr/>
            <p:nvPr/>
          </p:nvSpPr>
          <p:spPr>
            <a:xfrm>
              <a:off x="44124567" y="408265707"/>
              <a:ext cx="2059237920" cy="1129155972"/>
            </a:xfrm>
            <a:custGeom>
              <a:rect b="b" l="l" r="r" t="t"/>
              <a:pathLst>
                <a:path extrusionOk="0" h="531" w="4704">
                  <a:moveTo>
                    <a:pt x="0" y="0"/>
                  </a:moveTo>
                  <a:lnTo>
                    <a:pt x="432" y="0"/>
                  </a:lnTo>
                  <a:lnTo>
                    <a:pt x="432" y="528"/>
                  </a:lnTo>
                  <a:lnTo>
                    <a:pt x="768" y="528"/>
                  </a:lnTo>
                  <a:lnTo>
                    <a:pt x="1104" y="528"/>
                  </a:lnTo>
                  <a:lnTo>
                    <a:pt x="1104" y="0"/>
                  </a:lnTo>
                  <a:lnTo>
                    <a:pt x="1440" y="0"/>
                  </a:lnTo>
                  <a:lnTo>
                    <a:pt x="1776" y="0"/>
                  </a:lnTo>
                  <a:cubicBezTo>
                    <a:pt x="1776" y="177"/>
                    <a:pt x="1776" y="354"/>
                    <a:pt x="1776" y="531"/>
                  </a:cubicBezTo>
                  <a:lnTo>
                    <a:pt x="2112" y="531"/>
                  </a:lnTo>
                  <a:lnTo>
                    <a:pt x="2112" y="0"/>
                  </a:lnTo>
                  <a:lnTo>
                    <a:pt x="2448" y="0"/>
                  </a:lnTo>
                  <a:cubicBezTo>
                    <a:pt x="2448" y="175"/>
                    <a:pt x="2448" y="350"/>
                    <a:pt x="2448" y="525"/>
                  </a:cubicBezTo>
                  <a:lnTo>
                    <a:pt x="3120" y="525"/>
                  </a:lnTo>
                  <a:lnTo>
                    <a:pt x="3120" y="0"/>
                  </a:lnTo>
                  <a:lnTo>
                    <a:pt x="3456" y="0"/>
                  </a:lnTo>
                  <a:lnTo>
                    <a:pt x="3792" y="0"/>
                  </a:lnTo>
                  <a:lnTo>
                    <a:pt x="4704" y="0"/>
                  </a:lnTo>
                </a:path>
              </a:pathLst>
            </a:custGeom>
            <a:no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097" name="Google Shape;1097;p118"/>
            <p:cNvSpPr txBox="1"/>
            <p:nvPr/>
          </p:nvSpPr>
          <p:spPr>
            <a:xfrm>
              <a:off x="270885880"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600"/>
                <a:buFont typeface="Arial"/>
                <a:buNone/>
              </a:pPr>
              <a:r>
                <a:rPr b="1" i="0" lang="en" sz="1600" u="none">
                  <a:solidFill>
                    <a:schemeClr val="accent2"/>
                  </a:solidFill>
                  <a:latin typeface="Arial"/>
                  <a:ea typeface="Arial"/>
                  <a:cs typeface="Arial"/>
                  <a:sym typeface="Arial"/>
                </a:rPr>
                <a:t>0</a:t>
              </a:r>
              <a:endParaRPr/>
            </a:p>
          </p:txBody>
        </p:sp>
        <p:sp>
          <p:nvSpPr>
            <p:cNvPr id="1098" name="Google Shape;1098;p118"/>
            <p:cNvSpPr txBox="1"/>
            <p:nvPr/>
          </p:nvSpPr>
          <p:spPr>
            <a:xfrm>
              <a:off x="409219044"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1099" name="Google Shape;1099;p118"/>
            <p:cNvSpPr txBox="1"/>
            <p:nvPr/>
          </p:nvSpPr>
          <p:spPr>
            <a:xfrm>
              <a:off x="560685087"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1100" name="Google Shape;1100;p118"/>
            <p:cNvSpPr txBox="1"/>
            <p:nvPr/>
          </p:nvSpPr>
          <p:spPr>
            <a:xfrm>
              <a:off x="709524576"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1101" name="Google Shape;1101;p118"/>
            <p:cNvSpPr txBox="1"/>
            <p:nvPr/>
          </p:nvSpPr>
          <p:spPr>
            <a:xfrm>
              <a:off x="853110885"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1102" name="Google Shape;1102;p118"/>
            <p:cNvSpPr txBox="1"/>
            <p:nvPr/>
          </p:nvSpPr>
          <p:spPr>
            <a:xfrm>
              <a:off x="1001950304"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1103" name="Google Shape;1103;p118"/>
            <p:cNvSpPr txBox="1"/>
            <p:nvPr/>
          </p:nvSpPr>
          <p:spPr>
            <a:xfrm>
              <a:off x="1148163307"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1104" name="Google Shape;1104;p118"/>
            <p:cNvSpPr txBox="1"/>
            <p:nvPr/>
          </p:nvSpPr>
          <p:spPr>
            <a:xfrm>
              <a:off x="1294376171"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0</a:t>
              </a:r>
              <a:endParaRPr/>
            </a:p>
          </p:txBody>
        </p:sp>
        <p:sp>
          <p:nvSpPr>
            <p:cNvPr id="1105" name="Google Shape;1105;p118"/>
            <p:cNvSpPr txBox="1"/>
            <p:nvPr/>
          </p:nvSpPr>
          <p:spPr>
            <a:xfrm>
              <a:off x="1443215590"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1</a:t>
              </a:r>
              <a:endParaRPr/>
            </a:p>
          </p:txBody>
        </p:sp>
        <p:sp>
          <p:nvSpPr>
            <p:cNvPr id="1106" name="Google Shape;1106;p118"/>
            <p:cNvSpPr txBox="1"/>
            <p:nvPr/>
          </p:nvSpPr>
          <p:spPr>
            <a:xfrm>
              <a:off x="1589428593" y="720857921"/>
              <a:ext cx="81861847" cy="450811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600"/>
                <a:buFont typeface="Arial"/>
                <a:buNone/>
              </a:pPr>
              <a:r>
                <a:rPr b="1" i="0" lang="en" sz="1600" u="none">
                  <a:solidFill>
                    <a:schemeClr val="accent2"/>
                  </a:solidFill>
                  <a:latin typeface="Arial"/>
                  <a:ea typeface="Arial"/>
                  <a:cs typeface="Arial"/>
                  <a:sym typeface="Arial"/>
                </a:rPr>
                <a:t>1</a:t>
              </a:r>
              <a:endParaRPr/>
            </a:p>
          </p:txBody>
        </p:sp>
        <p:sp>
          <p:nvSpPr>
            <p:cNvPr id="1107" name="Google Shape;1107;p118"/>
            <p:cNvSpPr txBox="1"/>
            <p:nvPr/>
          </p:nvSpPr>
          <p:spPr>
            <a:xfrm>
              <a:off x="0" y="0"/>
              <a:ext cx="201048819" cy="453490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IDLE</a:t>
              </a:r>
              <a:endParaRPr/>
            </a:p>
          </p:txBody>
        </p:sp>
        <p:sp>
          <p:nvSpPr>
            <p:cNvPr id="1108" name="Google Shape;1108;p118"/>
            <p:cNvSpPr txBox="1"/>
            <p:nvPr/>
          </p:nvSpPr>
          <p:spPr>
            <a:xfrm>
              <a:off x="1946434827" y="0"/>
              <a:ext cx="201048819" cy="453490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IDLE</a:t>
              </a:r>
              <a:endParaRPr/>
            </a:p>
          </p:txBody>
        </p:sp>
        <p:cxnSp>
          <p:nvCxnSpPr>
            <p:cNvPr id="1109" name="Google Shape;1109;p118"/>
            <p:cNvCxnSpPr/>
            <p:nvPr/>
          </p:nvCxnSpPr>
          <p:spPr>
            <a:xfrm>
              <a:off x="44124567" y="2143229608"/>
              <a:ext cx="2095572407"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0" name="Google Shape;1110;p118"/>
            <p:cNvCxnSpPr/>
            <p:nvPr/>
          </p:nvCxnSpPr>
          <p:spPr>
            <a:xfrm rot="5400000">
              <a:off x="193555556"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1" name="Google Shape;1111;p118"/>
            <p:cNvCxnSpPr/>
            <p:nvPr/>
          </p:nvCxnSpPr>
          <p:spPr>
            <a:xfrm rot="5400000">
              <a:off x="221003515"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2" name="Google Shape;1112;p118"/>
            <p:cNvCxnSpPr/>
            <p:nvPr/>
          </p:nvCxnSpPr>
          <p:spPr>
            <a:xfrm rot="5400000">
              <a:off x="23930213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3" name="Google Shape;1113;p118"/>
            <p:cNvCxnSpPr/>
            <p:nvPr/>
          </p:nvCxnSpPr>
          <p:spPr>
            <a:xfrm rot="5400000">
              <a:off x="26675009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4" name="Google Shape;1114;p118"/>
            <p:cNvCxnSpPr/>
            <p:nvPr/>
          </p:nvCxnSpPr>
          <p:spPr>
            <a:xfrm rot="5400000">
              <a:off x="285048742"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5" name="Google Shape;1115;p118"/>
            <p:cNvCxnSpPr/>
            <p:nvPr/>
          </p:nvCxnSpPr>
          <p:spPr>
            <a:xfrm rot="5400000">
              <a:off x="303347393"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6" name="Google Shape;1116;p118"/>
            <p:cNvCxnSpPr/>
            <p:nvPr/>
          </p:nvCxnSpPr>
          <p:spPr>
            <a:xfrm rot="5400000">
              <a:off x="321646009"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7" name="Google Shape;1117;p118"/>
            <p:cNvCxnSpPr/>
            <p:nvPr/>
          </p:nvCxnSpPr>
          <p:spPr>
            <a:xfrm rot="5400000">
              <a:off x="211854172"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8" name="Google Shape;1118;p118"/>
            <p:cNvCxnSpPr/>
            <p:nvPr/>
          </p:nvCxnSpPr>
          <p:spPr>
            <a:xfrm rot="5400000">
              <a:off x="230152823"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19" name="Google Shape;1119;p118"/>
            <p:cNvCxnSpPr/>
            <p:nvPr/>
          </p:nvCxnSpPr>
          <p:spPr>
            <a:xfrm rot="5400000">
              <a:off x="246766043" y="1889672902"/>
              <a:ext cx="105720023" cy="2126892"/>
            </a:xfrm>
            <a:prstGeom prst="straightConnector1">
              <a:avLst/>
            </a:prstGeom>
            <a:noFill/>
            <a:ln cap="flat" cmpd="sng" w="12700">
              <a:solidFill>
                <a:schemeClr val="accent2"/>
              </a:solidFill>
              <a:prstDash val="solid"/>
              <a:miter lim="800000"/>
              <a:headEnd len="med" w="med" type="stealth"/>
              <a:tailEnd len="med" w="med" type="none"/>
            </a:ln>
          </p:spPr>
        </p:cxnSp>
        <p:cxnSp>
          <p:nvCxnSpPr>
            <p:cNvPr id="1120" name="Google Shape;1120;p118"/>
            <p:cNvCxnSpPr/>
            <p:nvPr/>
          </p:nvCxnSpPr>
          <p:spPr>
            <a:xfrm rot="5400000">
              <a:off x="27589943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1" name="Google Shape;1121;p118"/>
            <p:cNvCxnSpPr/>
            <p:nvPr/>
          </p:nvCxnSpPr>
          <p:spPr>
            <a:xfrm rot="5400000">
              <a:off x="29419805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2" name="Google Shape;1122;p118"/>
            <p:cNvCxnSpPr/>
            <p:nvPr/>
          </p:nvCxnSpPr>
          <p:spPr>
            <a:xfrm rot="5400000">
              <a:off x="31249670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3" name="Google Shape;1123;p118"/>
            <p:cNvCxnSpPr/>
            <p:nvPr/>
          </p:nvCxnSpPr>
          <p:spPr>
            <a:xfrm rot="5400000">
              <a:off x="330795317"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4" name="Google Shape;1124;p118"/>
            <p:cNvCxnSpPr/>
            <p:nvPr/>
          </p:nvCxnSpPr>
          <p:spPr>
            <a:xfrm rot="5400000">
              <a:off x="20270486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5" name="Google Shape;1125;p118"/>
            <p:cNvCxnSpPr/>
            <p:nvPr/>
          </p:nvCxnSpPr>
          <p:spPr>
            <a:xfrm rot="5400000">
              <a:off x="24845147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6" name="Google Shape;1126;p118"/>
            <p:cNvCxnSpPr/>
            <p:nvPr/>
          </p:nvCxnSpPr>
          <p:spPr>
            <a:xfrm rot="5400000">
              <a:off x="33994466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7" name="Google Shape;1127;p118"/>
            <p:cNvCxnSpPr/>
            <p:nvPr/>
          </p:nvCxnSpPr>
          <p:spPr>
            <a:xfrm rot="5400000">
              <a:off x="36739262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8" name="Google Shape;1128;p118"/>
            <p:cNvCxnSpPr/>
            <p:nvPr/>
          </p:nvCxnSpPr>
          <p:spPr>
            <a:xfrm rot="5400000">
              <a:off x="385691236"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29" name="Google Shape;1129;p118"/>
            <p:cNvCxnSpPr/>
            <p:nvPr/>
          </p:nvCxnSpPr>
          <p:spPr>
            <a:xfrm rot="5400000">
              <a:off x="41313923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0" name="Google Shape;1130;p118"/>
            <p:cNvCxnSpPr/>
            <p:nvPr/>
          </p:nvCxnSpPr>
          <p:spPr>
            <a:xfrm rot="5400000">
              <a:off x="431437847"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1" name="Google Shape;1131;p118"/>
            <p:cNvCxnSpPr/>
            <p:nvPr/>
          </p:nvCxnSpPr>
          <p:spPr>
            <a:xfrm rot="5400000">
              <a:off x="449736463"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2" name="Google Shape;1132;p118"/>
            <p:cNvCxnSpPr/>
            <p:nvPr/>
          </p:nvCxnSpPr>
          <p:spPr>
            <a:xfrm rot="5400000">
              <a:off x="468035149"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3" name="Google Shape;1133;p118"/>
            <p:cNvCxnSpPr/>
            <p:nvPr/>
          </p:nvCxnSpPr>
          <p:spPr>
            <a:xfrm rot="5400000">
              <a:off x="35824331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4" name="Google Shape;1134;p118"/>
            <p:cNvCxnSpPr/>
            <p:nvPr/>
          </p:nvCxnSpPr>
          <p:spPr>
            <a:xfrm rot="5400000">
              <a:off x="376541928"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5" name="Google Shape;1135;p118"/>
            <p:cNvCxnSpPr/>
            <p:nvPr/>
          </p:nvCxnSpPr>
          <p:spPr>
            <a:xfrm rot="5400000">
              <a:off x="393264599" y="1890204857"/>
              <a:ext cx="105501051" cy="2126892"/>
            </a:xfrm>
            <a:prstGeom prst="straightConnector1">
              <a:avLst/>
            </a:prstGeom>
            <a:noFill/>
            <a:ln cap="flat" cmpd="sng" w="12700">
              <a:solidFill>
                <a:srgbClr val="CD3333"/>
              </a:solidFill>
              <a:prstDash val="solid"/>
              <a:miter lim="800000"/>
              <a:headEnd len="med" w="med" type="stealth"/>
              <a:tailEnd len="med" w="med" type="none"/>
            </a:ln>
          </p:spPr>
        </p:cxnSp>
        <p:cxnSp>
          <p:nvCxnSpPr>
            <p:cNvPr id="1136" name="Google Shape;1136;p118"/>
            <p:cNvCxnSpPr/>
            <p:nvPr/>
          </p:nvCxnSpPr>
          <p:spPr>
            <a:xfrm rot="5400000">
              <a:off x="422288538"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7" name="Google Shape;1137;p118"/>
            <p:cNvCxnSpPr/>
            <p:nvPr/>
          </p:nvCxnSpPr>
          <p:spPr>
            <a:xfrm rot="5400000">
              <a:off x="440587155"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8" name="Google Shape;1138;p118"/>
            <p:cNvCxnSpPr/>
            <p:nvPr/>
          </p:nvCxnSpPr>
          <p:spPr>
            <a:xfrm rot="5400000">
              <a:off x="45888577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39" name="Google Shape;1139;p118"/>
            <p:cNvCxnSpPr/>
            <p:nvPr/>
          </p:nvCxnSpPr>
          <p:spPr>
            <a:xfrm rot="5400000">
              <a:off x="477184457"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0" name="Google Shape;1140;p118"/>
            <p:cNvCxnSpPr/>
            <p:nvPr/>
          </p:nvCxnSpPr>
          <p:spPr>
            <a:xfrm rot="5400000">
              <a:off x="349093969"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1" name="Google Shape;1141;p118"/>
            <p:cNvCxnSpPr/>
            <p:nvPr/>
          </p:nvCxnSpPr>
          <p:spPr>
            <a:xfrm rot="5400000">
              <a:off x="39484054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2" name="Google Shape;1142;p118"/>
            <p:cNvCxnSpPr/>
            <p:nvPr/>
          </p:nvCxnSpPr>
          <p:spPr>
            <a:xfrm rot="5400000">
              <a:off x="486333765"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3" name="Google Shape;1143;p118"/>
            <p:cNvCxnSpPr/>
            <p:nvPr/>
          </p:nvCxnSpPr>
          <p:spPr>
            <a:xfrm rot="5400000">
              <a:off x="51378169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4" name="Google Shape;1144;p118"/>
            <p:cNvCxnSpPr/>
            <p:nvPr/>
          </p:nvCxnSpPr>
          <p:spPr>
            <a:xfrm rot="5400000">
              <a:off x="532080376"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5" name="Google Shape;1145;p118"/>
            <p:cNvCxnSpPr/>
            <p:nvPr/>
          </p:nvCxnSpPr>
          <p:spPr>
            <a:xfrm rot="5400000">
              <a:off x="55952830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6" name="Google Shape;1146;p118"/>
            <p:cNvCxnSpPr/>
            <p:nvPr/>
          </p:nvCxnSpPr>
          <p:spPr>
            <a:xfrm rot="5400000">
              <a:off x="577826917"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7" name="Google Shape;1147;p118"/>
            <p:cNvCxnSpPr/>
            <p:nvPr/>
          </p:nvCxnSpPr>
          <p:spPr>
            <a:xfrm rot="5400000">
              <a:off x="596125602"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8" name="Google Shape;1148;p118"/>
            <p:cNvCxnSpPr/>
            <p:nvPr/>
          </p:nvCxnSpPr>
          <p:spPr>
            <a:xfrm rot="5400000">
              <a:off x="614424219"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49" name="Google Shape;1149;p118"/>
            <p:cNvCxnSpPr/>
            <p:nvPr/>
          </p:nvCxnSpPr>
          <p:spPr>
            <a:xfrm rot="5400000">
              <a:off x="504632382"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0" name="Google Shape;1150;p118"/>
            <p:cNvCxnSpPr/>
            <p:nvPr/>
          </p:nvCxnSpPr>
          <p:spPr>
            <a:xfrm rot="5400000">
              <a:off x="522931067"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1" name="Google Shape;1151;p118"/>
            <p:cNvCxnSpPr/>
            <p:nvPr/>
          </p:nvCxnSpPr>
          <p:spPr>
            <a:xfrm rot="5400000">
              <a:off x="539763199" y="1890736601"/>
              <a:ext cx="105282131" cy="2126892"/>
            </a:xfrm>
            <a:prstGeom prst="straightConnector1">
              <a:avLst/>
            </a:prstGeom>
            <a:noFill/>
            <a:ln cap="flat" cmpd="sng" w="12700">
              <a:solidFill>
                <a:srgbClr val="CD3333"/>
              </a:solidFill>
              <a:prstDash val="solid"/>
              <a:miter lim="800000"/>
              <a:headEnd len="med" w="med" type="stealth"/>
              <a:tailEnd len="med" w="med" type="none"/>
            </a:ln>
          </p:spPr>
        </p:cxnSp>
        <p:cxnSp>
          <p:nvCxnSpPr>
            <p:cNvPr id="1152" name="Google Shape;1152;p118"/>
            <p:cNvCxnSpPr/>
            <p:nvPr/>
          </p:nvCxnSpPr>
          <p:spPr>
            <a:xfrm rot="5400000">
              <a:off x="568677608"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3" name="Google Shape;1153;p118"/>
            <p:cNvCxnSpPr/>
            <p:nvPr/>
          </p:nvCxnSpPr>
          <p:spPr>
            <a:xfrm rot="5400000">
              <a:off x="58697629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4" name="Google Shape;1154;p118"/>
            <p:cNvCxnSpPr/>
            <p:nvPr/>
          </p:nvCxnSpPr>
          <p:spPr>
            <a:xfrm rot="5400000">
              <a:off x="60527491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5" name="Google Shape;1155;p118"/>
            <p:cNvCxnSpPr/>
            <p:nvPr/>
          </p:nvCxnSpPr>
          <p:spPr>
            <a:xfrm rot="5400000">
              <a:off x="623573527"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6" name="Google Shape;1156;p118"/>
            <p:cNvCxnSpPr/>
            <p:nvPr/>
          </p:nvCxnSpPr>
          <p:spPr>
            <a:xfrm rot="5400000">
              <a:off x="495483073"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7" name="Google Shape;1157;p118"/>
            <p:cNvCxnSpPr/>
            <p:nvPr/>
          </p:nvCxnSpPr>
          <p:spPr>
            <a:xfrm rot="5400000">
              <a:off x="54122968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8" name="Google Shape;1158;p118"/>
            <p:cNvCxnSpPr/>
            <p:nvPr/>
          </p:nvCxnSpPr>
          <p:spPr>
            <a:xfrm rot="5400000">
              <a:off x="632722835"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59" name="Google Shape;1159;p118"/>
            <p:cNvCxnSpPr/>
            <p:nvPr/>
          </p:nvCxnSpPr>
          <p:spPr>
            <a:xfrm rot="5400000">
              <a:off x="660170829"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0" name="Google Shape;1160;p118"/>
            <p:cNvCxnSpPr/>
            <p:nvPr/>
          </p:nvCxnSpPr>
          <p:spPr>
            <a:xfrm rot="5400000">
              <a:off x="678469446"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1" name="Google Shape;1161;p118"/>
            <p:cNvCxnSpPr/>
            <p:nvPr/>
          </p:nvCxnSpPr>
          <p:spPr>
            <a:xfrm rot="5400000">
              <a:off x="705917440"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2" name="Google Shape;1162;p118"/>
            <p:cNvCxnSpPr/>
            <p:nvPr/>
          </p:nvCxnSpPr>
          <p:spPr>
            <a:xfrm rot="5400000">
              <a:off x="724216056"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3" name="Google Shape;1163;p118"/>
            <p:cNvCxnSpPr/>
            <p:nvPr/>
          </p:nvCxnSpPr>
          <p:spPr>
            <a:xfrm rot="5400000">
              <a:off x="742514673"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4" name="Google Shape;1164;p118"/>
            <p:cNvCxnSpPr/>
            <p:nvPr/>
          </p:nvCxnSpPr>
          <p:spPr>
            <a:xfrm rot="5400000">
              <a:off x="760813358"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5" name="Google Shape;1165;p118"/>
            <p:cNvCxnSpPr/>
            <p:nvPr/>
          </p:nvCxnSpPr>
          <p:spPr>
            <a:xfrm rot="5400000">
              <a:off x="65102152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6" name="Google Shape;1166;p118"/>
            <p:cNvCxnSpPr/>
            <p:nvPr/>
          </p:nvCxnSpPr>
          <p:spPr>
            <a:xfrm rot="5400000">
              <a:off x="669320138"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7" name="Google Shape;1167;p118"/>
            <p:cNvCxnSpPr/>
            <p:nvPr/>
          </p:nvCxnSpPr>
          <p:spPr>
            <a:xfrm rot="5400000">
              <a:off x="686261755" y="1891268219"/>
              <a:ext cx="105063159" cy="2126892"/>
            </a:xfrm>
            <a:prstGeom prst="straightConnector1">
              <a:avLst/>
            </a:prstGeom>
            <a:noFill/>
            <a:ln cap="flat" cmpd="sng" w="12700">
              <a:solidFill>
                <a:srgbClr val="CD3333"/>
              </a:solidFill>
              <a:prstDash val="solid"/>
              <a:miter lim="800000"/>
              <a:headEnd len="med" w="med" type="stealth"/>
              <a:tailEnd len="med" w="med" type="none"/>
            </a:ln>
          </p:spPr>
        </p:cxnSp>
        <p:cxnSp>
          <p:nvCxnSpPr>
            <p:cNvPr id="1168" name="Google Shape;1168;p118"/>
            <p:cNvCxnSpPr/>
            <p:nvPr/>
          </p:nvCxnSpPr>
          <p:spPr>
            <a:xfrm rot="5400000">
              <a:off x="715066748"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69" name="Google Shape;1169;p118"/>
            <p:cNvCxnSpPr/>
            <p:nvPr/>
          </p:nvCxnSpPr>
          <p:spPr>
            <a:xfrm rot="5400000">
              <a:off x="73336536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0" name="Google Shape;1170;p118"/>
            <p:cNvCxnSpPr/>
            <p:nvPr/>
          </p:nvCxnSpPr>
          <p:spPr>
            <a:xfrm rot="5400000">
              <a:off x="751663981"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1" name="Google Shape;1171;p118"/>
            <p:cNvCxnSpPr/>
            <p:nvPr/>
          </p:nvCxnSpPr>
          <p:spPr>
            <a:xfrm rot="5400000">
              <a:off x="769957942"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2" name="Google Shape;1172;p118"/>
            <p:cNvCxnSpPr/>
            <p:nvPr/>
          </p:nvCxnSpPr>
          <p:spPr>
            <a:xfrm rot="5400000">
              <a:off x="641872213"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3" name="Google Shape;1173;p118"/>
            <p:cNvCxnSpPr/>
            <p:nvPr/>
          </p:nvCxnSpPr>
          <p:spPr>
            <a:xfrm rot="5400000">
              <a:off x="687618754" y="1940171562"/>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4" name="Google Shape;1174;p118"/>
            <p:cNvCxnSpPr/>
            <p:nvPr/>
          </p:nvCxnSpPr>
          <p:spPr>
            <a:xfrm rot="5400000">
              <a:off x="47166451"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5" name="Google Shape;1175;p118"/>
            <p:cNvCxnSpPr/>
            <p:nvPr/>
          </p:nvCxnSpPr>
          <p:spPr>
            <a:xfrm rot="5400000">
              <a:off x="74614410"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6" name="Google Shape;1176;p118"/>
            <p:cNvCxnSpPr/>
            <p:nvPr/>
          </p:nvCxnSpPr>
          <p:spPr>
            <a:xfrm rot="5400000">
              <a:off x="92913026"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7" name="Google Shape;1177;p118"/>
            <p:cNvCxnSpPr/>
            <p:nvPr/>
          </p:nvCxnSpPr>
          <p:spPr>
            <a:xfrm rot="5400000">
              <a:off x="120360986"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8" name="Google Shape;1178;p118"/>
            <p:cNvCxnSpPr/>
            <p:nvPr/>
          </p:nvCxnSpPr>
          <p:spPr>
            <a:xfrm rot="5400000">
              <a:off x="138659637"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79" name="Google Shape;1179;p118"/>
            <p:cNvCxnSpPr/>
            <p:nvPr/>
          </p:nvCxnSpPr>
          <p:spPr>
            <a:xfrm rot="5400000">
              <a:off x="156958288"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0" name="Google Shape;1180;p118"/>
            <p:cNvCxnSpPr/>
            <p:nvPr/>
          </p:nvCxnSpPr>
          <p:spPr>
            <a:xfrm rot="5400000">
              <a:off x="175256904"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1" name="Google Shape;1181;p118"/>
            <p:cNvCxnSpPr/>
            <p:nvPr/>
          </p:nvCxnSpPr>
          <p:spPr>
            <a:xfrm rot="5400000">
              <a:off x="65465067"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2" name="Google Shape;1182;p118"/>
            <p:cNvCxnSpPr/>
            <p:nvPr/>
          </p:nvCxnSpPr>
          <p:spPr>
            <a:xfrm rot="5400000">
              <a:off x="83763718"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3" name="Google Shape;1183;p118"/>
            <p:cNvCxnSpPr/>
            <p:nvPr/>
          </p:nvCxnSpPr>
          <p:spPr>
            <a:xfrm rot="5400000">
              <a:off x="111211678"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4" name="Google Shape;1184;p118"/>
            <p:cNvCxnSpPr/>
            <p:nvPr/>
          </p:nvCxnSpPr>
          <p:spPr>
            <a:xfrm rot="5400000">
              <a:off x="129510329"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5" name="Google Shape;1185;p118"/>
            <p:cNvCxnSpPr/>
            <p:nvPr/>
          </p:nvCxnSpPr>
          <p:spPr>
            <a:xfrm rot="5400000">
              <a:off x="147808945"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6" name="Google Shape;1186;p118"/>
            <p:cNvCxnSpPr/>
            <p:nvPr/>
          </p:nvCxnSpPr>
          <p:spPr>
            <a:xfrm rot="5400000">
              <a:off x="166107596"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7" name="Google Shape;1187;p118"/>
            <p:cNvCxnSpPr/>
            <p:nvPr/>
          </p:nvCxnSpPr>
          <p:spPr>
            <a:xfrm rot="5400000">
              <a:off x="184406247"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8" name="Google Shape;1188;p118"/>
            <p:cNvCxnSpPr/>
            <p:nvPr/>
          </p:nvCxnSpPr>
          <p:spPr>
            <a:xfrm rot="5400000">
              <a:off x="56315759"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cxnSp>
          <p:nvCxnSpPr>
            <p:cNvPr id="1189" name="Google Shape;1189;p118"/>
            <p:cNvCxnSpPr/>
            <p:nvPr/>
          </p:nvCxnSpPr>
          <p:spPr>
            <a:xfrm rot="5400000">
              <a:off x="102062369" y="1936981350"/>
              <a:ext cx="84488419" cy="2126892"/>
            </a:xfrm>
            <a:prstGeom prst="straightConnector1">
              <a:avLst/>
            </a:prstGeom>
            <a:noFill/>
            <a:ln cap="flat" cmpd="sng" w="9525">
              <a:solidFill>
                <a:schemeClr val="dk1"/>
              </a:solidFill>
              <a:prstDash val="solid"/>
              <a:miter lim="800000"/>
              <a:headEnd len="med" w="med" type="none"/>
              <a:tailEnd len="med" w="med" type="none"/>
            </a:ln>
          </p:spPr>
        </p:cxnSp>
        <p:sp>
          <p:nvSpPr>
            <p:cNvPr id="1190" name="Google Shape;1190;p118"/>
            <p:cNvSpPr txBox="1"/>
            <p:nvPr/>
          </p:nvSpPr>
          <p:spPr>
            <a:xfrm>
              <a:off x="812836669" y="1530865089"/>
              <a:ext cx="113818400" cy="4946757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 sz="1800" u="none">
                  <a:solidFill>
                    <a:schemeClr val="dk1"/>
                  </a:solidFill>
                  <a:latin typeface="Arial"/>
                  <a:ea typeface="Arial"/>
                  <a:cs typeface="Arial"/>
                  <a:sym typeface="Arial"/>
                </a:rPr>
                <a:t>…</a:t>
              </a:r>
              <a:endParaRPr/>
            </a:p>
          </p:txBody>
        </p:sp>
      </p:grpSp>
      <p:sp>
        <p:nvSpPr>
          <p:cNvPr id="1191" name="Google Shape;1191;p118"/>
          <p:cNvSpPr txBox="1"/>
          <p:nvPr/>
        </p:nvSpPr>
        <p:spPr>
          <a:xfrm>
            <a:off x="1181200" y="2249975"/>
            <a:ext cx="14478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START  LSB</a:t>
            </a:r>
            <a:endParaRPr sz="1200"/>
          </a:p>
        </p:txBody>
      </p:sp>
      <p:sp>
        <p:nvSpPr>
          <p:cNvPr id="1192" name="Google Shape;1192;p118"/>
          <p:cNvSpPr txBox="1"/>
          <p:nvPr/>
        </p:nvSpPr>
        <p:spPr>
          <a:xfrm>
            <a:off x="5334100" y="2249975"/>
            <a:ext cx="15429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MSB    STOP</a:t>
            </a:r>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pic>
        <p:nvPicPr>
          <p:cNvPr id="1197" name="Google Shape;1197;p119"/>
          <p:cNvPicPr preferRelativeResize="0"/>
          <p:nvPr/>
        </p:nvPicPr>
        <p:blipFill>
          <a:blip r:embed="rId3">
            <a:alphaModFix/>
          </a:blip>
          <a:stretch>
            <a:fillRect/>
          </a:stretch>
        </p:blipFill>
        <p:spPr>
          <a:xfrm>
            <a:off x="4666591" y="5678750"/>
            <a:ext cx="4224132" cy="763500"/>
          </a:xfrm>
          <a:prstGeom prst="rect">
            <a:avLst/>
          </a:prstGeom>
          <a:noFill/>
          <a:ln>
            <a:noFill/>
          </a:ln>
        </p:spPr>
      </p:pic>
      <p:pic>
        <p:nvPicPr>
          <p:cNvPr id="1198" name="Google Shape;1198;p119"/>
          <p:cNvPicPr preferRelativeResize="0"/>
          <p:nvPr/>
        </p:nvPicPr>
        <p:blipFill>
          <a:blip r:embed="rId4">
            <a:alphaModFix/>
          </a:blip>
          <a:stretch>
            <a:fillRect/>
          </a:stretch>
        </p:blipFill>
        <p:spPr>
          <a:xfrm>
            <a:off x="92675" y="5678751"/>
            <a:ext cx="4304489" cy="763500"/>
          </a:xfrm>
          <a:prstGeom prst="rect">
            <a:avLst/>
          </a:prstGeom>
          <a:noFill/>
          <a:ln>
            <a:noFill/>
          </a:ln>
        </p:spPr>
      </p:pic>
      <p:pic>
        <p:nvPicPr>
          <p:cNvPr id="1199" name="Google Shape;1199;p119"/>
          <p:cNvPicPr preferRelativeResize="0"/>
          <p:nvPr/>
        </p:nvPicPr>
        <p:blipFill>
          <a:blip r:embed="rId5">
            <a:alphaModFix/>
          </a:blip>
          <a:stretch>
            <a:fillRect/>
          </a:stretch>
        </p:blipFill>
        <p:spPr>
          <a:xfrm>
            <a:off x="843473" y="2938911"/>
            <a:ext cx="7539580" cy="1529550"/>
          </a:xfrm>
          <a:prstGeom prst="rect">
            <a:avLst/>
          </a:prstGeom>
          <a:noFill/>
          <a:ln cap="flat" cmpd="sng" w="38100">
            <a:solidFill>
              <a:srgbClr val="38761D"/>
            </a:solidFill>
            <a:prstDash val="solid"/>
            <a:round/>
            <a:headEnd len="sm" w="sm" type="none"/>
            <a:tailEnd len="sm" w="sm" type="none"/>
          </a:ln>
        </p:spPr>
      </p:pic>
      <p:sp>
        <p:nvSpPr>
          <p:cNvPr id="1200" name="Google Shape;1200;p1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Receiving and Transmitting Data</a:t>
            </a:r>
            <a:endParaRPr/>
          </a:p>
        </p:txBody>
      </p:sp>
      <p:sp>
        <p:nvSpPr>
          <p:cNvPr id="1201" name="Google Shape;1201;p11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hardest part is done: the rest is easy:</a:t>
            </a:r>
            <a:endParaRPr/>
          </a:p>
          <a:p>
            <a:pPr indent="-342900" lvl="0" marL="457200" rtl="0" algn="l">
              <a:spcBef>
                <a:spcPts val="1600"/>
              </a:spcBef>
              <a:spcAft>
                <a:spcPts val="0"/>
              </a:spcAft>
              <a:buSzPts val="1800"/>
              <a:buChar char="●"/>
            </a:pPr>
            <a:r>
              <a:rPr lang="en"/>
              <a:t>Check appropriate bit in </a:t>
            </a:r>
            <a:r>
              <a:rPr lang="en">
                <a:solidFill>
                  <a:srgbClr val="38761D"/>
                </a:solidFill>
              </a:rPr>
              <a:t>USART_ISR</a:t>
            </a:r>
            <a:r>
              <a:rPr lang="en"/>
              <a:t> </a:t>
            </a:r>
            <a:r>
              <a:rPr lang="en">
                <a:solidFill>
                  <a:srgbClr val="38761D"/>
                </a:solidFill>
              </a:rPr>
              <a:t>(USART interrupt and status register)</a:t>
            </a:r>
            <a:r>
              <a:rPr lang="en" sz="1400">
                <a:solidFill>
                  <a:srgbClr val="0000FF"/>
                </a:solidFill>
              </a:rPr>
              <a:t> </a:t>
            </a:r>
            <a:r>
              <a:rPr lang="en"/>
              <a:t>to make sure hardware is ready:</a:t>
            </a:r>
            <a:br>
              <a:rPr lang="en"/>
            </a:br>
            <a:br>
              <a:rPr lang="en"/>
            </a:br>
            <a:br>
              <a:rPr lang="en"/>
            </a:br>
            <a:br>
              <a:rPr lang="en"/>
            </a:br>
            <a:br>
              <a:rPr lang="en"/>
            </a:br>
            <a:br>
              <a:rPr lang="en"/>
            </a:br>
            <a:endParaRPr/>
          </a:p>
          <a:p>
            <a:pPr indent="-342900" lvl="0" marL="457200" rtl="0" algn="l">
              <a:spcBef>
                <a:spcPts val="0"/>
              </a:spcBef>
              <a:spcAft>
                <a:spcPts val="0"/>
              </a:spcAft>
              <a:buSzPts val="1800"/>
              <a:buChar char="●"/>
            </a:pPr>
            <a:r>
              <a:rPr lang="en"/>
              <a:t>Write target byte to </a:t>
            </a:r>
            <a:r>
              <a:rPr lang="en">
                <a:solidFill>
                  <a:srgbClr val="0000FF"/>
                </a:solidFill>
              </a:rPr>
              <a:t>USART_TDR (USART transmit data register)</a:t>
            </a:r>
            <a:r>
              <a:rPr lang="en">
                <a:solidFill>
                  <a:srgbClr val="FF0000"/>
                </a:solidFill>
              </a:rPr>
              <a:t> </a:t>
            </a:r>
            <a:r>
              <a:rPr lang="en"/>
              <a:t>or read byte from </a:t>
            </a:r>
            <a:r>
              <a:rPr lang="en">
                <a:solidFill>
                  <a:srgbClr val="FF0000"/>
                </a:solidFill>
              </a:rPr>
              <a:t>USART_RDR (USART receive data register).</a:t>
            </a:r>
            <a:endParaRPr sz="2200">
              <a:solidFill>
                <a:srgbClr val="FF0000"/>
              </a:solidFill>
            </a:endParaRPr>
          </a:p>
        </p:txBody>
      </p:sp>
      <p:sp>
        <p:nvSpPr>
          <p:cNvPr id="1202" name="Google Shape;1202;p119"/>
          <p:cNvSpPr txBox="1"/>
          <p:nvPr/>
        </p:nvSpPr>
        <p:spPr>
          <a:xfrm>
            <a:off x="2250600" y="-32900"/>
            <a:ext cx="3349800" cy="6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Transmit data register empty</a:t>
            </a:r>
            <a:r>
              <a:rPr lang="en">
                <a:solidFill>
                  <a:srgbClr val="38761D"/>
                </a:solidFill>
              </a:rPr>
              <a:t> (bit is set when USART_TDR is empty)</a:t>
            </a:r>
            <a:endParaRPr>
              <a:solidFill>
                <a:srgbClr val="38761D"/>
              </a:solidFill>
            </a:endParaRPr>
          </a:p>
        </p:txBody>
      </p:sp>
      <p:cxnSp>
        <p:nvCxnSpPr>
          <p:cNvPr id="1203" name="Google Shape;1203;p119"/>
          <p:cNvCxnSpPr>
            <a:endCxn id="1204" idx="0"/>
          </p:cNvCxnSpPr>
          <p:nvPr/>
        </p:nvCxnSpPr>
        <p:spPr>
          <a:xfrm>
            <a:off x="3773175" y="569350"/>
            <a:ext cx="1060800" cy="3192300"/>
          </a:xfrm>
          <a:prstGeom prst="straightConnector1">
            <a:avLst/>
          </a:prstGeom>
          <a:noFill/>
          <a:ln cap="flat" cmpd="sng" w="19050">
            <a:solidFill>
              <a:srgbClr val="38761D"/>
            </a:solidFill>
            <a:prstDash val="dot"/>
            <a:round/>
            <a:headEnd len="med" w="med" type="none"/>
            <a:tailEnd len="med" w="med" type="triangle"/>
          </a:ln>
        </p:spPr>
      </p:cxnSp>
      <p:sp>
        <p:nvSpPr>
          <p:cNvPr id="1205" name="Google Shape;1205;p119"/>
          <p:cNvSpPr txBox="1"/>
          <p:nvPr/>
        </p:nvSpPr>
        <p:spPr>
          <a:xfrm>
            <a:off x="6035325" y="304350"/>
            <a:ext cx="2504100" cy="8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Read data register not empty</a:t>
            </a:r>
            <a:r>
              <a:rPr lang="en">
                <a:solidFill>
                  <a:srgbClr val="38761D"/>
                </a:solidFill>
              </a:rPr>
              <a:t> (bit is set there is data in USART_RDR)</a:t>
            </a:r>
            <a:endParaRPr>
              <a:solidFill>
                <a:srgbClr val="38761D"/>
              </a:solidFill>
            </a:endParaRPr>
          </a:p>
        </p:txBody>
      </p:sp>
      <p:cxnSp>
        <p:nvCxnSpPr>
          <p:cNvPr id="1206" name="Google Shape;1206;p119"/>
          <p:cNvCxnSpPr>
            <a:stCxn id="1205" idx="2"/>
            <a:endCxn id="1207" idx="0"/>
          </p:cNvCxnSpPr>
          <p:nvPr/>
        </p:nvCxnSpPr>
        <p:spPr>
          <a:xfrm flipH="1">
            <a:off x="5745675" y="1199250"/>
            <a:ext cx="1541700" cy="2562300"/>
          </a:xfrm>
          <a:prstGeom prst="straightConnector1">
            <a:avLst/>
          </a:prstGeom>
          <a:noFill/>
          <a:ln cap="flat" cmpd="sng" w="19050">
            <a:solidFill>
              <a:srgbClr val="38761D"/>
            </a:solidFill>
            <a:prstDash val="dot"/>
            <a:round/>
            <a:headEnd len="med" w="med" type="none"/>
            <a:tailEnd len="med" w="med" type="triangle"/>
          </a:ln>
        </p:spPr>
      </p:cxnSp>
      <p:sp>
        <p:nvSpPr>
          <p:cNvPr id="1204" name="Google Shape;1204;p119"/>
          <p:cNvSpPr/>
          <p:nvPr/>
        </p:nvSpPr>
        <p:spPr>
          <a:xfrm>
            <a:off x="4610475" y="3761650"/>
            <a:ext cx="447000" cy="6207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19"/>
          <p:cNvSpPr/>
          <p:nvPr/>
        </p:nvSpPr>
        <p:spPr>
          <a:xfrm>
            <a:off x="1962900" y="6050475"/>
            <a:ext cx="2366400" cy="402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19"/>
          <p:cNvSpPr/>
          <p:nvPr/>
        </p:nvSpPr>
        <p:spPr>
          <a:xfrm>
            <a:off x="6524325" y="6050475"/>
            <a:ext cx="2366400" cy="4020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0" name="Google Shape;1210;p119"/>
          <p:cNvCxnSpPr>
            <a:endCxn id="1208" idx="0"/>
          </p:cNvCxnSpPr>
          <p:nvPr/>
        </p:nvCxnSpPr>
        <p:spPr>
          <a:xfrm>
            <a:off x="2250600" y="5282475"/>
            <a:ext cx="895500" cy="768000"/>
          </a:xfrm>
          <a:prstGeom prst="straightConnector1">
            <a:avLst/>
          </a:prstGeom>
          <a:noFill/>
          <a:ln cap="flat" cmpd="sng" w="9525">
            <a:solidFill>
              <a:srgbClr val="FF0000"/>
            </a:solidFill>
            <a:prstDash val="solid"/>
            <a:round/>
            <a:headEnd len="med" w="med" type="none"/>
            <a:tailEnd len="med" w="med" type="triangle"/>
          </a:ln>
        </p:spPr>
      </p:cxnSp>
      <p:cxnSp>
        <p:nvCxnSpPr>
          <p:cNvPr id="1211" name="Google Shape;1211;p119"/>
          <p:cNvCxnSpPr>
            <a:endCxn id="1209" idx="0"/>
          </p:cNvCxnSpPr>
          <p:nvPr/>
        </p:nvCxnSpPr>
        <p:spPr>
          <a:xfrm>
            <a:off x="3783525" y="4910775"/>
            <a:ext cx="3924000" cy="1139700"/>
          </a:xfrm>
          <a:prstGeom prst="straightConnector1">
            <a:avLst/>
          </a:prstGeom>
          <a:noFill/>
          <a:ln cap="flat" cmpd="sng" w="9525">
            <a:solidFill>
              <a:srgbClr val="0000FF"/>
            </a:solidFill>
            <a:prstDash val="solid"/>
            <a:round/>
            <a:headEnd len="med" w="med" type="none"/>
            <a:tailEnd len="med" w="med" type="triangle"/>
          </a:ln>
        </p:spPr>
      </p:cxnSp>
      <p:sp>
        <p:nvSpPr>
          <p:cNvPr id="1207" name="Google Shape;1207;p119"/>
          <p:cNvSpPr/>
          <p:nvPr/>
        </p:nvSpPr>
        <p:spPr>
          <a:xfrm>
            <a:off x="5522025" y="3761650"/>
            <a:ext cx="447000" cy="6207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20"/>
          <p:cNvSpPr txBox="1"/>
          <p:nvPr>
            <p:ph type="title"/>
          </p:nvPr>
        </p:nvSpPr>
        <p:spPr>
          <a:xfrm>
            <a:off x="139575" y="813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Transmitting and Receiving Data</a:t>
            </a:r>
            <a:endParaRPr/>
          </a:p>
        </p:txBody>
      </p:sp>
      <p:sp>
        <p:nvSpPr>
          <p:cNvPr id="1217" name="Google Shape;1217;p120"/>
          <p:cNvSpPr txBox="1"/>
          <p:nvPr>
            <p:ph idx="1" type="body"/>
          </p:nvPr>
        </p:nvSpPr>
        <p:spPr>
          <a:xfrm>
            <a:off x="243925" y="754650"/>
            <a:ext cx="8520600" cy="3733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uart2_write(</a:t>
            </a: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ch)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9"/>
                </a:solidFill>
                <a:highlight>
                  <a:srgbClr val="FFFFFF"/>
                </a:highlight>
                <a:latin typeface="Courier New"/>
                <a:ea typeface="Courier New"/>
                <a:cs typeface="Courier New"/>
                <a:sym typeface="Courier New"/>
              </a:rPr>
              <a:t>/* Make sure the transmit data register is empty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(!(USART2-&gt;ISR &amp; USART_ISR_TXE_TXFNF)){} </a:t>
            </a:r>
            <a:r>
              <a:rPr b="1" lang="en" sz="1200">
                <a:solidFill>
                  <a:srgbClr val="3F7F59"/>
                </a:solidFill>
                <a:highlight>
                  <a:srgbClr val="FFFFFF"/>
                </a:highlight>
                <a:latin typeface="Courier New"/>
                <a:ea typeface="Courier New"/>
                <a:cs typeface="Courier New"/>
                <a:sym typeface="Courier New"/>
              </a:rPr>
              <a:t>// Block until transmitter ready</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9"/>
                </a:solidFill>
                <a:highlight>
                  <a:srgbClr val="FFFFFF"/>
                </a:highlight>
                <a:latin typeface="Courier New"/>
                <a:ea typeface="Courier New"/>
                <a:cs typeface="Courier New"/>
                <a:sym typeface="Courier New"/>
              </a:rPr>
              <a:t>/* Write to transmit data register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USART2-&gt;TDR = (ch &amp; 0xFF); </a:t>
            </a:r>
            <a:r>
              <a:rPr b="1" lang="en" sz="1200">
                <a:solidFill>
                  <a:srgbClr val="3F7F59"/>
                </a:solidFill>
                <a:highlight>
                  <a:srgbClr val="FFFFFF"/>
                </a:highlight>
                <a:latin typeface="Courier New"/>
                <a:ea typeface="Courier New"/>
                <a:cs typeface="Courier New"/>
                <a:sym typeface="Courier New"/>
              </a:rPr>
              <a:t>// restrict to 8 bit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br>
              <a:rPr b="1" lang="en" sz="1200">
                <a:solidFill>
                  <a:schemeClr val="dk1"/>
                </a:solidFill>
                <a:highlight>
                  <a:srgbClr val="FFFFFF"/>
                </a:highlight>
                <a:latin typeface="Courier New"/>
                <a:ea typeface="Courier New"/>
                <a:cs typeface="Courier New"/>
                <a:sym typeface="Courier New"/>
              </a:rPr>
            </a:b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uart2_read()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9"/>
                </a:solidFill>
                <a:highlight>
                  <a:srgbClr val="FFFFFF"/>
                </a:highlight>
                <a:latin typeface="Courier New"/>
                <a:ea typeface="Courier New"/>
                <a:cs typeface="Courier New"/>
                <a:sym typeface="Courier New"/>
              </a:rPr>
              <a:t>/* Make sure the receive data register is non-empty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(!(USART2-&gt;ISR &amp; USART_ISR_RXNE_RXFNE)){}</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9"/>
                </a:solidFill>
                <a:highlight>
                  <a:srgbClr val="FFFFFF"/>
                </a:highlight>
                <a:latin typeface="Courier New"/>
                <a:ea typeface="Courier New"/>
                <a:cs typeface="Courier New"/>
                <a:sym typeface="Courier New"/>
              </a:rPr>
              <a:t>/* Return data register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return</a:t>
            </a:r>
            <a:r>
              <a:rPr b="1" lang="en" sz="1200">
                <a:solidFill>
                  <a:schemeClr val="dk1"/>
                </a:solidFill>
                <a:highlight>
                  <a:srgbClr val="FFFFFF"/>
                </a:highlight>
                <a:latin typeface="Courier New"/>
                <a:ea typeface="Courier New"/>
                <a:cs typeface="Courier New"/>
                <a:sym typeface="Courier New"/>
              </a:rPr>
              <a:t>(USART2-&gt;RDR &amp; 0xFF);</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b="1"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br>
              <a:rPr b="1" lang="en" sz="1100">
                <a:solidFill>
                  <a:schemeClr val="dk1"/>
                </a:solidFill>
                <a:highlight>
                  <a:srgbClr val="FFFFFF"/>
                </a:highlight>
                <a:latin typeface="Courier New"/>
                <a:ea typeface="Courier New"/>
                <a:cs typeface="Courier New"/>
                <a:sym typeface="Courier New"/>
              </a:rPr>
            </a:br>
            <a:r>
              <a:rPr lang="en" sz="1400">
                <a:solidFill>
                  <a:schemeClr val="dk1"/>
                </a:solidFill>
                <a:highlight>
                  <a:srgbClr val="FFFFFF"/>
                </a:highlight>
              </a:rPr>
              <a:t>To see what the processor is transmitting to your computer you need to run a terminal application. The application depends on your operating system. Compile and flash your program.</a:t>
            </a:r>
            <a:endParaRPr sz="1400">
              <a:solidFill>
                <a:schemeClr val="dk1"/>
              </a:solidFill>
              <a:highlight>
                <a:srgbClr val="FFFFFF"/>
              </a:highlight>
            </a:endParaRPr>
          </a:p>
          <a:p>
            <a:pPr indent="0" lvl="0" marL="0" rtl="0" algn="l">
              <a:spcBef>
                <a:spcPts val="1600"/>
              </a:spcBef>
              <a:spcAft>
                <a:spcPts val="0"/>
              </a:spcAft>
              <a:buNone/>
            </a:pPr>
            <a:r>
              <a:t/>
            </a:r>
            <a:endParaRPr sz="14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sz="1400">
              <a:solidFill>
                <a:schemeClr val="dk1"/>
              </a:solidFill>
              <a:highlight>
                <a:schemeClr val="lt1"/>
              </a:highlight>
            </a:endParaRPr>
          </a:p>
          <a:p>
            <a:pPr indent="0" lvl="0" marL="0" rtl="0" algn="l">
              <a:spcBef>
                <a:spcPts val="1600"/>
              </a:spcBef>
              <a:spcAft>
                <a:spcPts val="1600"/>
              </a:spcAft>
              <a:buNone/>
            </a:pPr>
            <a:r>
              <a:t/>
            </a:r>
            <a:endParaRPr/>
          </a:p>
        </p:txBody>
      </p:sp>
      <p:sp>
        <p:nvSpPr>
          <p:cNvPr id="1218" name="Google Shape;1218;p120"/>
          <p:cNvSpPr txBox="1"/>
          <p:nvPr/>
        </p:nvSpPr>
        <p:spPr>
          <a:xfrm>
            <a:off x="243925" y="4488150"/>
            <a:ext cx="2978700" cy="14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chemeClr val="lt1"/>
                </a:highlight>
              </a:rPr>
              <a:t>Open CoolTerm and load the ENGS28 settings, adjusting the Port if necessary.</a:t>
            </a:r>
            <a:endParaRPr>
              <a:solidFill>
                <a:schemeClr val="dk1"/>
              </a:solidFill>
              <a:highlight>
                <a:schemeClr val="lt1"/>
              </a:highlight>
            </a:endParaRPr>
          </a:p>
          <a:p>
            <a:pPr indent="0" lvl="0" marL="0" rtl="0" algn="l">
              <a:spcBef>
                <a:spcPts val="0"/>
              </a:spcBef>
              <a:spcAft>
                <a:spcPts val="0"/>
              </a:spcAft>
              <a:buNone/>
            </a:pPr>
            <a:r>
              <a:t/>
            </a:r>
            <a:endParaRPr>
              <a:solidFill>
                <a:schemeClr val="dk1"/>
              </a:solidFill>
              <a:highlight>
                <a:schemeClr val="lt1"/>
              </a:highlight>
            </a:endParaRPr>
          </a:p>
          <a:p>
            <a:pPr indent="0" lvl="0" marL="0" rtl="0" algn="l">
              <a:spcBef>
                <a:spcPts val="0"/>
              </a:spcBef>
              <a:spcAft>
                <a:spcPts val="0"/>
              </a:spcAft>
              <a:buNone/>
            </a:pPr>
            <a:r>
              <a:rPr lang="en">
                <a:solidFill>
                  <a:schemeClr val="dk1"/>
                </a:solidFill>
                <a:highlight>
                  <a:schemeClr val="lt1"/>
                </a:highlight>
              </a:rPr>
              <a:t>Click "Connect".</a:t>
            </a:r>
            <a:endParaRPr>
              <a:solidFill>
                <a:schemeClr val="dk1"/>
              </a:solidFill>
              <a:highlight>
                <a:schemeClr val="lt1"/>
              </a:highlight>
            </a:endParaRPr>
          </a:p>
        </p:txBody>
      </p:sp>
      <p:sp>
        <p:nvSpPr>
          <p:cNvPr id="1219" name="Google Shape;1219;p120"/>
          <p:cNvSpPr txBox="1"/>
          <p:nvPr/>
        </p:nvSpPr>
        <p:spPr>
          <a:xfrm>
            <a:off x="5954175" y="1834179"/>
            <a:ext cx="2706000" cy="10344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These functions are </a:t>
            </a:r>
            <a:r>
              <a:rPr b="1" lang="en"/>
              <a:t>blocking</a:t>
            </a:r>
            <a:r>
              <a:rPr lang="en"/>
              <a:t>.  The main program is made to wait until the Tx buffer is empty or the Rx buffer is full.</a:t>
            </a:r>
            <a:endParaRPr/>
          </a:p>
        </p:txBody>
      </p:sp>
      <p:pic>
        <p:nvPicPr>
          <p:cNvPr id="1220" name="Google Shape;1220;p120"/>
          <p:cNvPicPr preferRelativeResize="0"/>
          <p:nvPr/>
        </p:nvPicPr>
        <p:blipFill>
          <a:blip r:embed="rId3">
            <a:alphaModFix/>
          </a:blip>
          <a:stretch>
            <a:fillRect/>
          </a:stretch>
        </p:blipFill>
        <p:spPr>
          <a:xfrm>
            <a:off x="3813700" y="3897488"/>
            <a:ext cx="3543523" cy="2825776"/>
          </a:xfrm>
          <a:prstGeom prst="rect">
            <a:avLst/>
          </a:prstGeom>
          <a:noFill/>
          <a:ln>
            <a:noFill/>
          </a:ln>
        </p:spPr>
      </p:pic>
      <p:sp>
        <p:nvSpPr>
          <p:cNvPr id="1221" name="Google Shape;1221;p120"/>
          <p:cNvSpPr/>
          <p:nvPr/>
        </p:nvSpPr>
        <p:spPr>
          <a:xfrm>
            <a:off x="4538550" y="3936375"/>
            <a:ext cx="368100" cy="468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1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Transmitting and Receiving Data</a:t>
            </a:r>
            <a:endParaRPr/>
          </a:p>
        </p:txBody>
      </p:sp>
      <p:sp>
        <p:nvSpPr>
          <p:cNvPr id="1227" name="Google Shape;1227;p121"/>
          <p:cNvSpPr txBox="1"/>
          <p:nvPr>
            <p:ph idx="1" type="body"/>
          </p:nvPr>
        </p:nvSpPr>
        <p:spPr>
          <a:xfrm>
            <a:off x="311700" y="1300150"/>
            <a:ext cx="8520600" cy="529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uart2_write(</a:t>
            </a: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ch);</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int</a:t>
            </a:r>
            <a:r>
              <a:rPr b="1" lang="en" sz="1200">
                <a:solidFill>
                  <a:schemeClr val="dk1"/>
                </a:solidFill>
                <a:highlight>
                  <a:srgbClr val="FFFFFF"/>
                </a:highlight>
                <a:latin typeface="Courier New"/>
                <a:ea typeface="Courier New"/>
                <a:cs typeface="Courier New"/>
                <a:sym typeface="Courier New"/>
              </a:rPr>
              <a:t> uart2_read();</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400">
                <a:solidFill>
                  <a:schemeClr val="dk1"/>
                </a:solidFill>
                <a:highlight>
                  <a:srgbClr val="FFFFFF"/>
                </a:highlight>
              </a:rPr>
              <a:t>To transmit a string such as 'Hi' you would simply use:</a:t>
            </a:r>
            <a:br>
              <a:rPr lang="en" sz="1400">
                <a:solidFill>
                  <a:schemeClr val="dk1"/>
                </a:solidFill>
                <a:highlight>
                  <a:srgbClr val="FFFFFF"/>
                </a:highlight>
              </a:rPr>
            </a:br>
            <a:r>
              <a:rPr b="1" lang="en" sz="1100">
                <a:solidFill>
                  <a:srgbClr val="0000FF"/>
                </a:solidFill>
                <a:highlight>
                  <a:schemeClr val="lt1"/>
                </a:highlight>
                <a:latin typeface="Courier New"/>
                <a:ea typeface="Courier New"/>
                <a:cs typeface="Courier New"/>
                <a:sym typeface="Courier New"/>
              </a:rPr>
              <a:t>uart2_write</a:t>
            </a:r>
            <a:r>
              <a:rPr b="1" lang="en" sz="1100">
                <a:solidFill>
                  <a:srgbClr val="0000FF"/>
                </a:solidFill>
                <a:highlight>
                  <a:schemeClr val="lt1"/>
                </a:highlight>
                <a:latin typeface="Courier New"/>
                <a:ea typeface="Courier New"/>
                <a:cs typeface="Courier New"/>
                <a:sym typeface="Courier New"/>
              </a:rPr>
              <a:t>('H');</a:t>
            </a:r>
            <a:br>
              <a:rPr b="1" lang="en" sz="1100">
                <a:solidFill>
                  <a:srgbClr val="0000FF"/>
                </a:solidFill>
                <a:highlight>
                  <a:schemeClr val="lt1"/>
                </a:highlight>
                <a:latin typeface="Courier New"/>
                <a:ea typeface="Courier New"/>
                <a:cs typeface="Courier New"/>
                <a:sym typeface="Courier New"/>
              </a:rPr>
            </a:br>
            <a:r>
              <a:rPr b="1" lang="en" sz="1100">
                <a:solidFill>
                  <a:srgbClr val="0000FF"/>
                </a:solidFill>
                <a:highlight>
                  <a:schemeClr val="lt1"/>
                </a:highlight>
                <a:latin typeface="Courier New"/>
                <a:ea typeface="Courier New"/>
                <a:cs typeface="Courier New"/>
                <a:sym typeface="Courier New"/>
              </a:rPr>
              <a:t>uart2_write</a:t>
            </a:r>
            <a:r>
              <a:rPr b="1" lang="en" sz="1100">
                <a:solidFill>
                  <a:srgbClr val="0000FF"/>
                </a:solidFill>
                <a:highlight>
                  <a:schemeClr val="lt1"/>
                </a:highlight>
                <a:latin typeface="Courier New"/>
                <a:ea typeface="Courier New"/>
                <a:cs typeface="Courier New"/>
                <a:sym typeface="Courier New"/>
              </a:rPr>
              <a:t>('i');</a:t>
            </a:r>
            <a:endParaRPr b="1" sz="1100">
              <a:solidFill>
                <a:srgbClr val="0000FF"/>
              </a:solidFill>
              <a:highlight>
                <a:schemeClr val="lt1"/>
              </a:highlight>
              <a:latin typeface="Courier New"/>
              <a:ea typeface="Courier New"/>
              <a:cs typeface="Courier New"/>
              <a:sym typeface="Courier New"/>
            </a:endParaRPr>
          </a:p>
          <a:p>
            <a:pPr indent="0" lvl="0" marL="0" rtl="0" algn="l">
              <a:spcBef>
                <a:spcPts val="1600"/>
              </a:spcBef>
              <a:spcAft>
                <a:spcPts val="0"/>
              </a:spcAft>
              <a:buNone/>
            </a:pPr>
            <a:r>
              <a:rPr lang="en" sz="1400">
                <a:solidFill>
                  <a:schemeClr val="dk1"/>
                </a:solidFill>
                <a:highlight>
                  <a:schemeClr val="lt1"/>
                </a:highlight>
              </a:rPr>
              <a:t>To start a new line:</a:t>
            </a:r>
            <a:br>
              <a:rPr lang="en" sz="1400">
                <a:solidFill>
                  <a:schemeClr val="dk1"/>
                </a:solidFill>
                <a:highlight>
                  <a:schemeClr val="lt1"/>
                </a:highlight>
              </a:rPr>
            </a:br>
            <a:r>
              <a:rPr b="1" lang="en" sz="1100">
                <a:solidFill>
                  <a:srgbClr val="0000FF"/>
                </a:solidFill>
                <a:highlight>
                  <a:schemeClr val="lt1"/>
                </a:highlight>
                <a:latin typeface="Courier New"/>
                <a:ea typeface="Courier New"/>
                <a:cs typeface="Courier New"/>
                <a:sym typeface="Courier New"/>
              </a:rPr>
              <a:t>uart2_write</a:t>
            </a:r>
            <a:r>
              <a:rPr b="1" lang="en" sz="1100">
                <a:solidFill>
                  <a:srgbClr val="0000FF"/>
                </a:solidFill>
                <a:highlight>
                  <a:schemeClr val="lt1"/>
                </a:highlight>
                <a:latin typeface="Courier New"/>
                <a:ea typeface="Courier New"/>
                <a:cs typeface="Courier New"/>
                <a:sym typeface="Courier New"/>
              </a:rPr>
              <a:t>(10);</a:t>
            </a:r>
            <a:br>
              <a:rPr b="1" lang="en" sz="1100">
                <a:solidFill>
                  <a:srgbClr val="0000FF"/>
                </a:solidFill>
                <a:highlight>
                  <a:schemeClr val="lt1"/>
                </a:highlight>
                <a:latin typeface="Courier New"/>
                <a:ea typeface="Courier New"/>
                <a:cs typeface="Courier New"/>
                <a:sym typeface="Courier New"/>
              </a:rPr>
            </a:br>
            <a:r>
              <a:rPr b="1" lang="en" sz="1100">
                <a:solidFill>
                  <a:srgbClr val="0000FF"/>
                </a:solidFill>
                <a:highlight>
                  <a:schemeClr val="lt1"/>
                </a:highlight>
                <a:latin typeface="Courier New"/>
                <a:ea typeface="Courier New"/>
                <a:cs typeface="Courier New"/>
                <a:sym typeface="Courier New"/>
              </a:rPr>
              <a:t>uart2_write</a:t>
            </a:r>
            <a:r>
              <a:rPr b="1" lang="en" sz="1100">
                <a:solidFill>
                  <a:srgbClr val="0000FF"/>
                </a:solidFill>
                <a:highlight>
                  <a:schemeClr val="lt1"/>
                </a:highlight>
                <a:latin typeface="Courier New"/>
                <a:ea typeface="Courier New"/>
                <a:cs typeface="Courier New"/>
                <a:sym typeface="Courier New"/>
              </a:rPr>
              <a:t>(13);</a:t>
            </a:r>
            <a:endParaRPr b="1" sz="1100">
              <a:solidFill>
                <a:srgbClr val="0000FF"/>
              </a:solidFill>
              <a:highlight>
                <a:schemeClr val="lt1"/>
              </a:highlight>
              <a:latin typeface="Courier New"/>
              <a:ea typeface="Courier New"/>
              <a:cs typeface="Courier New"/>
              <a:sym typeface="Courier New"/>
            </a:endParaRPr>
          </a:p>
          <a:p>
            <a:pPr indent="0" lvl="0" marL="0" rtl="0" algn="l">
              <a:spcBef>
                <a:spcPts val="1600"/>
              </a:spcBef>
              <a:spcAft>
                <a:spcPts val="0"/>
              </a:spcAft>
              <a:buNone/>
            </a:pPr>
            <a:r>
              <a:rPr lang="en" sz="1400">
                <a:solidFill>
                  <a:schemeClr val="dk1"/>
                </a:solidFill>
                <a:highlight>
                  <a:schemeClr val="lt1"/>
                </a:highlight>
              </a:rPr>
              <a:t>To transmit (the ASCII code of) a single-digit number </a:t>
            </a:r>
            <a:r>
              <a:rPr b="1" lang="en" sz="1400">
                <a:solidFill>
                  <a:srgbClr val="0000FF"/>
                </a:solidFill>
                <a:highlight>
                  <a:schemeClr val="lt1"/>
                </a:highlight>
                <a:latin typeface="Courier New"/>
                <a:ea typeface="Courier New"/>
                <a:cs typeface="Courier New"/>
                <a:sym typeface="Courier New"/>
              </a:rPr>
              <a:t>num</a:t>
            </a:r>
            <a:r>
              <a:rPr lang="en" sz="1400">
                <a:solidFill>
                  <a:schemeClr val="dk1"/>
                </a:solidFill>
                <a:highlight>
                  <a:schemeClr val="lt1"/>
                </a:highlight>
              </a:rPr>
              <a:t>:</a:t>
            </a:r>
            <a:br>
              <a:rPr lang="en" sz="1400">
                <a:solidFill>
                  <a:schemeClr val="dk1"/>
                </a:solidFill>
                <a:highlight>
                  <a:schemeClr val="lt1"/>
                </a:highlight>
              </a:rPr>
            </a:br>
            <a:r>
              <a:rPr b="1" lang="en" sz="1100">
                <a:solidFill>
                  <a:srgbClr val="0000FF"/>
                </a:solidFill>
                <a:highlight>
                  <a:schemeClr val="lt1"/>
                </a:highlight>
                <a:latin typeface="Courier New"/>
                <a:ea typeface="Courier New"/>
                <a:cs typeface="Courier New"/>
                <a:sym typeface="Courier New"/>
              </a:rPr>
              <a:t>uart2_write</a:t>
            </a:r>
            <a:r>
              <a:rPr b="1" lang="en" sz="1100">
                <a:solidFill>
                  <a:srgbClr val="0000FF"/>
                </a:solidFill>
                <a:highlight>
                  <a:schemeClr val="lt1"/>
                </a:highlight>
                <a:latin typeface="Courier New"/>
                <a:ea typeface="Courier New"/>
                <a:cs typeface="Courier New"/>
                <a:sym typeface="Courier New"/>
              </a:rPr>
              <a:t>('0' + num);</a:t>
            </a:r>
            <a:endParaRPr b="1" sz="1100">
              <a:solidFill>
                <a:srgbClr val="0000FF"/>
              </a:solidFill>
              <a:highlight>
                <a:schemeClr val="lt1"/>
              </a:highlight>
              <a:latin typeface="Courier New"/>
              <a:ea typeface="Courier New"/>
              <a:cs typeface="Courier New"/>
              <a:sym typeface="Courier New"/>
            </a:endParaRPr>
          </a:p>
          <a:p>
            <a:pPr indent="0" lvl="0" marL="0" rtl="0" algn="l">
              <a:spcBef>
                <a:spcPts val="1600"/>
              </a:spcBef>
              <a:spcAft>
                <a:spcPts val="0"/>
              </a:spcAft>
              <a:buNone/>
            </a:pPr>
            <a:r>
              <a:rPr lang="en" sz="1400">
                <a:solidFill>
                  <a:schemeClr val="dk1"/>
                </a:solidFill>
                <a:highlight>
                  <a:schemeClr val="lt1"/>
                </a:highlight>
              </a:rPr>
              <a:t>To receive (the ASCII code of) a keypress:</a:t>
            </a:r>
            <a:br>
              <a:rPr lang="en" sz="1400">
                <a:solidFill>
                  <a:schemeClr val="dk1"/>
                </a:solidFill>
                <a:highlight>
                  <a:schemeClr val="lt1"/>
                </a:highlight>
              </a:rPr>
            </a:br>
            <a:r>
              <a:rPr b="1" lang="en" sz="1100">
                <a:solidFill>
                  <a:srgbClr val="0000FF"/>
                </a:solidFill>
                <a:highlight>
                  <a:schemeClr val="lt1"/>
                </a:highlight>
                <a:latin typeface="Courier New"/>
                <a:ea typeface="Courier New"/>
                <a:cs typeface="Courier New"/>
                <a:sym typeface="Courier New"/>
              </a:rPr>
              <a:t>key = </a:t>
            </a:r>
            <a:r>
              <a:rPr b="1" lang="en" sz="1100">
                <a:solidFill>
                  <a:srgbClr val="0000FF"/>
                </a:solidFill>
                <a:highlight>
                  <a:schemeClr val="lt1"/>
                </a:highlight>
                <a:latin typeface="Courier New"/>
                <a:ea typeface="Courier New"/>
                <a:cs typeface="Courier New"/>
                <a:sym typeface="Courier New"/>
              </a:rPr>
              <a:t>uart2_read()</a:t>
            </a:r>
            <a:r>
              <a:rPr b="1" lang="en" sz="1100">
                <a:solidFill>
                  <a:srgbClr val="0000FF"/>
                </a:solidFill>
                <a:highlight>
                  <a:schemeClr val="lt1"/>
                </a:highlight>
                <a:latin typeface="Courier New"/>
                <a:ea typeface="Courier New"/>
                <a:cs typeface="Courier New"/>
                <a:sym typeface="Courier New"/>
              </a:rPr>
              <a:t>;</a:t>
            </a:r>
            <a:br>
              <a:rPr b="1" lang="en" sz="1100">
                <a:solidFill>
                  <a:srgbClr val="0000FF"/>
                </a:solidFill>
                <a:highlight>
                  <a:schemeClr val="lt1"/>
                </a:highlight>
                <a:latin typeface="Courier New"/>
                <a:ea typeface="Courier New"/>
                <a:cs typeface="Courier New"/>
                <a:sym typeface="Courier New"/>
              </a:rPr>
            </a:br>
            <a:endParaRPr b="1" sz="1100">
              <a:solidFill>
                <a:srgbClr val="0000FF"/>
              </a:solidFill>
              <a:highlight>
                <a:schemeClr val="lt1"/>
              </a:highlight>
              <a:latin typeface="Courier New"/>
              <a:ea typeface="Courier New"/>
              <a:cs typeface="Courier New"/>
              <a:sym typeface="Courier New"/>
            </a:endParaRPr>
          </a:p>
          <a:p>
            <a:pPr indent="0" lvl="0" marL="0" rtl="0" algn="l">
              <a:spcBef>
                <a:spcPts val="1600"/>
              </a:spcBef>
              <a:spcAft>
                <a:spcPts val="0"/>
              </a:spcAft>
              <a:buNone/>
            </a:pPr>
            <a:r>
              <a:t/>
            </a:r>
            <a:endParaRPr sz="1400">
              <a:solidFill>
                <a:schemeClr val="dk1"/>
              </a:solidFill>
              <a:highlight>
                <a:schemeClr val="lt1"/>
              </a:highlight>
            </a:endParaRPr>
          </a:p>
          <a:p>
            <a:pPr indent="0" lvl="0" marL="0" rtl="0" algn="l">
              <a:spcBef>
                <a:spcPts val="1600"/>
              </a:spcBef>
              <a:spcAft>
                <a:spcPts val="1600"/>
              </a:spcAft>
              <a:buNone/>
            </a:pPr>
            <a:r>
              <a:t/>
            </a:r>
            <a:endParaRPr/>
          </a:p>
        </p:txBody>
      </p:sp>
      <p:sp>
        <p:nvSpPr>
          <p:cNvPr id="1228" name="Google Shape;1228;p121"/>
          <p:cNvSpPr txBox="1"/>
          <p:nvPr/>
        </p:nvSpPr>
        <p:spPr>
          <a:xfrm>
            <a:off x="4886950" y="1356875"/>
            <a:ext cx="4392900" cy="44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Courier New"/>
                <a:ea typeface="Courier New"/>
                <a:cs typeface="Courier New"/>
                <a:sym typeface="Courier New"/>
              </a:rPr>
              <a:t>Dec  Char                           Dec  Char     Dec  Char     Dec  Char</a:t>
            </a:r>
            <a:br>
              <a:rPr lang="en" sz="700">
                <a:latin typeface="Courier New"/>
                <a:ea typeface="Courier New"/>
                <a:cs typeface="Courier New"/>
                <a:sym typeface="Courier New"/>
              </a:rPr>
            </a:br>
            <a:r>
              <a:rPr lang="en" sz="700">
                <a:latin typeface="Courier New"/>
                <a:ea typeface="Courier New"/>
                <a:cs typeface="Courier New"/>
                <a:sym typeface="Courier New"/>
              </a:rPr>
              <a:t>---------                           ---------     ---------     ----------</a:t>
            </a:r>
            <a:br>
              <a:rPr lang="en" sz="700">
                <a:latin typeface="Courier New"/>
                <a:ea typeface="Courier New"/>
                <a:cs typeface="Courier New"/>
                <a:sym typeface="Courier New"/>
              </a:rPr>
            </a:br>
            <a:r>
              <a:rPr lang="en" sz="700">
                <a:latin typeface="Courier New"/>
                <a:ea typeface="Courier New"/>
                <a:cs typeface="Courier New"/>
                <a:sym typeface="Courier New"/>
              </a:rPr>
              <a:t>  0  NUL (null)                      32  SPACE     64  @         96  `</a:t>
            </a:r>
            <a:br>
              <a:rPr lang="en" sz="700">
                <a:latin typeface="Courier New"/>
                <a:ea typeface="Courier New"/>
                <a:cs typeface="Courier New"/>
                <a:sym typeface="Courier New"/>
              </a:rPr>
            </a:br>
            <a:r>
              <a:rPr lang="en" sz="700">
                <a:latin typeface="Courier New"/>
                <a:ea typeface="Courier New"/>
                <a:cs typeface="Courier New"/>
                <a:sym typeface="Courier New"/>
              </a:rPr>
              <a:t>  1  SOH (start of heading)          33  !         65  A         97  a</a:t>
            </a:r>
            <a:br>
              <a:rPr lang="en" sz="700">
                <a:latin typeface="Courier New"/>
                <a:ea typeface="Courier New"/>
                <a:cs typeface="Courier New"/>
                <a:sym typeface="Courier New"/>
              </a:rPr>
            </a:br>
            <a:r>
              <a:rPr lang="en" sz="700">
                <a:latin typeface="Courier New"/>
                <a:ea typeface="Courier New"/>
                <a:cs typeface="Courier New"/>
                <a:sym typeface="Courier New"/>
              </a:rPr>
              <a:t>  2  STX (start of text)             34  "         66  B         98  b</a:t>
            </a:r>
            <a:br>
              <a:rPr lang="en" sz="700">
                <a:latin typeface="Courier New"/>
                <a:ea typeface="Courier New"/>
                <a:cs typeface="Courier New"/>
                <a:sym typeface="Courier New"/>
              </a:rPr>
            </a:br>
            <a:r>
              <a:rPr lang="en" sz="700">
                <a:latin typeface="Courier New"/>
                <a:ea typeface="Courier New"/>
                <a:cs typeface="Courier New"/>
                <a:sym typeface="Courier New"/>
              </a:rPr>
              <a:t>  3  ETX (end of text)               35  #         67  C         99  c</a:t>
            </a:r>
            <a:br>
              <a:rPr lang="en" sz="700">
                <a:latin typeface="Courier New"/>
                <a:ea typeface="Courier New"/>
                <a:cs typeface="Courier New"/>
                <a:sym typeface="Courier New"/>
              </a:rPr>
            </a:br>
            <a:r>
              <a:rPr lang="en" sz="700">
                <a:latin typeface="Courier New"/>
                <a:ea typeface="Courier New"/>
                <a:cs typeface="Courier New"/>
                <a:sym typeface="Courier New"/>
              </a:rPr>
              <a:t>  4  EOT (end of transmission)       36  $         68  D        100  d</a:t>
            </a:r>
            <a:br>
              <a:rPr lang="en" sz="700">
                <a:latin typeface="Courier New"/>
                <a:ea typeface="Courier New"/>
                <a:cs typeface="Courier New"/>
                <a:sym typeface="Courier New"/>
              </a:rPr>
            </a:br>
            <a:r>
              <a:rPr lang="en" sz="700">
                <a:latin typeface="Courier New"/>
                <a:ea typeface="Courier New"/>
                <a:cs typeface="Courier New"/>
                <a:sym typeface="Courier New"/>
              </a:rPr>
              <a:t>  5  ENQ (enquiry)                   37  %         69  E        101  e</a:t>
            </a:r>
            <a:br>
              <a:rPr lang="en" sz="700">
                <a:latin typeface="Courier New"/>
                <a:ea typeface="Courier New"/>
                <a:cs typeface="Courier New"/>
                <a:sym typeface="Courier New"/>
              </a:rPr>
            </a:br>
            <a:r>
              <a:rPr lang="en" sz="700">
                <a:latin typeface="Courier New"/>
                <a:ea typeface="Courier New"/>
                <a:cs typeface="Courier New"/>
                <a:sym typeface="Courier New"/>
              </a:rPr>
              <a:t>  6  ACK (acknowledge)               38  &amp;         70  F        102  f</a:t>
            </a:r>
            <a:br>
              <a:rPr lang="en" sz="700">
                <a:latin typeface="Courier New"/>
                <a:ea typeface="Courier New"/>
                <a:cs typeface="Courier New"/>
                <a:sym typeface="Courier New"/>
              </a:rPr>
            </a:br>
            <a:r>
              <a:rPr lang="en" sz="700">
                <a:latin typeface="Courier New"/>
                <a:ea typeface="Courier New"/>
                <a:cs typeface="Courier New"/>
                <a:sym typeface="Courier New"/>
              </a:rPr>
              <a:t>  7  BEL (bell)                      39  '         71  G        103  g</a:t>
            </a:r>
            <a:br>
              <a:rPr lang="en" sz="700">
                <a:latin typeface="Courier New"/>
                <a:ea typeface="Courier New"/>
                <a:cs typeface="Courier New"/>
                <a:sym typeface="Courier New"/>
              </a:rPr>
            </a:br>
            <a:r>
              <a:rPr lang="en" sz="700">
                <a:latin typeface="Courier New"/>
                <a:ea typeface="Courier New"/>
                <a:cs typeface="Courier New"/>
                <a:sym typeface="Courier New"/>
              </a:rPr>
              <a:t>  8  BS  (backspace)                 40  (         72  H        104  h</a:t>
            </a:r>
            <a:br>
              <a:rPr lang="en" sz="700">
                <a:latin typeface="Courier New"/>
                <a:ea typeface="Courier New"/>
                <a:cs typeface="Courier New"/>
                <a:sym typeface="Courier New"/>
              </a:rPr>
            </a:br>
            <a:r>
              <a:rPr lang="en" sz="700">
                <a:latin typeface="Courier New"/>
                <a:ea typeface="Courier New"/>
                <a:cs typeface="Courier New"/>
                <a:sym typeface="Courier New"/>
              </a:rPr>
              <a:t>  9  TAB (horizontal tab)            41  )         73  I        105  i</a:t>
            </a:r>
            <a:br>
              <a:rPr lang="en" sz="700">
                <a:latin typeface="Courier New"/>
                <a:ea typeface="Courier New"/>
                <a:cs typeface="Courier New"/>
                <a:sym typeface="Courier New"/>
              </a:rPr>
            </a:br>
            <a:r>
              <a:rPr lang="en" sz="700">
                <a:latin typeface="Courier New"/>
                <a:ea typeface="Courier New"/>
                <a:cs typeface="Courier New"/>
                <a:sym typeface="Courier New"/>
              </a:rPr>
              <a:t> 10  LF  (NL line feed, new line)    42  *         74  J        106  j</a:t>
            </a:r>
            <a:br>
              <a:rPr lang="en" sz="700">
                <a:latin typeface="Courier New"/>
                <a:ea typeface="Courier New"/>
                <a:cs typeface="Courier New"/>
                <a:sym typeface="Courier New"/>
              </a:rPr>
            </a:br>
            <a:r>
              <a:rPr lang="en" sz="700">
                <a:latin typeface="Courier New"/>
                <a:ea typeface="Courier New"/>
                <a:cs typeface="Courier New"/>
                <a:sym typeface="Courier New"/>
              </a:rPr>
              <a:t> 11  VT  (vertical tab)              43  +         75  K        107  k</a:t>
            </a:r>
            <a:br>
              <a:rPr lang="en" sz="700">
                <a:latin typeface="Courier New"/>
                <a:ea typeface="Courier New"/>
                <a:cs typeface="Courier New"/>
                <a:sym typeface="Courier New"/>
              </a:rPr>
            </a:br>
            <a:r>
              <a:rPr lang="en" sz="700">
                <a:latin typeface="Courier New"/>
                <a:ea typeface="Courier New"/>
                <a:cs typeface="Courier New"/>
                <a:sym typeface="Courier New"/>
              </a:rPr>
              <a:t> 12  FF  (NP form feed, new page)    44  ,         76  L        108  l</a:t>
            </a:r>
            <a:br>
              <a:rPr lang="en" sz="700">
                <a:latin typeface="Courier New"/>
                <a:ea typeface="Courier New"/>
                <a:cs typeface="Courier New"/>
                <a:sym typeface="Courier New"/>
              </a:rPr>
            </a:br>
            <a:r>
              <a:rPr lang="en" sz="700">
                <a:latin typeface="Courier New"/>
                <a:ea typeface="Courier New"/>
                <a:cs typeface="Courier New"/>
                <a:sym typeface="Courier New"/>
              </a:rPr>
              <a:t> 13  CR  (carriage return)           45  -         77  M        109  m</a:t>
            </a:r>
            <a:br>
              <a:rPr lang="en" sz="700">
                <a:latin typeface="Courier New"/>
                <a:ea typeface="Courier New"/>
                <a:cs typeface="Courier New"/>
                <a:sym typeface="Courier New"/>
              </a:rPr>
            </a:br>
            <a:r>
              <a:rPr lang="en" sz="700">
                <a:latin typeface="Courier New"/>
                <a:ea typeface="Courier New"/>
                <a:cs typeface="Courier New"/>
                <a:sym typeface="Courier New"/>
              </a:rPr>
              <a:t> 14  SO  (shift out)                 46  .         78  N        110  n</a:t>
            </a:r>
            <a:br>
              <a:rPr lang="en" sz="700">
                <a:latin typeface="Courier New"/>
                <a:ea typeface="Courier New"/>
                <a:cs typeface="Courier New"/>
                <a:sym typeface="Courier New"/>
              </a:rPr>
            </a:br>
            <a:r>
              <a:rPr lang="en" sz="700">
                <a:latin typeface="Courier New"/>
                <a:ea typeface="Courier New"/>
                <a:cs typeface="Courier New"/>
                <a:sym typeface="Courier New"/>
              </a:rPr>
              <a:t> 15  SI  (shift in)                  47  /         79  O        111  o</a:t>
            </a:r>
            <a:br>
              <a:rPr lang="en" sz="700">
                <a:latin typeface="Courier New"/>
                <a:ea typeface="Courier New"/>
                <a:cs typeface="Courier New"/>
                <a:sym typeface="Courier New"/>
              </a:rPr>
            </a:br>
            <a:r>
              <a:rPr lang="en" sz="700">
                <a:latin typeface="Courier New"/>
                <a:ea typeface="Courier New"/>
                <a:cs typeface="Courier New"/>
                <a:sym typeface="Courier New"/>
              </a:rPr>
              <a:t> 16  DLE (data link escape)          48  0         80  P        112  p</a:t>
            </a:r>
            <a:br>
              <a:rPr lang="en" sz="700">
                <a:latin typeface="Courier New"/>
                <a:ea typeface="Courier New"/>
                <a:cs typeface="Courier New"/>
                <a:sym typeface="Courier New"/>
              </a:rPr>
            </a:br>
            <a:r>
              <a:rPr lang="en" sz="700">
                <a:latin typeface="Courier New"/>
                <a:ea typeface="Courier New"/>
                <a:cs typeface="Courier New"/>
                <a:sym typeface="Courier New"/>
              </a:rPr>
              <a:t> 17  DC1 (device control 1)          49  1         81  Q        113  q</a:t>
            </a:r>
            <a:br>
              <a:rPr lang="en" sz="700">
                <a:latin typeface="Courier New"/>
                <a:ea typeface="Courier New"/>
                <a:cs typeface="Courier New"/>
                <a:sym typeface="Courier New"/>
              </a:rPr>
            </a:br>
            <a:r>
              <a:rPr lang="en" sz="700">
                <a:latin typeface="Courier New"/>
                <a:ea typeface="Courier New"/>
                <a:cs typeface="Courier New"/>
                <a:sym typeface="Courier New"/>
              </a:rPr>
              <a:t> 18  DC2 (device control 2)          50  2         82  R        114  r</a:t>
            </a:r>
            <a:br>
              <a:rPr lang="en" sz="700">
                <a:latin typeface="Courier New"/>
                <a:ea typeface="Courier New"/>
                <a:cs typeface="Courier New"/>
                <a:sym typeface="Courier New"/>
              </a:rPr>
            </a:br>
            <a:r>
              <a:rPr lang="en" sz="700">
                <a:latin typeface="Courier New"/>
                <a:ea typeface="Courier New"/>
                <a:cs typeface="Courier New"/>
                <a:sym typeface="Courier New"/>
              </a:rPr>
              <a:t> 19  DC3 (device control 3)          51  3         83  S        115  s</a:t>
            </a:r>
            <a:br>
              <a:rPr lang="en" sz="700">
                <a:latin typeface="Courier New"/>
                <a:ea typeface="Courier New"/>
                <a:cs typeface="Courier New"/>
                <a:sym typeface="Courier New"/>
              </a:rPr>
            </a:br>
            <a:r>
              <a:rPr lang="en" sz="700">
                <a:latin typeface="Courier New"/>
                <a:ea typeface="Courier New"/>
                <a:cs typeface="Courier New"/>
                <a:sym typeface="Courier New"/>
              </a:rPr>
              <a:t> 20  DC4 (device control 4)          52  4         84  T        116  t</a:t>
            </a:r>
            <a:br>
              <a:rPr lang="en" sz="700">
                <a:latin typeface="Courier New"/>
                <a:ea typeface="Courier New"/>
                <a:cs typeface="Courier New"/>
                <a:sym typeface="Courier New"/>
              </a:rPr>
            </a:br>
            <a:r>
              <a:rPr lang="en" sz="700">
                <a:latin typeface="Courier New"/>
                <a:ea typeface="Courier New"/>
                <a:cs typeface="Courier New"/>
                <a:sym typeface="Courier New"/>
              </a:rPr>
              <a:t> 21  NAK (negative acknowledge)      53  5         85  U        117  u</a:t>
            </a:r>
            <a:br>
              <a:rPr lang="en" sz="700">
                <a:latin typeface="Courier New"/>
                <a:ea typeface="Courier New"/>
                <a:cs typeface="Courier New"/>
                <a:sym typeface="Courier New"/>
              </a:rPr>
            </a:br>
            <a:r>
              <a:rPr lang="en" sz="700">
                <a:latin typeface="Courier New"/>
                <a:ea typeface="Courier New"/>
                <a:cs typeface="Courier New"/>
                <a:sym typeface="Courier New"/>
              </a:rPr>
              <a:t> 22  SYN (synchronous idle)          54  6         86  V        118  v</a:t>
            </a:r>
            <a:br>
              <a:rPr lang="en" sz="700">
                <a:latin typeface="Courier New"/>
                <a:ea typeface="Courier New"/>
                <a:cs typeface="Courier New"/>
                <a:sym typeface="Courier New"/>
              </a:rPr>
            </a:br>
            <a:r>
              <a:rPr lang="en" sz="700">
                <a:latin typeface="Courier New"/>
                <a:ea typeface="Courier New"/>
                <a:cs typeface="Courier New"/>
                <a:sym typeface="Courier New"/>
              </a:rPr>
              <a:t> 23  ETB (end of trans. block)       55  7         87  W        119  w</a:t>
            </a:r>
            <a:br>
              <a:rPr lang="en" sz="700">
                <a:latin typeface="Courier New"/>
                <a:ea typeface="Courier New"/>
                <a:cs typeface="Courier New"/>
                <a:sym typeface="Courier New"/>
              </a:rPr>
            </a:br>
            <a:r>
              <a:rPr lang="en" sz="700">
                <a:latin typeface="Courier New"/>
                <a:ea typeface="Courier New"/>
                <a:cs typeface="Courier New"/>
                <a:sym typeface="Courier New"/>
              </a:rPr>
              <a:t> 24  CAN (cancel)                    56  8         88  X        120  x</a:t>
            </a:r>
            <a:br>
              <a:rPr lang="en" sz="700">
                <a:latin typeface="Courier New"/>
                <a:ea typeface="Courier New"/>
                <a:cs typeface="Courier New"/>
                <a:sym typeface="Courier New"/>
              </a:rPr>
            </a:br>
            <a:r>
              <a:rPr lang="en" sz="700">
                <a:latin typeface="Courier New"/>
                <a:ea typeface="Courier New"/>
                <a:cs typeface="Courier New"/>
                <a:sym typeface="Courier New"/>
              </a:rPr>
              <a:t> 25  EM  (end of medium)             57  9         89  Y        121  y</a:t>
            </a:r>
            <a:br>
              <a:rPr lang="en" sz="700">
                <a:latin typeface="Courier New"/>
                <a:ea typeface="Courier New"/>
                <a:cs typeface="Courier New"/>
                <a:sym typeface="Courier New"/>
              </a:rPr>
            </a:br>
            <a:r>
              <a:rPr lang="en" sz="700">
                <a:latin typeface="Courier New"/>
                <a:ea typeface="Courier New"/>
                <a:cs typeface="Courier New"/>
                <a:sym typeface="Courier New"/>
              </a:rPr>
              <a:t> 26  SUB (substitute)                58  :         90  Z        122  z</a:t>
            </a:r>
            <a:br>
              <a:rPr lang="en" sz="700">
                <a:latin typeface="Courier New"/>
                <a:ea typeface="Courier New"/>
                <a:cs typeface="Courier New"/>
                <a:sym typeface="Courier New"/>
              </a:rPr>
            </a:br>
            <a:r>
              <a:rPr lang="en" sz="700">
                <a:latin typeface="Courier New"/>
                <a:ea typeface="Courier New"/>
                <a:cs typeface="Courier New"/>
                <a:sym typeface="Courier New"/>
              </a:rPr>
              <a:t> 27  ESC (escape)                    59  ;         91  [        123  {</a:t>
            </a:r>
            <a:br>
              <a:rPr lang="en" sz="700">
                <a:latin typeface="Courier New"/>
                <a:ea typeface="Courier New"/>
                <a:cs typeface="Courier New"/>
                <a:sym typeface="Courier New"/>
              </a:rPr>
            </a:br>
            <a:r>
              <a:rPr lang="en" sz="700">
                <a:latin typeface="Courier New"/>
                <a:ea typeface="Courier New"/>
                <a:cs typeface="Courier New"/>
                <a:sym typeface="Courier New"/>
              </a:rPr>
              <a:t> 28  FS  (file separator)            60  &lt;         92  \        124  |</a:t>
            </a:r>
            <a:br>
              <a:rPr lang="en" sz="700">
                <a:latin typeface="Courier New"/>
                <a:ea typeface="Courier New"/>
                <a:cs typeface="Courier New"/>
                <a:sym typeface="Courier New"/>
              </a:rPr>
            </a:br>
            <a:r>
              <a:rPr lang="en" sz="700">
                <a:latin typeface="Courier New"/>
                <a:ea typeface="Courier New"/>
                <a:cs typeface="Courier New"/>
                <a:sym typeface="Courier New"/>
              </a:rPr>
              <a:t> 29  GS  (group separator)           61  =         93  ]        125  }</a:t>
            </a:r>
            <a:br>
              <a:rPr lang="en" sz="700">
                <a:latin typeface="Courier New"/>
                <a:ea typeface="Courier New"/>
                <a:cs typeface="Courier New"/>
                <a:sym typeface="Courier New"/>
              </a:rPr>
            </a:br>
            <a:r>
              <a:rPr lang="en" sz="700">
                <a:latin typeface="Courier New"/>
                <a:ea typeface="Courier New"/>
                <a:cs typeface="Courier New"/>
                <a:sym typeface="Courier New"/>
              </a:rPr>
              <a:t> 30  RS  (record separator)          62  &gt;         94  ^        126  ~</a:t>
            </a:r>
            <a:br>
              <a:rPr lang="en" sz="700">
                <a:latin typeface="Courier New"/>
                <a:ea typeface="Courier New"/>
                <a:cs typeface="Courier New"/>
                <a:sym typeface="Courier New"/>
              </a:rPr>
            </a:br>
            <a:r>
              <a:rPr lang="en" sz="700">
                <a:latin typeface="Courier New"/>
                <a:ea typeface="Courier New"/>
                <a:cs typeface="Courier New"/>
                <a:sym typeface="Courier New"/>
              </a:rPr>
              <a:t> 31  US  (unit separator)            63  ?         95  _        127  DEL</a:t>
            </a:r>
            <a:endParaRPr sz="700">
              <a:latin typeface="Courier New"/>
              <a:ea typeface="Courier New"/>
              <a:cs typeface="Courier New"/>
              <a:sym typeface="Courier New"/>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See also </a:t>
            </a:r>
            <a:r>
              <a:rPr lang="en" u="sng">
                <a:solidFill>
                  <a:schemeClr val="hlink"/>
                </a:solidFill>
                <a:hlinkClick r:id="rId3"/>
              </a:rPr>
              <a:t>http://www.asciitable.com/</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2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more useful functions...</a:t>
            </a:r>
            <a:endParaRPr/>
          </a:p>
        </p:txBody>
      </p:sp>
      <p:sp>
        <p:nvSpPr>
          <p:cNvPr id="1234" name="Google Shape;1234;p12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it's nice to be able to transmit one byte at a time, we may want to print a string using a loop rather than having to print each individual character. For example:</a:t>
            </a:r>
            <a:endParaRPr/>
          </a:p>
          <a:p>
            <a:pPr indent="0" lvl="0" marL="0" rtl="0" algn="l">
              <a:spcBef>
                <a:spcPts val="1600"/>
              </a:spcBef>
              <a:spcAft>
                <a:spcPts val="0"/>
              </a:spcAft>
              <a:buClr>
                <a:schemeClr val="dk1"/>
              </a:buClr>
              <a:buSzPts val="1100"/>
              <a:buFont typeface="Arial"/>
              <a:buNone/>
            </a:pPr>
            <a:r>
              <a:rPr b="1" lang="en" sz="1100">
                <a:solidFill>
                  <a:srgbClr val="800000"/>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printString</a:t>
            </a:r>
            <a:r>
              <a:rPr b="1" lang="en" sz="1100">
                <a:solidFill>
                  <a:srgbClr val="808030"/>
                </a:solidFill>
                <a:highlight>
                  <a:srgbClr val="FFFFFF"/>
                </a:highlight>
                <a:latin typeface="Courier New"/>
                <a:ea typeface="Courier New"/>
                <a:cs typeface="Courier New"/>
                <a:sym typeface="Courier New"/>
              </a:rPr>
              <a:t>(</a:t>
            </a:r>
            <a:r>
              <a:rPr b="1" lang="en" sz="1100">
                <a:solidFill>
                  <a:srgbClr val="800000"/>
                </a:solidFill>
                <a:highlight>
                  <a:srgbClr val="FFFFFF"/>
                </a:highlight>
                <a:latin typeface="Courier New"/>
                <a:ea typeface="Courier New"/>
                <a:cs typeface="Courier New"/>
                <a:sym typeface="Courier New"/>
              </a:rPr>
              <a:t>const</a:t>
            </a:r>
            <a:r>
              <a:rPr b="1" lang="en" sz="1100">
                <a:solidFill>
                  <a:schemeClr val="dk1"/>
                </a:solidFill>
                <a:highlight>
                  <a:srgbClr val="FFFFFF"/>
                </a:highlight>
                <a:latin typeface="Courier New"/>
                <a:ea typeface="Courier New"/>
                <a:cs typeface="Courier New"/>
                <a:sym typeface="Courier New"/>
              </a:rPr>
              <a:t> </a:t>
            </a:r>
            <a:r>
              <a:rPr b="1" lang="en" sz="1100">
                <a:solidFill>
                  <a:srgbClr val="800000"/>
                </a:solidFill>
                <a:highlight>
                  <a:srgbClr val="FFFFFF"/>
                </a:highlight>
                <a:latin typeface="Courier New"/>
                <a:ea typeface="Courier New"/>
                <a:cs typeface="Courier New"/>
                <a:sym typeface="Courier New"/>
              </a:rPr>
              <a:t>char</a:t>
            </a:r>
            <a:r>
              <a:rPr b="1" lang="en" sz="1100">
                <a:solidFill>
                  <a:schemeClr val="dk1"/>
                </a:solidFill>
                <a:highlight>
                  <a:srgbClr val="FFFFFF"/>
                </a:highlight>
                <a:latin typeface="Courier New"/>
                <a:ea typeface="Courier New"/>
                <a:cs typeface="Courier New"/>
                <a:sym typeface="Courier New"/>
              </a:rPr>
              <a:t> myString</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 </a:t>
            </a:r>
            <a:r>
              <a:rPr b="1" lang="en" sz="1100">
                <a:solidFill>
                  <a:srgbClr val="800080"/>
                </a:solidFill>
                <a:highlight>
                  <a:srgbClr val="FFFFFF"/>
                </a:highlight>
                <a:latin typeface="Courier New"/>
                <a:ea typeface="Courier New"/>
                <a:cs typeface="Courier New"/>
                <a:sym typeface="Courier New"/>
              </a:rPr>
              <a:t>{</a:t>
            </a:r>
            <a:br>
              <a:rPr b="1" lang="en" sz="1100">
                <a:solidFill>
                  <a:schemeClr val="dk1"/>
                </a:solidFill>
                <a:highlight>
                  <a:srgbClr val="FFFFFF"/>
                </a:highlight>
                <a:latin typeface="Courier New"/>
                <a:ea typeface="Courier New"/>
                <a:cs typeface="Courier New"/>
                <a:sym typeface="Courier New"/>
              </a:rPr>
            </a:br>
            <a:r>
              <a:rPr b="1" lang="en" sz="1100">
                <a:solidFill>
                  <a:schemeClr val="dk1"/>
                </a:solidFill>
                <a:highlight>
                  <a:srgbClr val="FFFFFF"/>
                </a:highlight>
                <a:latin typeface="Courier New"/>
                <a:ea typeface="Courier New"/>
                <a:cs typeface="Courier New"/>
                <a:sym typeface="Courier New"/>
              </a:rPr>
              <a:t>  int i </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 </a:t>
            </a:r>
            <a:r>
              <a:rPr b="1" lang="en" sz="1100">
                <a:solidFill>
                  <a:srgbClr val="008C00"/>
                </a:solidFill>
                <a:highlight>
                  <a:srgbClr val="FFFFFF"/>
                </a:highlight>
                <a:latin typeface="Courier New"/>
                <a:ea typeface="Courier New"/>
                <a:cs typeface="Courier New"/>
                <a:sym typeface="Courier New"/>
              </a:rPr>
              <a:t>0</a:t>
            </a:r>
            <a:r>
              <a:rPr b="1" lang="en" sz="1100">
                <a:solidFill>
                  <a:srgbClr val="800080"/>
                </a:solidFill>
                <a:highlight>
                  <a:srgbClr val="FFFFFF"/>
                </a:highlight>
                <a:latin typeface="Courier New"/>
                <a:ea typeface="Courier New"/>
                <a:cs typeface="Courier New"/>
                <a:sym typeface="Courier New"/>
              </a:rPr>
              <a:t>;</a:t>
            </a:r>
            <a:br>
              <a:rPr b="1" lang="en" sz="1100">
                <a:solidFill>
                  <a:schemeClr val="dk1"/>
                </a:solidFill>
                <a:highlight>
                  <a:srgbClr val="FFFFFF"/>
                </a:highlight>
                <a:latin typeface="Courier New"/>
                <a:ea typeface="Courier New"/>
                <a:cs typeface="Courier New"/>
                <a:sym typeface="Courier New"/>
              </a:rPr>
            </a:br>
            <a:r>
              <a:rPr b="1" lang="en" sz="1100">
                <a:solidFill>
                  <a:schemeClr val="dk1"/>
                </a:solidFill>
                <a:highlight>
                  <a:srgbClr val="FFFFFF"/>
                </a:highlight>
                <a:latin typeface="Courier New"/>
                <a:ea typeface="Courier New"/>
                <a:cs typeface="Courier New"/>
                <a:sym typeface="Courier New"/>
              </a:rPr>
              <a:t>  </a:t>
            </a:r>
            <a:r>
              <a:rPr b="1" lang="en" sz="1100">
                <a:solidFill>
                  <a:srgbClr val="800000"/>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myString</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i</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 </a:t>
            </a:r>
            <a:r>
              <a:rPr b="1" lang="en" sz="1100">
                <a:solidFill>
                  <a:srgbClr val="80008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	//until NUL detected</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uart2_write</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myString</a:t>
            </a:r>
            <a:r>
              <a:rPr b="1" lang="en" sz="1100">
                <a:solidFill>
                  <a:srgbClr val="808030"/>
                </a:solidFill>
                <a:highlight>
                  <a:srgbClr val="FFFFFF"/>
                </a:highlight>
                <a:latin typeface="Courier New"/>
                <a:ea typeface="Courier New"/>
                <a:cs typeface="Courier New"/>
                <a:sym typeface="Courier New"/>
              </a:rPr>
              <a:t>[</a:t>
            </a:r>
            <a:r>
              <a:rPr b="1" lang="en" sz="1100">
                <a:solidFill>
                  <a:schemeClr val="dk1"/>
                </a:solidFill>
                <a:highlight>
                  <a:srgbClr val="FFFFFF"/>
                </a:highlight>
                <a:latin typeface="Courier New"/>
                <a:ea typeface="Courier New"/>
                <a:cs typeface="Courier New"/>
                <a:sym typeface="Courier New"/>
              </a:rPr>
              <a:t>i</a:t>
            </a:r>
            <a:r>
              <a:rPr b="1" lang="en" sz="1100">
                <a:solidFill>
                  <a:srgbClr val="808030"/>
                </a:solidFill>
                <a:highlight>
                  <a:srgbClr val="FFFFFF"/>
                </a:highlight>
                <a:latin typeface="Courier New"/>
                <a:ea typeface="Courier New"/>
                <a:cs typeface="Courier New"/>
                <a:sym typeface="Courier New"/>
              </a:rPr>
              <a:t>])</a:t>
            </a:r>
            <a:r>
              <a:rPr b="1" lang="en" sz="1100">
                <a:solidFill>
                  <a:srgbClr val="800080"/>
                </a:solidFill>
                <a:highlight>
                  <a:srgbClr val="FFFFFF"/>
                </a:highlight>
                <a:latin typeface="Courier New"/>
                <a:ea typeface="Courier New"/>
                <a:cs typeface="Courier New"/>
                <a:sym typeface="Courier New"/>
              </a:rPr>
              <a:t>;</a:t>
            </a:r>
            <a:br>
              <a:rPr b="1" lang="en" sz="1100">
                <a:solidFill>
                  <a:schemeClr val="dk1"/>
                </a:solidFill>
                <a:highlight>
                  <a:srgbClr val="FFFFFF"/>
                </a:highlight>
                <a:latin typeface="Courier New"/>
                <a:ea typeface="Courier New"/>
                <a:cs typeface="Courier New"/>
                <a:sym typeface="Courier New"/>
              </a:rPr>
            </a:br>
            <a:r>
              <a:rPr b="1" lang="en" sz="1100">
                <a:solidFill>
                  <a:schemeClr val="dk1"/>
                </a:solidFill>
                <a:highlight>
                  <a:srgbClr val="FFFFFF"/>
                </a:highlight>
                <a:latin typeface="Courier New"/>
                <a:ea typeface="Courier New"/>
                <a:cs typeface="Courier New"/>
                <a:sym typeface="Courier New"/>
              </a:rPr>
              <a:t>     i</a:t>
            </a:r>
            <a:r>
              <a:rPr b="1" lang="en" sz="1100">
                <a:solidFill>
                  <a:srgbClr val="808030"/>
                </a:solidFill>
                <a:highlight>
                  <a:srgbClr val="FFFFFF"/>
                </a:highlight>
                <a:latin typeface="Courier New"/>
                <a:ea typeface="Courier New"/>
                <a:cs typeface="Courier New"/>
                <a:sym typeface="Courier New"/>
              </a:rPr>
              <a:t>++</a:t>
            </a:r>
            <a:r>
              <a:rPr b="1" lang="en" sz="1100">
                <a:solidFill>
                  <a:srgbClr val="800080"/>
                </a:solidFill>
                <a:highlight>
                  <a:srgbClr val="FFFFFF"/>
                </a:highlight>
                <a:latin typeface="Courier New"/>
                <a:ea typeface="Courier New"/>
                <a:cs typeface="Courier New"/>
                <a:sym typeface="Courier New"/>
              </a:rPr>
              <a:t>;</a:t>
            </a:r>
            <a:br>
              <a:rPr b="1" lang="en" sz="1100">
                <a:solidFill>
                  <a:schemeClr val="dk1"/>
                </a:solidFill>
                <a:highlight>
                  <a:srgbClr val="FFFFFF"/>
                </a:highlight>
                <a:latin typeface="Courier New"/>
                <a:ea typeface="Courier New"/>
                <a:cs typeface="Courier New"/>
                <a:sym typeface="Courier New"/>
              </a:rPr>
            </a:br>
            <a:r>
              <a:rPr b="1" lang="en" sz="1100">
                <a:solidFill>
                  <a:schemeClr val="dk1"/>
                </a:solidFill>
                <a:highlight>
                  <a:srgbClr val="FFFFFF"/>
                </a:highlight>
                <a:latin typeface="Courier New"/>
                <a:ea typeface="Courier New"/>
                <a:cs typeface="Courier New"/>
                <a:sym typeface="Courier New"/>
              </a:rPr>
              <a:t>  </a:t>
            </a:r>
            <a:r>
              <a:rPr b="1" lang="en" sz="1100">
                <a:solidFill>
                  <a:srgbClr val="800080"/>
                </a:solidFill>
                <a:highlight>
                  <a:srgbClr val="FFFFFF"/>
                </a:highlight>
                <a:latin typeface="Courier New"/>
                <a:ea typeface="Courier New"/>
                <a:cs typeface="Courier New"/>
                <a:sym typeface="Courier New"/>
              </a:rPr>
              <a:t>}</a:t>
            </a:r>
            <a:br>
              <a:rPr b="1" lang="en" sz="1100">
                <a:solidFill>
                  <a:schemeClr val="dk1"/>
                </a:solidFill>
                <a:highlight>
                  <a:srgbClr val="FFFFFF"/>
                </a:highlight>
                <a:latin typeface="Courier New"/>
                <a:ea typeface="Courier New"/>
                <a:cs typeface="Courier New"/>
                <a:sym typeface="Courier New"/>
              </a:rPr>
            </a:br>
            <a:r>
              <a:rPr b="1" lang="en" sz="1100">
                <a:solidFill>
                  <a:srgbClr val="800080"/>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1600"/>
              </a:spcBef>
              <a:spcAft>
                <a:spcPts val="0"/>
              </a:spcAft>
              <a:buNone/>
            </a:pPr>
            <a:r>
              <a:rPr lang="en"/>
              <a:t>However, stdio.c supplies the nano printf library that allows you to use </a:t>
            </a:r>
            <a:r>
              <a:rPr b="1" lang="en"/>
              <a:t>printf() </a:t>
            </a:r>
            <a:r>
              <a:rPr lang="en"/>
              <a:t>with format specifiers just as you would in regular C-programming (except for floats.)</a:t>
            </a:r>
            <a:endParaRPr/>
          </a:p>
          <a:p>
            <a:pPr indent="0" lvl="0" marL="0" rtl="0" algn="l">
              <a:spcBef>
                <a:spcPts val="1600"/>
              </a:spcBef>
              <a:spcAft>
                <a:spcPts val="1600"/>
              </a:spcAft>
              <a:buNone/>
            </a:pPr>
            <a:r>
              <a:rPr lang="en"/>
              <a:t>While it's possible to redirect </a:t>
            </a:r>
            <a:r>
              <a:rPr lang="en"/>
              <a:t>uart2_write</a:t>
            </a:r>
            <a:r>
              <a:rPr lang="en"/>
              <a:t>() and </a:t>
            </a:r>
            <a:r>
              <a:rPr lang="en"/>
              <a:t>uart2_read</a:t>
            </a:r>
            <a:r>
              <a:rPr lang="en"/>
              <a:t>() so as to play along with the regular stdio and printf(), this would waste a tremendous amount of memory. That's why we choose to use the nano version.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pic>
        <p:nvPicPr>
          <p:cNvPr id="1239" name="Google Shape;1239;p123"/>
          <p:cNvPicPr preferRelativeResize="0"/>
          <p:nvPr/>
        </p:nvPicPr>
        <p:blipFill>
          <a:blip r:embed="rId3">
            <a:alphaModFix/>
          </a:blip>
          <a:stretch>
            <a:fillRect/>
          </a:stretch>
        </p:blipFill>
        <p:spPr>
          <a:xfrm>
            <a:off x="3656550" y="5045363"/>
            <a:ext cx="5175749" cy="1730575"/>
          </a:xfrm>
          <a:prstGeom prst="rect">
            <a:avLst/>
          </a:prstGeom>
          <a:noFill/>
          <a:ln>
            <a:noFill/>
          </a:ln>
        </p:spPr>
      </p:pic>
      <p:sp>
        <p:nvSpPr>
          <p:cNvPr id="1240" name="Google Shape;1240;p123"/>
          <p:cNvSpPr txBox="1"/>
          <p:nvPr>
            <p:ph type="title"/>
          </p:nvPr>
        </p:nvSpPr>
        <p:spPr>
          <a:xfrm>
            <a:off x="185150" y="593375"/>
            <a:ext cx="89022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for Thursday</a:t>
            </a:r>
            <a:r>
              <a:rPr lang="en"/>
              <a:t>: Keyboard-Controlled Counter</a:t>
            </a:r>
            <a:endParaRPr/>
          </a:p>
        </p:txBody>
      </p:sp>
      <p:sp>
        <p:nvSpPr>
          <p:cNvPr id="1241" name="Google Shape;1241;p123"/>
          <p:cNvSpPr txBox="1"/>
          <p:nvPr>
            <p:ph idx="1" type="body"/>
          </p:nvPr>
        </p:nvSpPr>
        <p:spPr>
          <a:xfrm>
            <a:off x="311700" y="1536626"/>
            <a:ext cx="8520600" cy="377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Create a counter that starts at 0 and counts up by one every time 'u' or 'U' is pressed on the keyboard and down by one every time 'd' or 'D' is pressed. Other key presses should be ignored.</a:t>
            </a:r>
            <a:endParaRPr sz="1600"/>
          </a:p>
          <a:p>
            <a:pPr indent="0" lvl="0" marL="0" rtl="0" algn="l">
              <a:spcBef>
                <a:spcPts val="1600"/>
              </a:spcBef>
              <a:spcAft>
                <a:spcPts val="0"/>
              </a:spcAft>
              <a:buNone/>
            </a:pPr>
            <a:r>
              <a:rPr lang="en" sz="1600"/>
              <a:t>Counter should include negative values if you decrement below 0.  Use the int8_t datatype for your counter: this is an integer that is only 8 bit wide.</a:t>
            </a:r>
            <a:endParaRPr sz="1600"/>
          </a:p>
          <a:p>
            <a:pPr indent="0" lvl="0" marL="0" rtl="0" algn="l">
              <a:spcBef>
                <a:spcPts val="1600"/>
              </a:spcBef>
              <a:spcAft>
                <a:spcPts val="0"/>
              </a:spcAft>
              <a:buNone/>
            </a:pPr>
            <a:r>
              <a:rPr lang="en" sz="1600"/>
              <a:t>Begin with the template on the next slide.</a:t>
            </a:r>
            <a:endParaRPr sz="1600"/>
          </a:p>
          <a:p>
            <a:pPr indent="0" lvl="0" marL="0" rtl="0" algn="l">
              <a:spcBef>
                <a:spcPts val="1600"/>
              </a:spcBef>
              <a:spcAft>
                <a:spcPts val="0"/>
              </a:spcAft>
              <a:buNone/>
            </a:pPr>
            <a:r>
              <a:rPr lang="en" sz="1600"/>
              <a:t>Testing:</a:t>
            </a:r>
            <a:endParaRPr sz="1600"/>
          </a:p>
          <a:p>
            <a:pPr indent="-330200" lvl="0" marL="457200" rtl="0" algn="l">
              <a:spcBef>
                <a:spcPts val="0"/>
              </a:spcBef>
              <a:spcAft>
                <a:spcPts val="0"/>
              </a:spcAft>
              <a:buSzPts val="1600"/>
              <a:buChar char="●"/>
            </a:pPr>
            <a:r>
              <a:rPr lang="en" sz="1600"/>
              <a:t>Simple increment and decrement</a:t>
            </a:r>
            <a:endParaRPr sz="1600"/>
          </a:p>
          <a:p>
            <a:pPr indent="-330200" lvl="0" marL="457200" rtl="0" algn="l">
              <a:spcBef>
                <a:spcPts val="0"/>
              </a:spcBef>
              <a:spcAft>
                <a:spcPts val="0"/>
              </a:spcAft>
              <a:buSzPts val="1600"/>
              <a:buChar char="●"/>
            </a:pPr>
            <a:r>
              <a:rPr lang="en" sz="1600"/>
              <a:t>Decrement below 0 to confirm negative numbers</a:t>
            </a:r>
            <a:endParaRPr sz="1600"/>
          </a:p>
          <a:p>
            <a:pPr indent="-330200" lvl="0" marL="457200" rtl="0" algn="l">
              <a:spcBef>
                <a:spcPts val="0"/>
              </a:spcBef>
              <a:spcAft>
                <a:spcPts val="0"/>
              </a:spcAft>
              <a:buSzPts val="1600"/>
              <a:buChar char="●"/>
            </a:pPr>
            <a:r>
              <a:rPr lang="en" sz="1600"/>
              <a:t>Increment all the way to the maximum value, and beyond.  What do you observe?</a:t>
            </a:r>
            <a:endParaRPr sz="1600"/>
          </a:p>
          <a:p>
            <a:pPr indent="0" lvl="0" marL="0" rtl="0" algn="l">
              <a:spcBef>
                <a:spcPts val="1600"/>
              </a:spcBef>
              <a:spcAft>
                <a:spcPts val="1600"/>
              </a:spcAft>
              <a:buNone/>
            </a:pPr>
            <a:r>
              <a:t/>
            </a:r>
            <a:endParaRPr/>
          </a:p>
        </p:txBody>
      </p:sp>
      <p:sp>
        <p:nvSpPr>
          <p:cNvPr id="1242" name="Google Shape;1242;p123"/>
          <p:cNvSpPr txBox="1"/>
          <p:nvPr/>
        </p:nvSpPr>
        <p:spPr>
          <a:xfrm>
            <a:off x="408850" y="5379650"/>
            <a:ext cx="2813700" cy="1062000"/>
          </a:xfrm>
          <a:prstGeom prst="rect">
            <a:avLst/>
          </a:prstGeom>
          <a:noFill/>
          <a:ln cap="flat" cmpd="sng" w="2857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9900FF"/>
                </a:solidFill>
              </a:rPr>
              <a:t>You will need to submit your code before class on Thursday.</a:t>
            </a:r>
            <a:endParaRPr sz="1900">
              <a:solidFill>
                <a:srgbClr val="9900FF"/>
              </a:solidFill>
            </a:endParaRPr>
          </a:p>
        </p:txBody>
      </p:sp>
      <p:sp>
        <p:nvSpPr>
          <p:cNvPr id="1243" name="Google Shape;1243;p123"/>
          <p:cNvSpPr/>
          <p:nvPr/>
        </p:nvSpPr>
        <p:spPr>
          <a:xfrm>
            <a:off x="6677550" y="6372525"/>
            <a:ext cx="1867200" cy="3159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2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template (adapt counter.c)</a:t>
            </a:r>
            <a:endParaRPr/>
          </a:p>
        </p:txBody>
      </p:sp>
      <p:sp>
        <p:nvSpPr>
          <p:cNvPr id="1249" name="Google Shape;1249;p124"/>
          <p:cNvSpPr txBox="1"/>
          <p:nvPr>
            <p:ph idx="1" type="body"/>
          </p:nvPr>
        </p:nvSpPr>
        <p:spPr>
          <a:xfrm>
            <a:off x="311700" y="13080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#include &lt;stdio.h&gt;</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solidFill>
                  <a:srgbClr val="000000"/>
                </a:solidFill>
                <a:latin typeface="Courier New"/>
                <a:ea typeface="Courier New"/>
                <a:cs typeface="Courier New"/>
                <a:sym typeface="Courier New"/>
              </a:rPr>
              <a:t>#include "ES28.h"</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000000"/>
                </a:solidFill>
                <a:latin typeface="Courier New"/>
                <a:ea typeface="Courier New"/>
                <a:cs typeface="Courier New"/>
                <a:sym typeface="Courier New"/>
              </a:rPr>
              <a:t>#include "uart.h"</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000000"/>
                </a:solidFill>
                <a:latin typeface="Courier New"/>
                <a:ea typeface="Courier New"/>
                <a:cs typeface="Courier New"/>
                <a:sym typeface="Courier New"/>
              </a:rPr>
              <a:t>int main(void) {</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uart2_init();    </a:t>
            </a:r>
            <a:r>
              <a:rPr b="1" lang="en" sz="1400">
                <a:solidFill>
                  <a:schemeClr val="dk1"/>
                </a:solidFill>
                <a:latin typeface="Courier New"/>
                <a:ea typeface="Courier New"/>
                <a:cs typeface="Courier New"/>
                <a:sym typeface="Courier New"/>
              </a:rPr>
              <a:t>// Initialize the UART</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printf("Keyboard-controlled up-down counter\r\n");</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while(1) {</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 read a character (uart2_read()) from the keyboard</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 if key is 'u' or 'U', increment the counter and print the value</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 else if key is 'd' or 'D', decrement the counter and print the value</a:t>
            </a:r>
            <a:endParaRPr b="1" sz="1400">
              <a:solidFill>
                <a:srgbClr val="00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 else do nothing </a:t>
            </a:r>
            <a:endParaRPr b="1" sz="1400">
              <a:solidFill>
                <a:srgbClr val="FF0000"/>
              </a:solidFill>
              <a:latin typeface="Courier New"/>
              <a:ea typeface="Courier New"/>
              <a:cs typeface="Courier New"/>
              <a:sym typeface="Courier New"/>
            </a:endParaRPr>
          </a:p>
          <a:p>
            <a:pPr indent="457200" lvl="0" marL="0" rtl="0" algn="l">
              <a:spcBef>
                <a:spcPts val="0"/>
              </a:spcBef>
              <a:spcAft>
                <a:spcPts val="0"/>
              </a:spcAft>
              <a:buNone/>
            </a:pPr>
            <a:r>
              <a:rPr b="1" lang="en" sz="1400">
                <a:solidFill>
                  <a:srgbClr val="000000"/>
                </a:solidFill>
                <a:latin typeface="Courier New"/>
                <a:ea typeface="Courier New"/>
                <a:cs typeface="Courier New"/>
                <a:sym typeface="Courier New"/>
              </a:rPr>
              <a:t>}</a:t>
            </a:r>
            <a:endParaRPr b="1" sz="1400">
              <a:solidFill>
                <a:srgbClr val="000000"/>
              </a:solidFill>
              <a:latin typeface="Courier New"/>
              <a:ea typeface="Courier New"/>
              <a:cs typeface="Courier New"/>
              <a:sym typeface="Courier New"/>
            </a:endParaRPr>
          </a:p>
          <a:p>
            <a:pPr indent="0" lvl="0" marL="457200" rtl="0" algn="l">
              <a:spcBef>
                <a:spcPts val="0"/>
              </a:spcBef>
              <a:spcAft>
                <a:spcPts val="0"/>
              </a:spcAft>
              <a:buNone/>
            </a:pPr>
            <a:r>
              <a:rPr b="1" lang="en" sz="1400">
                <a:solidFill>
                  <a:srgbClr val="000000"/>
                </a:solidFill>
                <a:latin typeface="Courier New"/>
                <a:ea typeface="Courier New"/>
                <a:cs typeface="Courier New"/>
                <a:sym typeface="Courier New"/>
              </a:rPr>
              <a:t>return 0;</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None/>
            </a:pPr>
            <a:r>
              <a:rPr b="1" lang="en" sz="1400">
                <a:solidFill>
                  <a:srgbClr val="000000"/>
                </a:solidFill>
                <a:latin typeface="Courier New"/>
                <a:ea typeface="Courier New"/>
                <a:cs typeface="Courier New"/>
                <a:sym typeface="Courier New"/>
              </a:rPr>
              <a:t>}</a:t>
            </a:r>
            <a:endParaRPr b="1"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000000"/>
                </a:solidFill>
                <a:latin typeface="Courier New"/>
                <a:ea typeface="Courier New"/>
                <a:cs typeface="Courier New"/>
                <a:sym typeface="Courier New"/>
              </a:rPr>
              <a:t>	</a:t>
            </a:r>
            <a:endParaRPr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000000"/>
              </a:solidFill>
              <a:latin typeface="Courier New"/>
              <a:ea typeface="Courier New"/>
              <a:cs typeface="Courier New"/>
              <a:sym typeface="Courier New"/>
            </a:endParaRPr>
          </a:p>
        </p:txBody>
      </p:sp>
      <p:sp>
        <p:nvSpPr>
          <p:cNvPr id="1250" name="Google Shape;1250;p124"/>
          <p:cNvSpPr txBox="1"/>
          <p:nvPr/>
        </p:nvSpPr>
        <p:spPr>
          <a:xfrm>
            <a:off x="401450" y="5651350"/>
            <a:ext cx="8207400" cy="7389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Challenge: If this is too easy for you, write this code without the use of printf(). Only use uart2_write() instead. Be sure to display negative numbers correctly.</a:t>
            </a:r>
            <a:endParaRPr sz="1800">
              <a:solidFill>
                <a:srgbClr val="0000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udent Wellness Center">
  <a:themeElements>
    <a:clrScheme name="Minimal Color 2020A">
      <a:dk1>
        <a:srgbClr val="F7F2ED"/>
      </a:dk1>
      <a:lt1>
        <a:srgbClr val="EAF1F2"/>
      </a:lt1>
      <a:dk2>
        <a:srgbClr val="F4F9F0"/>
      </a:dk2>
      <a:lt2>
        <a:srgbClr val="0B693E"/>
      </a:lt2>
      <a:accent1>
        <a:srgbClr val="0F374C"/>
      </a:accent1>
      <a:accent2>
        <a:srgbClr val="F48987"/>
      </a:accent2>
      <a:accent3>
        <a:srgbClr val="191E19"/>
      </a:accent3>
      <a:accent4>
        <a:srgbClr val="129490"/>
      </a:accent4>
      <a:accent5>
        <a:srgbClr val="007A5D"/>
      </a:accent5>
      <a:accent6>
        <a:srgbClr val="F26F53"/>
      </a:accent6>
      <a:hlink>
        <a:srgbClr val="625F5A"/>
      </a:hlink>
      <a:folHlink>
        <a:srgbClr val="CFC7C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