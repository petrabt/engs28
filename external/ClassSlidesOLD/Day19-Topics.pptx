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277de500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277de50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277de5006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277de500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d02fdbe5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d02fdbe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d02fdbe51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dd02fdbe5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8071359b1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18071359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18071359b1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18071359b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to remind you what we did this term. YOU DID ALL THESE THINGS!!! Can you </a:t>
            </a:r>
            <a:r>
              <a:rPr lang="en"/>
              <a:t>believe</a:t>
            </a:r>
            <a:r>
              <a:rPr lang="en"/>
              <a:t> it?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8071359b1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18071359b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21 some projects use Arduinos!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 set-up for all the electronics courses.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liked all the electronics stuff (opAmps, etc), then the 32-61-125 track is for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129 officially requires 28 as a prerequisite (Kofi teaches it).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like the digital stuff, 31 is for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51 is a really nice complement to 31. 31 goes deeper into the hardware, 51 talks </a:t>
            </a:r>
            <a:r>
              <a:rPr lang="en"/>
              <a:t>about</a:t>
            </a:r>
            <a:r>
              <a:rPr lang="en"/>
              <a:t> designing a computer's instruction set. How does the machine language work?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50: hardcore software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62: higher-end microprocessor design course (higher-level processor)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 control theory (if you like the feedback stuff), 147 mechatronics (microprocessors, feedback etc)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68: if you think wireless is cool, this one teaches you more about the modulation stuff and how it works. 110: broader in scope, also includes digital audio.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8071359b1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8071359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Engs </a:t>
            </a:r>
            <a:r>
              <a:rPr lang="en" sz="3000">
                <a:latin typeface="Comic Sans MS"/>
                <a:ea typeface="Comic Sans MS"/>
                <a:cs typeface="Comic Sans MS"/>
                <a:sym typeface="Comic Sans MS"/>
              </a:rPr>
              <a:t>28</a:t>
            </a:r>
            <a:endParaRPr sz="3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Embedded Systems</a:t>
            </a:r>
            <a:endParaRPr sz="52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41282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Day 19</a:t>
            </a:r>
            <a:endParaRPr sz="2800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37" y="395688"/>
            <a:ext cx="1103550" cy="13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4700" y="61000"/>
            <a:ext cx="1543875" cy="21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Presentations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Wrapping up the course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66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Projects!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66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Projects!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FF"/>
                </a:solidFill>
              </a:rPr>
              <a:t>One project partner stays at their table, the other walks around to look at other projects.</a:t>
            </a:r>
            <a:endParaRPr sz="29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FF"/>
                </a:solidFill>
              </a:rPr>
              <a:t>Each person gets to vote on:</a:t>
            </a:r>
            <a:endParaRPr sz="2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</a:rPr>
              <a:t>Most Creative System (1x12)</a:t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</a:rPr>
              <a:t>Cleverest Device Name (2x4)</a:t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</a:rPr>
              <a:t>Best use of Adafruit App  (1x4)</a:t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274E1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</a:rPr>
              <a:t>Best Overall Solution (2x2)</a:t>
            </a:r>
            <a:endParaRPr sz="2900">
              <a:solidFill>
                <a:srgbClr val="274E13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813" y="4991062"/>
            <a:ext cx="961799" cy="6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500" y="2852350"/>
            <a:ext cx="18288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5125" y="4156925"/>
            <a:ext cx="1083150" cy="6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3413" y="5934500"/>
            <a:ext cx="926586" cy="6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Engs 28 learning objectives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308024"/>
            <a:ext cx="8520600" cy="51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where we’ve been: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Break a problem down and construct a modular hardware+software solution.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embedded programming techniques to write “bare metal” microcontroller programs in C.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Write interrupt-driven and timer-driven programs.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Read an electronic </a:t>
            </a:r>
            <a:r>
              <a:rPr lang="en" sz="1600">
                <a:solidFill>
                  <a:schemeClr val="dk1"/>
                </a:solidFill>
              </a:rPr>
              <a:t>component</a:t>
            </a:r>
            <a:r>
              <a:rPr lang="en" sz="1600">
                <a:solidFill>
                  <a:schemeClr val="dk1"/>
                </a:solidFill>
              </a:rPr>
              <a:t> data sheet to understand how to use it.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Design and test basic analog electronic circuits.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the key principles and specifications of analog-to-digital converters to accurately acquire low frequency signals.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the physical principles and electrical specifications of common sensors and actuators for embedded design.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Communicate data between a microcontroller and sensors/actuators using a few standard protocols (UART, I</a:t>
            </a:r>
            <a:r>
              <a:rPr baseline="30000" lang="en" sz="1600">
                <a:solidFill>
                  <a:schemeClr val="dk1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C, GPIO).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 go from here?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356875"/>
            <a:ext cx="8520600" cy="49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Courses that have been mentioned during Engs 28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21, Introduction to Engineering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22, Systems 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32, 61, 125, Analog and Power Electronics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129, Biomedical Instrumentation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31, Digital Electronics and CoSc 51, Computer Architecture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Engs/CoSc 50, Software Design and Engs 62, Microprocessors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26, Control Theory and Engs 147, Mechatronics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62, Microprocessors in Engineered Systems (next winter)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Engs 68, Communication Theory and Engs 110, Signal Processing	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things to do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222250" y="1308025"/>
            <a:ext cx="7771800" cy="4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Return your kit to Tad after demo.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Return the Bluefruit device to Tad.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Complete the College’s course evaluation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FF"/>
                </a:solidFill>
              </a:rPr>
              <a:t>Thank you for a great term!!!</a:t>
            </a:r>
            <a:endParaRPr sz="2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