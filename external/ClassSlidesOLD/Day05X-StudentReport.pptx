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a05524f6f8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a05524f6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9c76d8942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9c76d8942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9c76d8942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9c76d894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9c76d8942_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9c76d8942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9c76d8942_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9c76d8942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9c76d894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9c76d894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9c76d8942_2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9c76d8942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9c76d8942_2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9c76d8942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9c76d8942_1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9c76d8942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ENGS 28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Datasheet Activity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333769"/>
            <a:ext cx="85206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one slide for your component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69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Include on your slide: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component's name, model number and manufacturer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brief description of your component.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connect your component to a microcontroller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communicate with your component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Anything else that seems crucial to include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6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820"/>
              <a:t>ST Microelectronics LIS3DH MEMS digital output motion sensor:</a:t>
            </a:r>
            <a:endParaRPr sz="182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820"/>
              <a:t>ultra-low-power high-performance 3-axis "nano" (Lab 7: accelerometer)</a:t>
            </a:r>
            <a:endParaRPr sz="18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2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78900"/>
            <a:ext cx="594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Brief </a:t>
            </a:r>
            <a:r>
              <a:rPr lang="en" sz="1600"/>
              <a:t>description</a:t>
            </a:r>
            <a:r>
              <a:rPr lang="en" sz="1600"/>
              <a:t>: I</a:t>
            </a:r>
            <a:r>
              <a:rPr baseline="30000" lang="en" sz="1600"/>
              <a:t>2</a:t>
            </a:r>
            <a:r>
              <a:rPr lang="en" sz="1600"/>
              <a:t>C / SPI Linear a</a:t>
            </a:r>
            <a:r>
              <a:rPr lang="en" sz="1600"/>
              <a:t>ccelerometer</a:t>
            </a:r>
            <a:r>
              <a:rPr lang="en" sz="1600"/>
              <a:t> (x,y,z axis)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An accelerometer is a sensor that measures acceleration, which is often used to detect an object's motion, orientation, and vibration.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How to connect your component to a microcontroller: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Set up a I</a:t>
            </a:r>
            <a:r>
              <a:rPr baseline="30000" lang="en" sz="1600"/>
              <a:t>2</a:t>
            </a:r>
            <a:r>
              <a:rPr lang="en" sz="1600"/>
              <a:t>C or SPI bus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How to communicate with your component: Digitally over an </a:t>
            </a:r>
            <a:r>
              <a:rPr lang="en" sz="1600"/>
              <a:t>I</a:t>
            </a:r>
            <a:r>
              <a:rPr baseline="30000" lang="en" sz="1600"/>
              <a:t>2</a:t>
            </a:r>
            <a:r>
              <a:rPr lang="en" sz="1600"/>
              <a:t>C or SPI bus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Anything else </a:t>
            </a:r>
            <a:r>
              <a:rPr lang="en" sz="1600"/>
              <a:t>crucial: Has a self test function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68" name="Google Shape;68;p15" title="Screenshot 2026-01-21 at 6.03.28 PM.png"/>
          <p:cNvPicPr preferRelativeResize="0"/>
          <p:nvPr/>
        </p:nvPicPr>
        <p:blipFill rotWithShape="1">
          <a:blip r:embed="rId3">
            <a:alphaModFix/>
          </a:blip>
          <a:srcRect b="7690" l="9266" r="8955" t="11108"/>
          <a:stretch/>
        </p:blipFill>
        <p:spPr>
          <a:xfrm>
            <a:off x="6209200" y="1453225"/>
            <a:ext cx="2880001" cy="157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Screenshot 2026-01-21 at 6.07.4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9200" y="3281950"/>
            <a:ext cx="2738250" cy="118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31E15"/>
                </a:solidFill>
                <a:highlight>
                  <a:srgbClr val="F7F7F5"/>
                </a:highlight>
              </a:rPr>
              <a:t>TMP23X Temperature Sensor, manufactured by Texas Instruments</a:t>
            </a:r>
            <a:endParaRPr sz="400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highlight>
                  <a:srgbClr val="F7F7F5"/>
                </a:highlight>
              </a:rPr>
              <a:t>A brief description of your component : Integrated circuit linear output V proportional to the </a:t>
            </a:r>
            <a:r>
              <a:rPr lang="en">
                <a:highlight>
                  <a:srgbClr val="F7F7F5"/>
                </a:highlight>
              </a:rPr>
              <a:t>temperature</a:t>
            </a:r>
            <a:r>
              <a:rPr lang="en">
                <a:highlight>
                  <a:srgbClr val="F7F7F5"/>
                </a:highlight>
              </a:rPr>
              <a:t> ( -40C - 150C). 10mV per C</a:t>
            </a:r>
            <a:endParaRPr>
              <a:highlight>
                <a:srgbClr val="F7F7F5"/>
              </a:highlight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highlight>
                  <a:srgbClr val="F7F7F5"/>
                </a:highlight>
              </a:rPr>
              <a:t>How to connect your component to a microcontroller: You can connect the sensor to the ADC on the microcontroller. It might need a capacitor and resistor (for noise) depending on the ADC’s input characteristics</a:t>
            </a:r>
            <a:endParaRPr>
              <a:highlight>
                <a:srgbClr val="F7F7F5"/>
              </a:highlight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highlight>
                  <a:srgbClr val="F7F7F5"/>
                </a:highlight>
              </a:rPr>
              <a:t>The output of the device is an output voltage</a:t>
            </a:r>
            <a:endParaRPr>
              <a:highlight>
                <a:srgbClr val="F7F7F5"/>
              </a:highlight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highlight>
                  <a:srgbClr val="F7F7F5"/>
                </a:highlight>
              </a:rPr>
              <a:t>Anything else that seems crucial to include: </a:t>
            </a:r>
            <a:r>
              <a:rPr lang="en">
                <a:highlight>
                  <a:srgbClr val="F7F7F5"/>
                </a:highlight>
              </a:rPr>
              <a:t>Analog In Pins: A0-A5, D10-13, D4</a:t>
            </a:r>
            <a:endParaRPr>
              <a:highlight>
                <a:srgbClr val="F7F7F5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7F7F5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6895225" y="4517076"/>
            <a:ext cx="1527394" cy="35921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28575">
                  <a:solidFill>
                    <a:srgbClr val="A4C2F4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Calistoga"/>
              </a:rPr>
              <a:t>MBRH</a:t>
            </a: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DS3231 Real Time Clock by Maxim Integrated – Team East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 an integrated temperature compensated crystal oscillator (TCXO)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Drives the clock and makes it accurate over a long period of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cost, extremely accurate I2C real-time clock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Inter-Integrated Circuit (I2C bus)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Syncs data movement for serial communication (</a:t>
            </a:r>
            <a:r>
              <a:rPr lang="en" sz="1400"/>
              <a:t>Pin 16 SCL- serial clock input)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Requires external pullup resistor </a:t>
            </a:r>
            <a:r>
              <a:rPr lang="en" sz="1300"/>
              <a:t>(</a:t>
            </a:r>
            <a:r>
              <a:rPr lang="en" sz="1300"/>
              <a:t>Pin 15 SDA- serial data input/output)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 a temperature sensor with accuracy of +/- 3 deg C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b="9240" l="0" r="0" t="10619"/>
          <a:stretch/>
        </p:blipFill>
        <p:spPr>
          <a:xfrm>
            <a:off x="6576649" y="3086100"/>
            <a:ext cx="2567352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211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DS3231 Real Time Clock (Maxim Integrated)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ENGS 28 Table 5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Low-cost, extremely accurate real-time clock based on an integrated temperature-compensated crystal oscillator (TCXO)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add up to two alarms, as well as 12h vs 24h clock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Automatically handles </a:t>
            </a:r>
            <a:r>
              <a:rPr lang="en"/>
              <a:t>number</a:t>
            </a:r>
            <a:r>
              <a:rPr lang="en"/>
              <a:t> of days in month, and for leap years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Additionally, provides temperature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byte of integer information, two-complement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bits for fractional degrees, to nearest quarter degree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 with serial communication to MCU with I</a:t>
            </a:r>
            <a:r>
              <a:rPr baseline="30000" lang="en"/>
              <a:t>2</a:t>
            </a:r>
            <a:r>
              <a:rPr lang="en"/>
              <a:t>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Clock is pin 16, data is pin 15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user to manually slow or speed up </a:t>
            </a:r>
            <a:r>
              <a:rPr lang="en"/>
              <a:t>oscillator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slowing or speeding oscillator will result in dramatically reduced accuracy (up to +/- 40ppm)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850" y="271875"/>
            <a:ext cx="1026200" cy="76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PAPA’S BOYS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Component Name:  MEMS digital output motion sensor: ultra-low-power high-performance 3-axis "nano" accelerometer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Number: LIS3DH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Manufacturer: life.augmented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Description of your component: Low-power high-performance accelerometer; capable of measuring accelerations with output data rates from 1 Hz to 5.3 kHz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connect your component to a microcontroller:</a:t>
            </a:r>
            <a:br>
              <a:rPr lang="en"/>
            </a:br>
            <a:r>
              <a:rPr lang="en"/>
              <a:t>Connect through the I2C and SPI serial interfaces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communicate with your component: With the I2C and/or SPI data busses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manage accelerations up to 10000 g for 0.2 ms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67"/>
              <a:t>TMP23x Analog Output Temperature Sensor- Texas Instruments </a:t>
            </a:r>
            <a:endParaRPr i="1" sz="246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International Gurus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391775"/>
            <a:ext cx="8520600" cy="31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Low-Power, High-Accuracy Analog Output Temperature Sensors</a:t>
            </a:r>
            <a:endParaRPr sz="10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of voltage linearly proportional to temperature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of the sensor is 10mV per degrees 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voltage offset at 0 °C is 500 mV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Measures from -40 to 150 degrees celsius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-40 to 150 degrees celsius for the TMP 235 and -10 to 125 celsius for the TMP236</a:t>
            </a:r>
            <a:endParaRPr/>
          </a:p>
        </p:txBody>
      </p:sp>
      <p:pic>
        <p:nvPicPr>
          <p:cNvPr id="103" name="Google Shape;103;p20" title="Screenshot 2026-01-21 at 6.13.2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8350" y="3535700"/>
            <a:ext cx="3814402" cy="1357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DS3231 Real Time Clock - Blinky Group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Description: Tracks current date and time, down to the second.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Manufacturer: Maxim Integrated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Protocol: I</a:t>
            </a:r>
            <a:r>
              <a:rPr baseline="30000" lang="en"/>
              <a:t>2</a:t>
            </a:r>
            <a:r>
              <a:rPr lang="en"/>
              <a:t>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Connect to microcontroller with serial I</a:t>
            </a:r>
            <a:r>
              <a:rPr baseline="30000" lang="en"/>
              <a:t>2</a:t>
            </a:r>
            <a:r>
              <a:rPr lang="en"/>
              <a:t>C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Bonus fact: Includes internal temperature sensor and can run on internal battery in the event of power failure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Temperature-compensated crystal oscillator (TCXO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0576" y="187400"/>
            <a:ext cx="1424123" cy="1424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0" y="445025"/>
            <a:ext cx="8988300" cy="5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TMP23x Analog Output Temperature Sensor - Team MMOSS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561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 number:	 	TMP235/6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manufacturer: 	Texas Instruments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Returns an analog voltage output that is linearly proportional to the temperature sensed.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 pin Vdd to a power output pin on controller, pin Vout to an input pin on microcontroller, and pin GND to ground.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passing output voltage through ADC, apply given temp/voltage relationship to output voltage to obtain actual value (10 mV/°C).</a:t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0650" y="1097063"/>
            <a:ext cx="2908500" cy="3527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